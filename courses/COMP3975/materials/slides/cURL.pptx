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A70FE7-47E0-3E4D-8A1E-665B33CBD6ED}" v="1" dt="2026-04-09T17:44:04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1224" autoAdjust="0"/>
  </p:normalViewPr>
  <p:slideViewPr>
    <p:cSldViewPr snapToGrid="0">
      <p:cViewPr varScale="1">
        <p:scale>
          <a:sx n="103" d="100"/>
          <a:sy n="103" d="100"/>
        </p:scale>
        <p:origin x="1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FDECEA60-4432-5C1E-B4FA-7BC519CADCB5}"/>
    <pc:docChg chg="modSld">
      <pc:chgData name="Medhat Elmasry" userId="405e238c19f61b9e" providerId="LiveId" clId="{FDECEA60-4432-5C1E-B4FA-7BC519CADCB5}" dt="2026-04-09T17:44:15.647" v="7" actId="20577"/>
      <pc:docMkLst>
        <pc:docMk/>
      </pc:docMkLst>
      <pc:sldChg chg="modSp mod">
        <pc:chgData name="Medhat Elmasry" userId="405e238c19f61b9e" providerId="LiveId" clId="{FDECEA60-4432-5C1E-B4FA-7BC519CADCB5}" dt="2026-04-08T23:39:32.658" v="2" actId="114"/>
        <pc:sldMkLst>
          <pc:docMk/>
          <pc:sldMk cId="1559932861" sldId="258"/>
        </pc:sldMkLst>
        <pc:spChg chg="mod">
          <ac:chgData name="Medhat Elmasry" userId="405e238c19f61b9e" providerId="LiveId" clId="{FDECEA60-4432-5C1E-B4FA-7BC519CADCB5}" dt="2026-04-08T23:39:32.658" v="2" actId="114"/>
          <ac:spMkLst>
            <pc:docMk/>
            <pc:sldMk cId="1559932861" sldId="258"/>
            <ac:spMk id="3" creationId="{00000000-0000-0000-0000-000000000000}"/>
          </ac:spMkLst>
        </pc:spChg>
      </pc:sldChg>
      <pc:sldChg chg="modSp mod">
        <pc:chgData name="Medhat Elmasry" userId="405e238c19f61b9e" providerId="LiveId" clId="{FDECEA60-4432-5C1E-B4FA-7BC519CADCB5}" dt="2026-04-09T17:44:15.647" v="7" actId="20577"/>
        <pc:sldMkLst>
          <pc:docMk/>
          <pc:sldMk cId="3539872106" sldId="260"/>
        </pc:sldMkLst>
        <pc:spChg chg="mod">
          <ac:chgData name="Medhat Elmasry" userId="405e238c19f61b9e" providerId="LiveId" clId="{FDECEA60-4432-5C1E-B4FA-7BC519CADCB5}" dt="2026-04-09T17:44:15.647" v="7" actId="20577"/>
          <ac:spMkLst>
            <pc:docMk/>
            <pc:sldMk cId="3539872106" sldId="26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E1278-C6FC-4966-91F5-3A206B8C3768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762B8-44AC-440D-836B-E44107D800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49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https://phpenthusiast.com/blog/five-php-curl-examples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762B8-44AC-440D-836B-E44107D800F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9251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653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056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96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963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018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968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317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342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966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194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6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DD9AF-64AB-4B83-BEF4-92584510C2D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66A9-1339-44CF-9537-5CDEFBC62B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324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PHP </a:t>
            </a:r>
            <a:r>
              <a:rPr lang="en-CA" dirty="0" err="1"/>
              <a:t>cURL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7312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</a:t>
            </a:r>
            <a:r>
              <a:rPr lang="en-CA" dirty="0" err="1"/>
              <a:t>cURL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cURL</a:t>
            </a:r>
            <a:r>
              <a:rPr lang="en-CA" dirty="0"/>
              <a:t> is a PHP extension, that allows us to receive and send information via the URL syntax. By doing so, </a:t>
            </a:r>
            <a:r>
              <a:rPr lang="en-CA" dirty="0" err="1"/>
              <a:t>cURL</a:t>
            </a:r>
            <a:r>
              <a:rPr lang="en-CA" dirty="0"/>
              <a:t> makes it easy to communicate between different websites and domains.</a:t>
            </a:r>
          </a:p>
          <a:p>
            <a:r>
              <a:rPr lang="en-CA" dirty="0"/>
              <a:t>PHP supports </a:t>
            </a:r>
            <a:r>
              <a:rPr lang="en-CA" i="1" dirty="0" err="1"/>
              <a:t>libcurl</a:t>
            </a:r>
            <a:r>
              <a:rPr lang="en-CA" dirty="0"/>
              <a:t>, a library created by Daniel Stenberg, that allows you to connect and communicate to many different types of servers with many different types of protocols.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23944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Enable </a:t>
            </a:r>
            <a:r>
              <a:rPr lang="en-CA" dirty="0" err="1"/>
              <a:t>cURL</a:t>
            </a:r>
            <a:r>
              <a:rPr lang="en-CA" dirty="0"/>
              <a:t> in php.ini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 err="1"/>
              <a:t>cURL</a:t>
            </a:r>
            <a:r>
              <a:rPr lang="en-CA" dirty="0"/>
              <a:t> is enabled by default but in case you have disabled it, follow the steps to enable it.</a:t>
            </a:r>
          </a:p>
          <a:p>
            <a:endParaRPr lang="en-CA" dirty="0"/>
          </a:p>
          <a:p>
            <a:r>
              <a:rPr lang="en-CA" dirty="0"/>
              <a:t>Open </a:t>
            </a:r>
            <a:r>
              <a:rPr lang="en-CA" dirty="0" err="1"/>
              <a:t>php.ini</a:t>
            </a:r>
            <a:endParaRPr lang="en-CA" dirty="0"/>
          </a:p>
          <a:p>
            <a:r>
              <a:rPr lang="en-CA" dirty="0"/>
              <a:t>Search for </a:t>
            </a:r>
            <a:r>
              <a:rPr lang="en-CA" i="1" dirty="0"/>
              <a:t>extension=php_curl.dll</a:t>
            </a:r>
            <a:r>
              <a:rPr lang="en-CA" dirty="0"/>
              <a:t>. Uncomment it by removing the semi-colon( ; ) in front of it.</a:t>
            </a:r>
          </a:p>
          <a:p>
            <a:r>
              <a:rPr lang="en-CA" dirty="0"/>
              <a:t>Restart web server.</a:t>
            </a:r>
          </a:p>
        </p:txBody>
      </p:sp>
    </p:spTree>
    <p:extLst>
      <p:ext uri="{BB962C8B-B14F-4D97-AF65-F5344CB8AC3E}">
        <p14:creationId xmlns:p14="http://schemas.microsoft.com/office/powerpoint/2010/main" val="155993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does the </a:t>
            </a:r>
            <a:r>
              <a:rPr lang="en-CA" dirty="0" err="1"/>
              <a:t>cURL</a:t>
            </a:r>
            <a:r>
              <a:rPr lang="en-CA" dirty="0"/>
              <a:t> extension work?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3623153"/>
              </p:ext>
            </p:extLst>
          </p:nvPr>
        </p:nvGraphicFramePr>
        <p:xfrm>
          <a:off x="612913" y="2262947"/>
          <a:ext cx="10515600" cy="2926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112565">
                  <a:extLst>
                    <a:ext uri="{9D8B030D-6E8A-4147-A177-3AD203B41FA5}">
                      <a16:colId xmlns:a16="http://schemas.microsoft.com/office/drawing/2014/main" val="3961796932"/>
                    </a:ext>
                  </a:extLst>
                </a:gridCol>
                <a:gridCol w="4403035">
                  <a:extLst>
                    <a:ext uri="{9D8B030D-6E8A-4147-A177-3AD203B41FA5}">
                      <a16:colId xmlns:a16="http://schemas.microsoft.com/office/drawing/2014/main" val="20517043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$handle = </a:t>
                      </a:r>
                      <a:r>
                        <a:rPr lang="en-CA" sz="2800" dirty="0" err="1"/>
                        <a:t>curl_init</a:t>
                      </a:r>
                      <a:r>
                        <a:rPr lang="en-CA" sz="2800" dirty="0"/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41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Setting the options. There are many options, for example, an option that defines the URL.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 err="1"/>
                        <a:t>curl_setopt</a:t>
                      </a:r>
                      <a:r>
                        <a:rPr lang="en-CA" sz="2800" dirty="0"/>
                        <a:t>($handle, CURLOPT_URL, $</a:t>
                      </a:r>
                      <a:r>
                        <a:rPr lang="en-CA" sz="2800" dirty="0" err="1"/>
                        <a:t>url</a:t>
                      </a:r>
                      <a:r>
                        <a:rPr lang="en-CA" sz="2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08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Execution with </a:t>
                      </a:r>
                      <a:r>
                        <a:rPr lang="en-CA" sz="2800" dirty="0" err="1"/>
                        <a:t>curl_exec</a:t>
                      </a:r>
                      <a:r>
                        <a:rPr lang="en-CA" sz="2800" dirty="0"/>
                        <a:t>().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$data = </a:t>
                      </a:r>
                      <a:r>
                        <a:rPr lang="en-CA" sz="2800" dirty="0" err="1"/>
                        <a:t>curl_exec</a:t>
                      </a:r>
                      <a:r>
                        <a:rPr lang="en-CA" sz="2800" dirty="0"/>
                        <a:t>($handle);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927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Releasing the </a:t>
                      </a:r>
                      <a:r>
                        <a:rPr lang="en-CA" sz="2800" dirty="0" err="1"/>
                        <a:t>cURL</a:t>
                      </a:r>
                      <a:r>
                        <a:rPr lang="en-CA" sz="2800" dirty="0"/>
                        <a:t> handle.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 err="1"/>
                        <a:t>curl_close</a:t>
                      </a:r>
                      <a:r>
                        <a:rPr lang="en-CA" sz="2800" dirty="0"/>
                        <a:t>($handle);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029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687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download the contents of a remote website to a local file?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22" y="1951520"/>
            <a:ext cx="5827643" cy="4351338"/>
          </a:xfrm>
        </p:spPr>
        <p:txBody>
          <a:bodyPr/>
          <a:lstStyle/>
          <a:p>
            <a:r>
              <a:rPr lang="en-CA" dirty="0"/>
              <a:t>In order to download the contents of a remote web site, we need to define the following options:</a:t>
            </a:r>
          </a:p>
          <a:p>
            <a:pPr lvl="1"/>
            <a:r>
              <a:rPr lang="en-CA" dirty="0"/>
              <a:t>CURLOPT_URL- Defines the remote URL.</a:t>
            </a:r>
          </a:p>
          <a:p>
            <a:pPr lvl="1"/>
            <a:r>
              <a:rPr lang="en-CA" dirty="0"/>
              <a:t>CURLOPT_RETURNTRANSFER- Enables the assignment of the data that we download from the remote site to a variable. In this example, we assign the data into the variable $output.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0" y="974898"/>
            <a:ext cx="5678557" cy="60016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CA" sz="1600" dirty="0"/>
              <a:t>&lt;?</a:t>
            </a:r>
            <a:r>
              <a:rPr lang="en-CA" sz="1600" dirty="0" err="1"/>
              <a:t>php</a:t>
            </a:r>
            <a:endParaRPr lang="en-CA" sz="1600" dirty="0"/>
          </a:p>
          <a:p>
            <a:r>
              <a:rPr lang="en-CA" sz="1600" dirty="0"/>
              <a:t>// Initialize </a:t>
            </a:r>
            <a:r>
              <a:rPr lang="en-CA" sz="1600" dirty="0" err="1"/>
              <a:t>cURL</a:t>
            </a:r>
            <a:endParaRPr lang="en-CA" sz="1600" dirty="0"/>
          </a:p>
          <a:p>
            <a:r>
              <a:rPr lang="en-CA" sz="1600" dirty="0"/>
              <a:t>$</a:t>
            </a:r>
            <a:r>
              <a:rPr lang="en-CA" sz="1600" dirty="0" err="1"/>
              <a:t>url</a:t>
            </a:r>
            <a:r>
              <a:rPr lang="en-CA" sz="1600" dirty="0"/>
              <a:t> = "https://</a:t>
            </a:r>
            <a:r>
              <a:rPr lang="en-CA" sz="1600" dirty="0" err="1"/>
              <a:t>www.cnn.com</a:t>
            </a:r>
            <a:r>
              <a:rPr lang="en-CA" sz="1600" dirty="0"/>
              <a:t>";</a:t>
            </a:r>
          </a:p>
          <a:p>
            <a:r>
              <a:rPr lang="en-CA" sz="1600" dirty="0"/>
              <a:t>$curl = </a:t>
            </a:r>
            <a:r>
              <a:rPr lang="en-CA" sz="1600" dirty="0" err="1"/>
              <a:t>curl_init</a:t>
            </a:r>
            <a:r>
              <a:rPr lang="en-CA" sz="1600" dirty="0"/>
              <a:t>($</a:t>
            </a:r>
            <a:r>
              <a:rPr lang="en-CA" sz="1600" dirty="0" err="1"/>
              <a:t>url</a:t>
            </a:r>
            <a:r>
              <a:rPr lang="en-CA" sz="1600" dirty="0"/>
              <a:t>);</a:t>
            </a:r>
          </a:p>
          <a:p>
            <a:endParaRPr lang="en-CA" sz="1600" dirty="0"/>
          </a:p>
          <a:p>
            <a:r>
              <a:rPr lang="en-CA" sz="1600" dirty="0"/>
              <a:t>// Set </a:t>
            </a:r>
            <a:r>
              <a:rPr lang="en-CA" sz="1600" dirty="0" err="1"/>
              <a:t>cURL</a:t>
            </a:r>
            <a:r>
              <a:rPr lang="en-CA" sz="1600" dirty="0"/>
              <a:t> options</a:t>
            </a:r>
          </a:p>
          <a:p>
            <a:r>
              <a:rPr lang="en-CA" sz="1600" dirty="0" err="1"/>
              <a:t>curl_setopt</a:t>
            </a:r>
            <a:r>
              <a:rPr lang="en-CA" sz="1600" dirty="0"/>
              <a:t>($curl, CURLOPT_RETURNTRANSFER, true);</a:t>
            </a:r>
          </a:p>
          <a:p>
            <a:r>
              <a:rPr lang="en-CA" sz="1600" dirty="0" err="1"/>
              <a:t>curl_setopt</a:t>
            </a:r>
            <a:r>
              <a:rPr lang="en-CA" sz="1600" dirty="0"/>
              <a:t>($curl, CURLOPT_HTTPHEADER, ['Content-Type: application/html']);</a:t>
            </a:r>
          </a:p>
          <a:p>
            <a:r>
              <a:rPr lang="en-CA" sz="1600" dirty="0" err="1"/>
              <a:t>curl_setopt</a:t>
            </a:r>
            <a:r>
              <a:rPr lang="en-CA" sz="1600" dirty="0"/>
              <a:t>($curl, CURLOPT_SSL_VERIFYHOST, 0);</a:t>
            </a:r>
          </a:p>
          <a:p>
            <a:r>
              <a:rPr lang="en-CA" sz="1600" dirty="0" err="1"/>
              <a:t>curl_setopt</a:t>
            </a:r>
            <a:r>
              <a:rPr lang="en-CA" sz="1600" dirty="0"/>
              <a:t>($curl, CURLOPT_SSL_VERIFYPEER, 0);</a:t>
            </a:r>
          </a:p>
          <a:p>
            <a:r>
              <a:rPr lang="en-CA" sz="1600" dirty="0"/>
              <a:t>$response = </a:t>
            </a:r>
            <a:r>
              <a:rPr lang="en-CA" sz="1600" dirty="0" err="1"/>
              <a:t>curl_exec</a:t>
            </a:r>
            <a:r>
              <a:rPr lang="en-CA" sz="1600" dirty="0"/>
              <a:t>($curl);</a:t>
            </a:r>
          </a:p>
          <a:p>
            <a:r>
              <a:rPr lang="en-CA" sz="1600" dirty="0"/>
              <a:t>// Check for errors</a:t>
            </a:r>
          </a:p>
          <a:p>
            <a:r>
              <a:rPr lang="en-CA" sz="1600" dirty="0"/>
              <a:t>if ($response === false) {</a:t>
            </a:r>
          </a:p>
          <a:p>
            <a:r>
              <a:rPr lang="en-CA" sz="1600" dirty="0"/>
              <a:t>    echo 'Error: ' . </a:t>
            </a:r>
            <a:r>
              <a:rPr lang="en-CA" sz="1600" dirty="0" err="1"/>
              <a:t>curl_error</a:t>
            </a:r>
            <a:r>
              <a:rPr lang="en-CA" sz="1600" dirty="0"/>
              <a:t>($curl);</a:t>
            </a:r>
          </a:p>
          <a:p>
            <a:r>
              <a:rPr lang="en-CA" sz="1600" dirty="0"/>
              <a:t>} else {</a:t>
            </a:r>
          </a:p>
          <a:p>
            <a:r>
              <a:rPr lang="en-CA" sz="1600" dirty="0"/>
              <a:t>    if (empty($response)) {</a:t>
            </a:r>
          </a:p>
          <a:p>
            <a:r>
              <a:rPr lang="en-CA" sz="1600" dirty="0"/>
              <a:t>        echo 'Error: Empty response';</a:t>
            </a:r>
          </a:p>
          <a:p>
            <a:r>
              <a:rPr lang="en-CA" sz="1600" dirty="0"/>
              <a:t>    } else {</a:t>
            </a:r>
          </a:p>
          <a:p>
            <a:r>
              <a:rPr lang="en-CA" sz="1600" dirty="0"/>
              <a:t>        echo "[$response]";</a:t>
            </a:r>
          </a:p>
          <a:p>
            <a:r>
              <a:rPr lang="en-CA" sz="1600" dirty="0"/>
              <a:t>    }</a:t>
            </a:r>
          </a:p>
          <a:p>
            <a:r>
              <a:rPr lang="en-CA" sz="1600" dirty="0"/>
              <a:t>}</a:t>
            </a:r>
          </a:p>
          <a:p>
            <a:r>
              <a:rPr lang="en-CA" sz="1600" dirty="0" err="1"/>
              <a:t>curl_close</a:t>
            </a:r>
            <a:r>
              <a:rPr lang="en-CA" sz="1600" dirty="0"/>
              <a:t>($curl);</a:t>
            </a:r>
          </a:p>
          <a:p>
            <a:r>
              <a:rPr lang="en-CA" sz="16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53987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https://phpenthusiast.com/blog/five-php-curl-examples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3152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454</Words>
  <Application>Microsoft Macintosh PowerPoint</Application>
  <PresentationFormat>Widescreen</PresentationFormat>
  <Paragraphs>50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PHP cURL</vt:lpstr>
      <vt:lpstr>What is cURL</vt:lpstr>
      <vt:lpstr>Enable cURL in php.ini</vt:lpstr>
      <vt:lpstr>How does the cURL extension work?</vt:lpstr>
      <vt:lpstr>How to download the contents of a remote website to a local file?</vt:lpstr>
      <vt:lpstr>Reference</vt:lpstr>
    </vt:vector>
  </TitlesOfParts>
  <Company>BCIT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cURL</dc:title>
  <dc:creator>Medhat Elmasry</dc:creator>
  <cp:lastModifiedBy>Medhat Elmasry</cp:lastModifiedBy>
  <cp:revision>3</cp:revision>
  <dcterms:created xsi:type="dcterms:W3CDTF">2021-02-16T00:35:02Z</dcterms:created>
  <dcterms:modified xsi:type="dcterms:W3CDTF">2026-04-09T17:44:19Z</dcterms:modified>
</cp:coreProperties>
</file>