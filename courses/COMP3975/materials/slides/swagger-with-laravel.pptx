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81440"/>
  </p:normalViewPr>
  <p:slideViewPr>
    <p:cSldViewPr snapToGrid="0">
      <p:cViewPr varScale="1">
        <p:scale>
          <a:sx n="101" d="100"/>
          <a:sy n="101" d="100"/>
        </p:scale>
        <p:origin x="1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F3B54C-90A3-F74A-9E86-06DE22265AB7}" type="doc">
      <dgm:prSet loTypeId="urn:microsoft.com/office/officeart/2008/layout/HorizontalMultiLevelHierarchy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91F7FC9-AFCD-524A-90FB-DD4A6A6043B4}">
      <dgm:prSet phldrT="[Text]"/>
      <dgm:spPr/>
      <dgm:t>
        <a:bodyPr/>
        <a:lstStyle/>
        <a:p>
          <a:r>
            <a:rPr lang="en-US" dirty="0"/>
            <a:t>Laravel App</a:t>
          </a:r>
        </a:p>
      </dgm:t>
    </dgm:pt>
    <dgm:pt modelId="{35C2EB17-2D63-D245-8E0D-44122B68D3DC}" type="parTrans" cxnId="{1EA6E749-212B-CD42-9DC4-AEA09ECA1533}">
      <dgm:prSet/>
      <dgm:spPr/>
      <dgm:t>
        <a:bodyPr/>
        <a:lstStyle/>
        <a:p>
          <a:endParaRPr lang="en-US"/>
        </a:p>
      </dgm:t>
    </dgm:pt>
    <dgm:pt modelId="{965587BE-9D2C-2F46-A128-47503EB23784}" type="sibTrans" cxnId="{1EA6E749-212B-CD42-9DC4-AEA09ECA1533}">
      <dgm:prSet/>
      <dgm:spPr/>
      <dgm:t>
        <a:bodyPr/>
        <a:lstStyle/>
        <a:p>
          <a:endParaRPr lang="en-US"/>
        </a:p>
      </dgm:t>
    </dgm:pt>
    <dgm:pt modelId="{7A28C5BA-90B8-F543-A58B-7F9A31D4988C}">
      <dgm:prSet phldrT="[Text]"/>
      <dgm:spPr/>
      <dgm:t>
        <a:bodyPr/>
        <a:lstStyle/>
        <a:p>
          <a:r>
            <a:rPr lang="en-US" dirty="0"/>
            <a:t>Composer install</a:t>
          </a:r>
        </a:p>
      </dgm:t>
    </dgm:pt>
    <dgm:pt modelId="{B2747796-24FC-7142-A339-F32D1DF70C0F}" type="parTrans" cxnId="{E04D4D59-9980-7843-8C1D-3CCB3F8DA750}">
      <dgm:prSet/>
      <dgm:spPr/>
      <dgm:t>
        <a:bodyPr/>
        <a:lstStyle/>
        <a:p>
          <a:endParaRPr lang="en-US"/>
        </a:p>
      </dgm:t>
    </dgm:pt>
    <dgm:pt modelId="{353A437B-F502-A046-90C3-8B35363ED656}" type="sibTrans" cxnId="{E04D4D59-9980-7843-8C1D-3CCB3F8DA750}">
      <dgm:prSet/>
      <dgm:spPr/>
      <dgm:t>
        <a:bodyPr/>
        <a:lstStyle/>
        <a:p>
          <a:endParaRPr lang="en-US"/>
        </a:p>
      </dgm:t>
    </dgm:pt>
    <dgm:pt modelId="{4AB24392-1C23-724B-86A6-41FD8B18CA85}">
      <dgm:prSet phldrT="[Text]"/>
      <dgm:spPr/>
      <dgm:t>
        <a:bodyPr/>
        <a:lstStyle/>
        <a:p>
          <a:r>
            <a:rPr lang="en-US" dirty="0"/>
            <a:t>Config publish</a:t>
          </a:r>
        </a:p>
      </dgm:t>
    </dgm:pt>
    <dgm:pt modelId="{AB0F5C54-CFFC-004B-B246-7A714FC3A5DC}" type="parTrans" cxnId="{7372EE17-FD33-D240-9044-B5641BF2F35F}">
      <dgm:prSet/>
      <dgm:spPr/>
      <dgm:t>
        <a:bodyPr/>
        <a:lstStyle/>
        <a:p>
          <a:endParaRPr lang="en-US"/>
        </a:p>
      </dgm:t>
    </dgm:pt>
    <dgm:pt modelId="{59173B1F-A24B-9447-B96A-62590BF0205B}" type="sibTrans" cxnId="{7372EE17-FD33-D240-9044-B5641BF2F35F}">
      <dgm:prSet/>
      <dgm:spPr/>
      <dgm:t>
        <a:bodyPr/>
        <a:lstStyle/>
        <a:p>
          <a:endParaRPr lang="en-US"/>
        </a:p>
      </dgm:t>
    </dgm:pt>
    <dgm:pt modelId="{5DCC51E0-C358-E840-944A-895317E529F0}">
      <dgm:prSet phldrT="[Text]"/>
      <dgm:spPr/>
      <dgm:t>
        <a:bodyPr/>
        <a:lstStyle/>
        <a:p>
          <a:r>
            <a:rPr lang="en-US" dirty="0"/>
            <a:t>Swagger UI route</a:t>
          </a:r>
        </a:p>
      </dgm:t>
    </dgm:pt>
    <dgm:pt modelId="{0DD5DB0E-6258-C449-A15B-5820E151BDD1}" type="parTrans" cxnId="{A308AE5C-53DD-1C48-AE81-48CF21E40626}">
      <dgm:prSet/>
      <dgm:spPr/>
      <dgm:t>
        <a:bodyPr/>
        <a:lstStyle/>
        <a:p>
          <a:endParaRPr lang="en-US"/>
        </a:p>
      </dgm:t>
    </dgm:pt>
    <dgm:pt modelId="{374B8AB6-9595-C04D-8236-3B3929BE5B1D}" type="sibTrans" cxnId="{A308AE5C-53DD-1C48-AE81-48CF21E40626}">
      <dgm:prSet/>
      <dgm:spPr/>
      <dgm:t>
        <a:bodyPr/>
        <a:lstStyle/>
        <a:p>
          <a:endParaRPr lang="en-US"/>
        </a:p>
      </dgm:t>
    </dgm:pt>
    <dgm:pt modelId="{2CC9FD07-0B3D-3C45-BA19-EFFD25A167DD}" type="pres">
      <dgm:prSet presAssocID="{64F3B54C-90A3-F74A-9E86-06DE22265AB7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E1F5732-C1C5-794E-A3B8-DB17A35580F9}" type="pres">
      <dgm:prSet presAssocID="{091F7FC9-AFCD-524A-90FB-DD4A6A6043B4}" presName="root1" presStyleCnt="0"/>
      <dgm:spPr/>
    </dgm:pt>
    <dgm:pt modelId="{92873E57-6010-8E4B-8D68-D169808DAFA3}" type="pres">
      <dgm:prSet presAssocID="{091F7FC9-AFCD-524A-90FB-DD4A6A6043B4}" presName="LevelOneTextNode" presStyleLbl="node0" presStyleIdx="0" presStyleCnt="1">
        <dgm:presLayoutVars>
          <dgm:chPref val="3"/>
        </dgm:presLayoutVars>
      </dgm:prSet>
      <dgm:spPr/>
    </dgm:pt>
    <dgm:pt modelId="{F5A8CEAD-46EB-0840-A1DA-AF89DD1BD704}" type="pres">
      <dgm:prSet presAssocID="{091F7FC9-AFCD-524A-90FB-DD4A6A6043B4}" presName="level2hierChild" presStyleCnt="0"/>
      <dgm:spPr/>
    </dgm:pt>
    <dgm:pt modelId="{93EEB1F5-FECA-C045-8E8D-5F51D68D1DE7}" type="pres">
      <dgm:prSet presAssocID="{B2747796-24FC-7142-A339-F32D1DF70C0F}" presName="conn2-1" presStyleLbl="parChTrans1D2" presStyleIdx="0" presStyleCnt="3"/>
      <dgm:spPr/>
    </dgm:pt>
    <dgm:pt modelId="{12AAA0C9-3284-5F42-B9B3-0C2559677624}" type="pres">
      <dgm:prSet presAssocID="{B2747796-24FC-7142-A339-F32D1DF70C0F}" presName="connTx" presStyleLbl="parChTrans1D2" presStyleIdx="0" presStyleCnt="3"/>
      <dgm:spPr/>
    </dgm:pt>
    <dgm:pt modelId="{FB7E881F-56FF-BF48-8454-139352BB35E8}" type="pres">
      <dgm:prSet presAssocID="{7A28C5BA-90B8-F543-A58B-7F9A31D4988C}" presName="root2" presStyleCnt="0"/>
      <dgm:spPr/>
    </dgm:pt>
    <dgm:pt modelId="{ABA147B1-E645-C84D-96B1-1FADD1855307}" type="pres">
      <dgm:prSet presAssocID="{7A28C5BA-90B8-F543-A58B-7F9A31D4988C}" presName="LevelTwoTextNode" presStyleLbl="node2" presStyleIdx="0" presStyleCnt="3">
        <dgm:presLayoutVars>
          <dgm:chPref val="3"/>
        </dgm:presLayoutVars>
      </dgm:prSet>
      <dgm:spPr/>
    </dgm:pt>
    <dgm:pt modelId="{3C3E3D9F-00D5-CD4F-B499-B244BBAAFF89}" type="pres">
      <dgm:prSet presAssocID="{7A28C5BA-90B8-F543-A58B-7F9A31D4988C}" presName="level3hierChild" presStyleCnt="0"/>
      <dgm:spPr/>
    </dgm:pt>
    <dgm:pt modelId="{851F4339-257E-F841-AA7B-6051D86FE4F5}" type="pres">
      <dgm:prSet presAssocID="{AB0F5C54-CFFC-004B-B246-7A714FC3A5DC}" presName="conn2-1" presStyleLbl="parChTrans1D2" presStyleIdx="1" presStyleCnt="3"/>
      <dgm:spPr/>
    </dgm:pt>
    <dgm:pt modelId="{2142C4A7-7EC9-8D43-B876-FCBBCEC8CB7A}" type="pres">
      <dgm:prSet presAssocID="{AB0F5C54-CFFC-004B-B246-7A714FC3A5DC}" presName="connTx" presStyleLbl="parChTrans1D2" presStyleIdx="1" presStyleCnt="3"/>
      <dgm:spPr/>
    </dgm:pt>
    <dgm:pt modelId="{651A64EF-7B7B-194C-9649-A339F3D6B456}" type="pres">
      <dgm:prSet presAssocID="{4AB24392-1C23-724B-86A6-41FD8B18CA85}" presName="root2" presStyleCnt="0"/>
      <dgm:spPr/>
    </dgm:pt>
    <dgm:pt modelId="{8591B530-8443-5142-B4EA-E88E0DEF96E5}" type="pres">
      <dgm:prSet presAssocID="{4AB24392-1C23-724B-86A6-41FD8B18CA85}" presName="LevelTwoTextNode" presStyleLbl="node2" presStyleIdx="1" presStyleCnt="3">
        <dgm:presLayoutVars>
          <dgm:chPref val="3"/>
        </dgm:presLayoutVars>
      </dgm:prSet>
      <dgm:spPr/>
    </dgm:pt>
    <dgm:pt modelId="{2B9D75F5-6D9C-434E-8149-856D759078F9}" type="pres">
      <dgm:prSet presAssocID="{4AB24392-1C23-724B-86A6-41FD8B18CA85}" presName="level3hierChild" presStyleCnt="0"/>
      <dgm:spPr/>
    </dgm:pt>
    <dgm:pt modelId="{67C3575A-A7B4-B244-AC1B-A51354CBD79A}" type="pres">
      <dgm:prSet presAssocID="{0DD5DB0E-6258-C449-A15B-5820E151BDD1}" presName="conn2-1" presStyleLbl="parChTrans1D2" presStyleIdx="2" presStyleCnt="3"/>
      <dgm:spPr/>
    </dgm:pt>
    <dgm:pt modelId="{76BCB927-7F36-C94A-A3D3-D6FD6C6D7089}" type="pres">
      <dgm:prSet presAssocID="{0DD5DB0E-6258-C449-A15B-5820E151BDD1}" presName="connTx" presStyleLbl="parChTrans1D2" presStyleIdx="2" presStyleCnt="3"/>
      <dgm:spPr/>
    </dgm:pt>
    <dgm:pt modelId="{BE64CFAA-11CC-1745-9DF4-004D422E3D2F}" type="pres">
      <dgm:prSet presAssocID="{5DCC51E0-C358-E840-944A-895317E529F0}" presName="root2" presStyleCnt="0"/>
      <dgm:spPr/>
    </dgm:pt>
    <dgm:pt modelId="{50ABF459-A204-5B4E-A102-A8F9649298AE}" type="pres">
      <dgm:prSet presAssocID="{5DCC51E0-C358-E840-944A-895317E529F0}" presName="LevelTwoTextNode" presStyleLbl="node2" presStyleIdx="2" presStyleCnt="3">
        <dgm:presLayoutVars>
          <dgm:chPref val="3"/>
        </dgm:presLayoutVars>
      </dgm:prSet>
      <dgm:spPr/>
    </dgm:pt>
    <dgm:pt modelId="{F7577BB3-7CF8-4543-9CE4-57D041B35BCB}" type="pres">
      <dgm:prSet presAssocID="{5DCC51E0-C358-E840-944A-895317E529F0}" presName="level3hierChild" presStyleCnt="0"/>
      <dgm:spPr/>
    </dgm:pt>
  </dgm:ptLst>
  <dgm:cxnLst>
    <dgm:cxn modelId="{51165E07-6AC6-3042-B79C-2BE89C061758}" type="presOf" srcId="{5DCC51E0-C358-E840-944A-895317E529F0}" destId="{50ABF459-A204-5B4E-A102-A8F9649298AE}" srcOrd="0" destOrd="0" presId="urn:microsoft.com/office/officeart/2008/layout/HorizontalMultiLevelHierarchy"/>
    <dgm:cxn modelId="{7372EE17-FD33-D240-9044-B5641BF2F35F}" srcId="{091F7FC9-AFCD-524A-90FB-DD4A6A6043B4}" destId="{4AB24392-1C23-724B-86A6-41FD8B18CA85}" srcOrd="1" destOrd="0" parTransId="{AB0F5C54-CFFC-004B-B246-7A714FC3A5DC}" sibTransId="{59173B1F-A24B-9447-B96A-62590BF0205B}"/>
    <dgm:cxn modelId="{4DC8E026-3961-CD40-844D-5A49DC29C91A}" type="presOf" srcId="{64F3B54C-90A3-F74A-9E86-06DE22265AB7}" destId="{2CC9FD07-0B3D-3C45-BA19-EFFD25A167DD}" srcOrd="0" destOrd="0" presId="urn:microsoft.com/office/officeart/2008/layout/HorizontalMultiLevelHierarchy"/>
    <dgm:cxn modelId="{0B915931-D915-914F-BCC0-179D7977D911}" type="presOf" srcId="{091F7FC9-AFCD-524A-90FB-DD4A6A6043B4}" destId="{92873E57-6010-8E4B-8D68-D169808DAFA3}" srcOrd="0" destOrd="0" presId="urn:microsoft.com/office/officeart/2008/layout/HorizontalMultiLevelHierarchy"/>
    <dgm:cxn modelId="{E66FF540-25E4-F745-B57A-22F05BEE5704}" type="presOf" srcId="{0DD5DB0E-6258-C449-A15B-5820E151BDD1}" destId="{67C3575A-A7B4-B244-AC1B-A51354CBD79A}" srcOrd="0" destOrd="0" presId="urn:microsoft.com/office/officeart/2008/layout/HorizontalMultiLevelHierarchy"/>
    <dgm:cxn modelId="{1EA6E749-212B-CD42-9DC4-AEA09ECA1533}" srcId="{64F3B54C-90A3-F74A-9E86-06DE22265AB7}" destId="{091F7FC9-AFCD-524A-90FB-DD4A6A6043B4}" srcOrd="0" destOrd="0" parTransId="{35C2EB17-2D63-D245-8E0D-44122B68D3DC}" sibTransId="{965587BE-9D2C-2F46-A128-47503EB23784}"/>
    <dgm:cxn modelId="{E04D4D59-9980-7843-8C1D-3CCB3F8DA750}" srcId="{091F7FC9-AFCD-524A-90FB-DD4A6A6043B4}" destId="{7A28C5BA-90B8-F543-A58B-7F9A31D4988C}" srcOrd="0" destOrd="0" parTransId="{B2747796-24FC-7142-A339-F32D1DF70C0F}" sibTransId="{353A437B-F502-A046-90C3-8B35363ED656}"/>
    <dgm:cxn modelId="{A308AE5C-53DD-1C48-AE81-48CF21E40626}" srcId="{091F7FC9-AFCD-524A-90FB-DD4A6A6043B4}" destId="{5DCC51E0-C358-E840-944A-895317E529F0}" srcOrd="2" destOrd="0" parTransId="{0DD5DB0E-6258-C449-A15B-5820E151BDD1}" sibTransId="{374B8AB6-9595-C04D-8236-3B3929BE5B1D}"/>
    <dgm:cxn modelId="{40E77461-9B59-BC45-81C6-5988CADBE1B5}" type="presOf" srcId="{4AB24392-1C23-724B-86A6-41FD8B18CA85}" destId="{8591B530-8443-5142-B4EA-E88E0DEF96E5}" srcOrd="0" destOrd="0" presId="urn:microsoft.com/office/officeart/2008/layout/HorizontalMultiLevelHierarchy"/>
    <dgm:cxn modelId="{7A30B5AD-E424-FD44-8B8F-0FBDEFED4A25}" type="presOf" srcId="{0DD5DB0E-6258-C449-A15B-5820E151BDD1}" destId="{76BCB927-7F36-C94A-A3D3-D6FD6C6D7089}" srcOrd="1" destOrd="0" presId="urn:microsoft.com/office/officeart/2008/layout/HorizontalMultiLevelHierarchy"/>
    <dgm:cxn modelId="{E36069B9-AE4B-6141-8BAF-CE743D0DFC6F}" type="presOf" srcId="{AB0F5C54-CFFC-004B-B246-7A714FC3A5DC}" destId="{851F4339-257E-F841-AA7B-6051D86FE4F5}" srcOrd="0" destOrd="0" presId="urn:microsoft.com/office/officeart/2008/layout/HorizontalMultiLevelHierarchy"/>
    <dgm:cxn modelId="{32DFE9C9-1CD9-C946-9AAE-1702324A2284}" type="presOf" srcId="{B2747796-24FC-7142-A339-F32D1DF70C0F}" destId="{93EEB1F5-FECA-C045-8E8D-5F51D68D1DE7}" srcOrd="0" destOrd="0" presId="urn:microsoft.com/office/officeart/2008/layout/HorizontalMultiLevelHierarchy"/>
    <dgm:cxn modelId="{7C96F9D8-BB61-F742-9A0A-5C380DD82A70}" type="presOf" srcId="{AB0F5C54-CFFC-004B-B246-7A714FC3A5DC}" destId="{2142C4A7-7EC9-8D43-B876-FCBBCEC8CB7A}" srcOrd="1" destOrd="0" presId="urn:microsoft.com/office/officeart/2008/layout/HorizontalMultiLevelHierarchy"/>
    <dgm:cxn modelId="{7D5FDDE1-0E61-2F4D-906E-47F53136A960}" type="presOf" srcId="{7A28C5BA-90B8-F543-A58B-7F9A31D4988C}" destId="{ABA147B1-E645-C84D-96B1-1FADD1855307}" srcOrd="0" destOrd="0" presId="urn:microsoft.com/office/officeart/2008/layout/HorizontalMultiLevelHierarchy"/>
    <dgm:cxn modelId="{C19D01F3-163F-3240-B4DF-B6B58BA3F878}" type="presOf" srcId="{B2747796-24FC-7142-A339-F32D1DF70C0F}" destId="{12AAA0C9-3284-5F42-B9B3-0C2559677624}" srcOrd="1" destOrd="0" presId="urn:microsoft.com/office/officeart/2008/layout/HorizontalMultiLevelHierarchy"/>
    <dgm:cxn modelId="{994FAA17-9849-154C-8EF9-597E1DECA796}" type="presParOf" srcId="{2CC9FD07-0B3D-3C45-BA19-EFFD25A167DD}" destId="{DE1F5732-C1C5-794E-A3B8-DB17A35580F9}" srcOrd="0" destOrd="0" presId="urn:microsoft.com/office/officeart/2008/layout/HorizontalMultiLevelHierarchy"/>
    <dgm:cxn modelId="{30983DEE-88CE-9E4B-9742-EA6FDA616222}" type="presParOf" srcId="{DE1F5732-C1C5-794E-A3B8-DB17A35580F9}" destId="{92873E57-6010-8E4B-8D68-D169808DAFA3}" srcOrd="0" destOrd="0" presId="urn:microsoft.com/office/officeart/2008/layout/HorizontalMultiLevelHierarchy"/>
    <dgm:cxn modelId="{819E1C08-7A5E-6B47-A922-AF9F38A2AF9C}" type="presParOf" srcId="{DE1F5732-C1C5-794E-A3B8-DB17A35580F9}" destId="{F5A8CEAD-46EB-0840-A1DA-AF89DD1BD704}" srcOrd="1" destOrd="0" presId="urn:microsoft.com/office/officeart/2008/layout/HorizontalMultiLevelHierarchy"/>
    <dgm:cxn modelId="{95910471-8CCF-D24A-A58A-E132AD4A9C77}" type="presParOf" srcId="{F5A8CEAD-46EB-0840-A1DA-AF89DD1BD704}" destId="{93EEB1F5-FECA-C045-8E8D-5F51D68D1DE7}" srcOrd="0" destOrd="0" presId="urn:microsoft.com/office/officeart/2008/layout/HorizontalMultiLevelHierarchy"/>
    <dgm:cxn modelId="{85FFDF36-45E7-A448-A73F-3038D420B4F1}" type="presParOf" srcId="{93EEB1F5-FECA-C045-8E8D-5F51D68D1DE7}" destId="{12AAA0C9-3284-5F42-B9B3-0C2559677624}" srcOrd="0" destOrd="0" presId="urn:microsoft.com/office/officeart/2008/layout/HorizontalMultiLevelHierarchy"/>
    <dgm:cxn modelId="{CC017754-5F7C-014B-8B6C-73EC603FC686}" type="presParOf" srcId="{F5A8CEAD-46EB-0840-A1DA-AF89DD1BD704}" destId="{FB7E881F-56FF-BF48-8454-139352BB35E8}" srcOrd="1" destOrd="0" presId="urn:microsoft.com/office/officeart/2008/layout/HorizontalMultiLevelHierarchy"/>
    <dgm:cxn modelId="{C67A301D-F7C1-A840-AD39-6EC6E0B03A4B}" type="presParOf" srcId="{FB7E881F-56FF-BF48-8454-139352BB35E8}" destId="{ABA147B1-E645-C84D-96B1-1FADD1855307}" srcOrd="0" destOrd="0" presId="urn:microsoft.com/office/officeart/2008/layout/HorizontalMultiLevelHierarchy"/>
    <dgm:cxn modelId="{900D9445-50A3-F54C-B0A3-6C5701BD9F8C}" type="presParOf" srcId="{FB7E881F-56FF-BF48-8454-139352BB35E8}" destId="{3C3E3D9F-00D5-CD4F-B499-B244BBAAFF89}" srcOrd="1" destOrd="0" presId="urn:microsoft.com/office/officeart/2008/layout/HorizontalMultiLevelHierarchy"/>
    <dgm:cxn modelId="{3170485F-8F7E-0A49-A9E4-84A21DEB3D3A}" type="presParOf" srcId="{F5A8CEAD-46EB-0840-A1DA-AF89DD1BD704}" destId="{851F4339-257E-F841-AA7B-6051D86FE4F5}" srcOrd="2" destOrd="0" presId="urn:microsoft.com/office/officeart/2008/layout/HorizontalMultiLevelHierarchy"/>
    <dgm:cxn modelId="{706E6E5E-9A3F-3B4C-9D54-62B0A511C93A}" type="presParOf" srcId="{851F4339-257E-F841-AA7B-6051D86FE4F5}" destId="{2142C4A7-7EC9-8D43-B876-FCBBCEC8CB7A}" srcOrd="0" destOrd="0" presId="urn:microsoft.com/office/officeart/2008/layout/HorizontalMultiLevelHierarchy"/>
    <dgm:cxn modelId="{C9B0791A-894D-A248-8E4A-AE670F51BCC3}" type="presParOf" srcId="{F5A8CEAD-46EB-0840-A1DA-AF89DD1BD704}" destId="{651A64EF-7B7B-194C-9649-A339F3D6B456}" srcOrd="3" destOrd="0" presId="urn:microsoft.com/office/officeart/2008/layout/HorizontalMultiLevelHierarchy"/>
    <dgm:cxn modelId="{D3311262-4F35-4F4A-837B-658B279DCB1E}" type="presParOf" srcId="{651A64EF-7B7B-194C-9649-A339F3D6B456}" destId="{8591B530-8443-5142-B4EA-E88E0DEF96E5}" srcOrd="0" destOrd="0" presId="urn:microsoft.com/office/officeart/2008/layout/HorizontalMultiLevelHierarchy"/>
    <dgm:cxn modelId="{E72180ED-527F-C14A-990B-74965F891F16}" type="presParOf" srcId="{651A64EF-7B7B-194C-9649-A339F3D6B456}" destId="{2B9D75F5-6D9C-434E-8149-856D759078F9}" srcOrd="1" destOrd="0" presId="urn:microsoft.com/office/officeart/2008/layout/HorizontalMultiLevelHierarchy"/>
    <dgm:cxn modelId="{FBE47BFF-B674-D147-990D-3A84F5FDB4DD}" type="presParOf" srcId="{F5A8CEAD-46EB-0840-A1DA-AF89DD1BD704}" destId="{67C3575A-A7B4-B244-AC1B-A51354CBD79A}" srcOrd="4" destOrd="0" presId="urn:microsoft.com/office/officeart/2008/layout/HorizontalMultiLevelHierarchy"/>
    <dgm:cxn modelId="{D5B47ABC-B227-8741-A951-86423800D55E}" type="presParOf" srcId="{67C3575A-A7B4-B244-AC1B-A51354CBD79A}" destId="{76BCB927-7F36-C94A-A3D3-D6FD6C6D7089}" srcOrd="0" destOrd="0" presId="urn:microsoft.com/office/officeart/2008/layout/HorizontalMultiLevelHierarchy"/>
    <dgm:cxn modelId="{567893BF-6ED7-1E4D-8B31-F7719A17F970}" type="presParOf" srcId="{F5A8CEAD-46EB-0840-A1DA-AF89DD1BD704}" destId="{BE64CFAA-11CC-1745-9DF4-004D422E3D2F}" srcOrd="5" destOrd="0" presId="urn:microsoft.com/office/officeart/2008/layout/HorizontalMultiLevelHierarchy"/>
    <dgm:cxn modelId="{201E55D2-82E1-3046-90C7-799A0311DD6A}" type="presParOf" srcId="{BE64CFAA-11CC-1745-9DF4-004D422E3D2F}" destId="{50ABF459-A204-5B4E-A102-A8F9649298AE}" srcOrd="0" destOrd="0" presId="urn:microsoft.com/office/officeart/2008/layout/HorizontalMultiLevelHierarchy"/>
    <dgm:cxn modelId="{3735B3F6-BF6D-A445-8E43-AF18912A24D0}" type="presParOf" srcId="{BE64CFAA-11CC-1745-9DF4-004D422E3D2F}" destId="{F7577BB3-7CF8-4543-9CE4-57D041B35BCB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631E6C-0796-934A-88B1-5DE417BBEA8C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FF4E8056-AD27-1548-82A0-FA406FCFD847}">
      <dgm:prSet phldrT="[Text]"/>
      <dgm:spPr/>
      <dgm:t>
        <a:bodyPr/>
        <a:lstStyle/>
        <a:p>
          <a:r>
            <a:rPr lang="en-US" dirty="0"/>
            <a:t>Controller Method</a:t>
          </a:r>
        </a:p>
      </dgm:t>
    </dgm:pt>
    <dgm:pt modelId="{967261F4-1FAF-6A4D-BE78-E32C25F040B9}" type="parTrans" cxnId="{0E3C6115-B872-1642-9B6F-32EF4D3B6B39}">
      <dgm:prSet/>
      <dgm:spPr/>
      <dgm:t>
        <a:bodyPr/>
        <a:lstStyle/>
        <a:p>
          <a:endParaRPr lang="en-US"/>
        </a:p>
      </dgm:t>
    </dgm:pt>
    <dgm:pt modelId="{5C777801-20E3-F84B-A281-364684EA20A8}" type="sibTrans" cxnId="{0E3C6115-B872-1642-9B6F-32EF4D3B6B39}">
      <dgm:prSet/>
      <dgm:spPr/>
      <dgm:t>
        <a:bodyPr/>
        <a:lstStyle/>
        <a:p>
          <a:endParaRPr lang="en-US"/>
        </a:p>
      </dgm:t>
    </dgm:pt>
    <dgm:pt modelId="{499E73A3-0E11-0244-8AFF-1512C05FAC2D}">
      <dgm:prSet phldrT="[Text]"/>
      <dgm:spPr/>
      <dgm:t>
        <a:bodyPr/>
        <a:lstStyle/>
        <a:p>
          <a:r>
            <a:rPr lang="en-US" dirty="0"/>
            <a:t>Swagger Annotations</a:t>
          </a:r>
        </a:p>
      </dgm:t>
    </dgm:pt>
    <dgm:pt modelId="{767EF8EE-3553-C64C-9FC1-1C687DB9D9ED}" type="parTrans" cxnId="{3D2FE477-B944-0049-887F-2648022D778E}">
      <dgm:prSet/>
      <dgm:spPr/>
      <dgm:t>
        <a:bodyPr/>
        <a:lstStyle/>
        <a:p>
          <a:endParaRPr lang="en-US"/>
        </a:p>
      </dgm:t>
    </dgm:pt>
    <dgm:pt modelId="{72FD4174-5D7C-5049-911E-3308F7AEC226}" type="sibTrans" cxnId="{3D2FE477-B944-0049-887F-2648022D778E}">
      <dgm:prSet/>
      <dgm:spPr/>
      <dgm:t>
        <a:bodyPr/>
        <a:lstStyle/>
        <a:p>
          <a:endParaRPr lang="en-US"/>
        </a:p>
      </dgm:t>
    </dgm:pt>
    <dgm:pt modelId="{241DD051-8621-8146-AE50-49F5F91AC259}">
      <dgm:prSet phldrT="[Text]"/>
      <dgm:spPr/>
      <dgm:t>
        <a:bodyPr/>
        <a:lstStyle/>
        <a:p>
          <a:r>
            <a:rPr lang="en-US" dirty="0"/>
            <a:t>Generated </a:t>
          </a:r>
          <a:r>
            <a:rPr lang="en-US" dirty="0" err="1"/>
            <a:t>OpenAPI</a:t>
          </a:r>
          <a:r>
            <a:rPr lang="en-US" dirty="0"/>
            <a:t> JSON</a:t>
          </a:r>
        </a:p>
      </dgm:t>
    </dgm:pt>
    <dgm:pt modelId="{7CBB3E3B-4094-5F4E-9450-10B38A88897E}" type="parTrans" cxnId="{75D8DE0F-DE50-A242-8971-D026B684227C}">
      <dgm:prSet/>
      <dgm:spPr/>
      <dgm:t>
        <a:bodyPr/>
        <a:lstStyle/>
        <a:p>
          <a:endParaRPr lang="en-US"/>
        </a:p>
      </dgm:t>
    </dgm:pt>
    <dgm:pt modelId="{99CBFCCC-9506-E145-AC82-EA2C6B20FD9B}" type="sibTrans" cxnId="{75D8DE0F-DE50-A242-8971-D026B684227C}">
      <dgm:prSet/>
      <dgm:spPr/>
      <dgm:t>
        <a:bodyPr/>
        <a:lstStyle/>
        <a:p>
          <a:endParaRPr lang="en-US"/>
        </a:p>
      </dgm:t>
    </dgm:pt>
    <dgm:pt modelId="{D477EC84-F616-1744-96C3-F2ED80440725}" type="pres">
      <dgm:prSet presAssocID="{7F631E6C-0796-934A-88B1-5DE417BBEA8C}" presName="Name0" presStyleCnt="0">
        <dgm:presLayoutVars>
          <dgm:dir/>
          <dgm:resizeHandles val="exact"/>
        </dgm:presLayoutVars>
      </dgm:prSet>
      <dgm:spPr/>
    </dgm:pt>
    <dgm:pt modelId="{F053ED05-E907-514F-BB87-C791ED6F379B}" type="pres">
      <dgm:prSet presAssocID="{FF4E8056-AD27-1548-82A0-FA406FCFD847}" presName="parTxOnly" presStyleLbl="node1" presStyleIdx="0" presStyleCnt="3">
        <dgm:presLayoutVars>
          <dgm:bulletEnabled val="1"/>
        </dgm:presLayoutVars>
      </dgm:prSet>
      <dgm:spPr/>
    </dgm:pt>
    <dgm:pt modelId="{1A5C12B1-AE49-414B-8A79-204D0BA2DFF8}" type="pres">
      <dgm:prSet presAssocID="{5C777801-20E3-F84B-A281-364684EA20A8}" presName="parSpace" presStyleCnt="0"/>
      <dgm:spPr/>
    </dgm:pt>
    <dgm:pt modelId="{FBAE8EE4-988C-3B46-BF56-71F669676783}" type="pres">
      <dgm:prSet presAssocID="{499E73A3-0E11-0244-8AFF-1512C05FAC2D}" presName="parTxOnly" presStyleLbl="node1" presStyleIdx="1" presStyleCnt="3">
        <dgm:presLayoutVars>
          <dgm:bulletEnabled val="1"/>
        </dgm:presLayoutVars>
      </dgm:prSet>
      <dgm:spPr/>
    </dgm:pt>
    <dgm:pt modelId="{1847007D-3301-3A41-87D0-6681F05F84A7}" type="pres">
      <dgm:prSet presAssocID="{72FD4174-5D7C-5049-911E-3308F7AEC226}" presName="parSpace" presStyleCnt="0"/>
      <dgm:spPr/>
    </dgm:pt>
    <dgm:pt modelId="{0CD3B2A4-467E-704C-B5A1-E4609BEA32D1}" type="pres">
      <dgm:prSet presAssocID="{241DD051-8621-8146-AE50-49F5F91AC259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76CA2B0F-955E-C24E-A2AD-A497CF2909A3}" type="presOf" srcId="{499E73A3-0E11-0244-8AFF-1512C05FAC2D}" destId="{FBAE8EE4-988C-3B46-BF56-71F669676783}" srcOrd="0" destOrd="0" presId="urn:microsoft.com/office/officeart/2005/8/layout/hChevron3"/>
    <dgm:cxn modelId="{75D8DE0F-DE50-A242-8971-D026B684227C}" srcId="{7F631E6C-0796-934A-88B1-5DE417BBEA8C}" destId="{241DD051-8621-8146-AE50-49F5F91AC259}" srcOrd="2" destOrd="0" parTransId="{7CBB3E3B-4094-5F4E-9450-10B38A88897E}" sibTransId="{99CBFCCC-9506-E145-AC82-EA2C6B20FD9B}"/>
    <dgm:cxn modelId="{0E3C6115-B872-1642-9B6F-32EF4D3B6B39}" srcId="{7F631E6C-0796-934A-88B1-5DE417BBEA8C}" destId="{FF4E8056-AD27-1548-82A0-FA406FCFD847}" srcOrd="0" destOrd="0" parTransId="{967261F4-1FAF-6A4D-BE78-E32C25F040B9}" sibTransId="{5C777801-20E3-F84B-A281-364684EA20A8}"/>
    <dgm:cxn modelId="{AB844425-A5F8-7C45-8C6A-A4C669C50A5D}" type="presOf" srcId="{7F631E6C-0796-934A-88B1-5DE417BBEA8C}" destId="{D477EC84-F616-1744-96C3-F2ED80440725}" srcOrd="0" destOrd="0" presId="urn:microsoft.com/office/officeart/2005/8/layout/hChevron3"/>
    <dgm:cxn modelId="{3D2FE477-B944-0049-887F-2648022D778E}" srcId="{7F631E6C-0796-934A-88B1-5DE417BBEA8C}" destId="{499E73A3-0E11-0244-8AFF-1512C05FAC2D}" srcOrd="1" destOrd="0" parTransId="{767EF8EE-3553-C64C-9FC1-1C687DB9D9ED}" sibTransId="{72FD4174-5D7C-5049-911E-3308F7AEC226}"/>
    <dgm:cxn modelId="{074A79CB-3A6F-9A46-BD6B-83E6A0B5F864}" type="presOf" srcId="{241DD051-8621-8146-AE50-49F5F91AC259}" destId="{0CD3B2A4-467E-704C-B5A1-E4609BEA32D1}" srcOrd="0" destOrd="0" presId="urn:microsoft.com/office/officeart/2005/8/layout/hChevron3"/>
    <dgm:cxn modelId="{92B1E2CB-EB9C-4347-9997-E288E73BA17C}" type="presOf" srcId="{FF4E8056-AD27-1548-82A0-FA406FCFD847}" destId="{F053ED05-E907-514F-BB87-C791ED6F379B}" srcOrd="0" destOrd="0" presId="urn:microsoft.com/office/officeart/2005/8/layout/hChevron3"/>
    <dgm:cxn modelId="{FD528D17-6215-DC49-B653-9202DB63CAD3}" type="presParOf" srcId="{D477EC84-F616-1744-96C3-F2ED80440725}" destId="{F053ED05-E907-514F-BB87-C791ED6F379B}" srcOrd="0" destOrd="0" presId="urn:microsoft.com/office/officeart/2005/8/layout/hChevron3"/>
    <dgm:cxn modelId="{3F67394B-C869-1B4E-8DD4-84EE2347688A}" type="presParOf" srcId="{D477EC84-F616-1744-96C3-F2ED80440725}" destId="{1A5C12B1-AE49-414B-8A79-204D0BA2DFF8}" srcOrd="1" destOrd="0" presId="urn:microsoft.com/office/officeart/2005/8/layout/hChevron3"/>
    <dgm:cxn modelId="{DA0F8B55-6F3A-2145-863C-E2D41B9D271B}" type="presParOf" srcId="{D477EC84-F616-1744-96C3-F2ED80440725}" destId="{FBAE8EE4-988C-3B46-BF56-71F669676783}" srcOrd="2" destOrd="0" presId="urn:microsoft.com/office/officeart/2005/8/layout/hChevron3"/>
    <dgm:cxn modelId="{F4293298-B9CA-104D-A1BE-A1EE24100728}" type="presParOf" srcId="{D477EC84-F616-1744-96C3-F2ED80440725}" destId="{1847007D-3301-3A41-87D0-6681F05F84A7}" srcOrd="3" destOrd="0" presId="urn:microsoft.com/office/officeart/2005/8/layout/hChevron3"/>
    <dgm:cxn modelId="{A01EF491-8B5C-4347-926A-7F5D1CE6145C}" type="presParOf" srcId="{D477EC84-F616-1744-96C3-F2ED80440725}" destId="{0CD3B2A4-467E-704C-B5A1-E4609BEA32D1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C71A376-B687-9743-9427-AB7877394DA7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BEA569C3-8C68-1746-B5CD-34A857AB73CB}">
      <dgm:prSet phldrT="[Text]"/>
      <dgm:spPr/>
      <dgm:t>
        <a:bodyPr/>
        <a:lstStyle/>
        <a:p>
          <a:r>
            <a:rPr lang="en-US" dirty="0"/>
            <a:t>Annotations</a:t>
          </a:r>
        </a:p>
      </dgm:t>
    </dgm:pt>
    <dgm:pt modelId="{15FD158C-7DBF-AD44-AE49-534C61887DDC}" type="parTrans" cxnId="{0C10EE4F-649F-1446-A1C6-8E77F8846224}">
      <dgm:prSet/>
      <dgm:spPr/>
      <dgm:t>
        <a:bodyPr/>
        <a:lstStyle/>
        <a:p>
          <a:endParaRPr lang="en-US"/>
        </a:p>
      </dgm:t>
    </dgm:pt>
    <dgm:pt modelId="{437B870F-08AB-214A-A0DC-1FB2290684A4}" type="sibTrans" cxnId="{0C10EE4F-649F-1446-A1C6-8E77F8846224}">
      <dgm:prSet/>
      <dgm:spPr/>
      <dgm:t>
        <a:bodyPr/>
        <a:lstStyle/>
        <a:p>
          <a:endParaRPr lang="en-US"/>
        </a:p>
      </dgm:t>
    </dgm:pt>
    <dgm:pt modelId="{25580CFF-CD7A-524A-96C0-5D280DF762F6}">
      <dgm:prSet phldrT="[Text]"/>
      <dgm:spPr/>
      <dgm:t>
        <a:bodyPr/>
        <a:lstStyle/>
        <a:p>
          <a:r>
            <a:rPr lang="en-US" dirty="0" err="1"/>
            <a:t>openapi.json</a:t>
          </a:r>
          <a:endParaRPr lang="en-US" dirty="0"/>
        </a:p>
      </dgm:t>
    </dgm:pt>
    <dgm:pt modelId="{5ED99F73-6EE6-6D43-BD72-77ED5B789B3F}" type="parTrans" cxnId="{DB4C7C15-7B0A-2C40-9616-3338FC7FB075}">
      <dgm:prSet/>
      <dgm:spPr/>
      <dgm:t>
        <a:bodyPr/>
        <a:lstStyle/>
        <a:p>
          <a:endParaRPr lang="en-US"/>
        </a:p>
      </dgm:t>
    </dgm:pt>
    <dgm:pt modelId="{219FAC27-EEF6-684B-AFFD-4F7394F6F05D}" type="sibTrans" cxnId="{DB4C7C15-7B0A-2C40-9616-3338FC7FB075}">
      <dgm:prSet/>
      <dgm:spPr/>
      <dgm:t>
        <a:bodyPr/>
        <a:lstStyle/>
        <a:p>
          <a:endParaRPr lang="en-US"/>
        </a:p>
      </dgm:t>
    </dgm:pt>
    <dgm:pt modelId="{BD897DF7-183F-D64B-B842-8487A5E4F26C}">
      <dgm:prSet phldrT="[Text]"/>
      <dgm:spPr/>
      <dgm:t>
        <a:bodyPr/>
        <a:lstStyle/>
        <a:p>
          <a:r>
            <a:rPr lang="en-US" dirty="0"/>
            <a:t>Swagger UI</a:t>
          </a:r>
        </a:p>
      </dgm:t>
    </dgm:pt>
    <dgm:pt modelId="{7776B2B1-4A70-3F4A-AB26-C68D3B4D08C1}" type="parTrans" cxnId="{A4232D0B-A5C9-0E4D-A236-6EFF6E32AE9C}">
      <dgm:prSet/>
      <dgm:spPr/>
      <dgm:t>
        <a:bodyPr/>
        <a:lstStyle/>
        <a:p>
          <a:endParaRPr lang="en-US"/>
        </a:p>
      </dgm:t>
    </dgm:pt>
    <dgm:pt modelId="{C2BA2F25-F92A-F545-86D2-F3D9FCFA1A20}" type="sibTrans" cxnId="{A4232D0B-A5C9-0E4D-A236-6EFF6E32AE9C}">
      <dgm:prSet/>
      <dgm:spPr/>
      <dgm:t>
        <a:bodyPr/>
        <a:lstStyle/>
        <a:p>
          <a:endParaRPr lang="en-US"/>
        </a:p>
      </dgm:t>
    </dgm:pt>
    <dgm:pt modelId="{F412ABDA-A4E9-114E-AE52-87FC651E5911}" type="pres">
      <dgm:prSet presAssocID="{9C71A376-B687-9743-9427-AB7877394DA7}" presName="Name0" presStyleCnt="0">
        <dgm:presLayoutVars>
          <dgm:dir/>
          <dgm:resizeHandles val="exact"/>
        </dgm:presLayoutVars>
      </dgm:prSet>
      <dgm:spPr/>
    </dgm:pt>
    <dgm:pt modelId="{ADB3FEBB-526E-074A-98C6-D9F9913FEE47}" type="pres">
      <dgm:prSet presAssocID="{BEA569C3-8C68-1746-B5CD-34A857AB73CB}" presName="node" presStyleLbl="node1" presStyleIdx="0" presStyleCnt="3">
        <dgm:presLayoutVars>
          <dgm:bulletEnabled val="1"/>
        </dgm:presLayoutVars>
      </dgm:prSet>
      <dgm:spPr/>
    </dgm:pt>
    <dgm:pt modelId="{8501CAB8-45F8-9C4B-9195-3B2A0C2B5B9D}" type="pres">
      <dgm:prSet presAssocID="{437B870F-08AB-214A-A0DC-1FB2290684A4}" presName="sibTrans" presStyleLbl="sibTrans2D1" presStyleIdx="0" presStyleCnt="2"/>
      <dgm:spPr/>
    </dgm:pt>
    <dgm:pt modelId="{112F8E45-433D-BC42-8C7F-7EABEAD562C0}" type="pres">
      <dgm:prSet presAssocID="{437B870F-08AB-214A-A0DC-1FB2290684A4}" presName="connectorText" presStyleLbl="sibTrans2D1" presStyleIdx="0" presStyleCnt="2"/>
      <dgm:spPr/>
    </dgm:pt>
    <dgm:pt modelId="{C397D779-A35E-9B48-8619-4893A4163F54}" type="pres">
      <dgm:prSet presAssocID="{25580CFF-CD7A-524A-96C0-5D280DF762F6}" presName="node" presStyleLbl="node1" presStyleIdx="1" presStyleCnt="3">
        <dgm:presLayoutVars>
          <dgm:bulletEnabled val="1"/>
        </dgm:presLayoutVars>
      </dgm:prSet>
      <dgm:spPr/>
    </dgm:pt>
    <dgm:pt modelId="{AA95C174-AFB9-6147-8252-F7502DEC26DE}" type="pres">
      <dgm:prSet presAssocID="{219FAC27-EEF6-684B-AFFD-4F7394F6F05D}" presName="sibTrans" presStyleLbl="sibTrans2D1" presStyleIdx="1" presStyleCnt="2"/>
      <dgm:spPr/>
    </dgm:pt>
    <dgm:pt modelId="{4857F338-ED8B-CB45-B4C4-FE2A91C2FE6F}" type="pres">
      <dgm:prSet presAssocID="{219FAC27-EEF6-684B-AFFD-4F7394F6F05D}" presName="connectorText" presStyleLbl="sibTrans2D1" presStyleIdx="1" presStyleCnt="2"/>
      <dgm:spPr/>
    </dgm:pt>
    <dgm:pt modelId="{F781D38D-F0B6-6646-8635-B5CD2AC85665}" type="pres">
      <dgm:prSet presAssocID="{BD897DF7-183F-D64B-B842-8487A5E4F26C}" presName="node" presStyleLbl="node1" presStyleIdx="2" presStyleCnt="3">
        <dgm:presLayoutVars>
          <dgm:bulletEnabled val="1"/>
        </dgm:presLayoutVars>
      </dgm:prSet>
      <dgm:spPr/>
    </dgm:pt>
  </dgm:ptLst>
  <dgm:cxnLst>
    <dgm:cxn modelId="{A4232D0B-A5C9-0E4D-A236-6EFF6E32AE9C}" srcId="{9C71A376-B687-9743-9427-AB7877394DA7}" destId="{BD897DF7-183F-D64B-B842-8487A5E4F26C}" srcOrd="2" destOrd="0" parTransId="{7776B2B1-4A70-3F4A-AB26-C68D3B4D08C1}" sibTransId="{C2BA2F25-F92A-F545-86D2-F3D9FCFA1A20}"/>
    <dgm:cxn modelId="{D6E8F20D-7E11-6F49-B12A-0ED27B4B1D07}" type="presOf" srcId="{437B870F-08AB-214A-A0DC-1FB2290684A4}" destId="{8501CAB8-45F8-9C4B-9195-3B2A0C2B5B9D}" srcOrd="0" destOrd="0" presId="urn:microsoft.com/office/officeart/2005/8/layout/process1"/>
    <dgm:cxn modelId="{DB4C7C15-7B0A-2C40-9616-3338FC7FB075}" srcId="{9C71A376-B687-9743-9427-AB7877394DA7}" destId="{25580CFF-CD7A-524A-96C0-5D280DF762F6}" srcOrd="1" destOrd="0" parTransId="{5ED99F73-6EE6-6D43-BD72-77ED5B789B3F}" sibTransId="{219FAC27-EEF6-684B-AFFD-4F7394F6F05D}"/>
    <dgm:cxn modelId="{0C10EE4F-649F-1446-A1C6-8E77F8846224}" srcId="{9C71A376-B687-9743-9427-AB7877394DA7}" destId="{BEA569C3-8C68-1746-B5CD-34A857AB73CB}" srcOrd="0" destOrd="0" parTransId="{15FD158C-7DBF-AD44-AE49-534C61887DDC}" sibTransId="{437B870F-08AB-214A-A0DC-1FB2290684A4}"/>
    <dgm:cxn modelId="{692ED75B-0FB6-F747-85D6-0CAEA9710775}" type="presOf" srcId="{219FAC27-EEF6-684B-AFFD-4F7394F6F05D}" destId="{AA95C174-AFB9-6147-8252-F7502DEC26DE}" srcOrd="0" destOrd="0" presId="urn:microsoft.com/office/officeart/2005/8/layout/process1"/>
    <dgm:cxn modelId="{D87B708F-E275-C340-A6A7-E26EB2B5BEAA}" type="presOf" srcId="{219FAC27-EEF6-684B-AFFD-4F7394F6F05D}" destId="{4857F338-ED8B-CB45-B4C4-FE2A91C2FE6F}" srcOrd="1" destOrd="0" presId="urn:microsoft.com/office/officeart/2005/8/layout/process1"/>
    <dgm:cxn modelId="{8C9C2D9C-AC80-6C43-9C6C-2FAD37F40C64}" type="presOf" srcId="{9C71A376-B687-9743-9427-AB7877394DA7}" destId="{F412ABDA-A4E9-114E-AE52-87FC651E5911}" srcOrd="0" destOrd="0" presId="urn:microsoft.com/office/officeart/2005/8/layout/process1"/>
    <dgm:cxn modelId="{096260A8-B782-9A47-B8FB-29D87A910D96}" type="presOf" srcId="{437B870F-08AB-214A-A0DC-1FB2290684A4}" destId="{112F8E45-433D-BC42-8C7F-7EABEAD562C0}" srcOrd="1" destOrd="0" presId="urn:microsoft.com/office/officeart/2005/8/layout/process1"/>
    <dgm:cxn modelId="{EFC866BD-B3B5-5948-BFDC-AF11E2BBB638}" type="presOf" srcId="{BD897DF7-183F-D64B-B842-8487A5E4F26C}" destId="{F781D38D-F0B6-6646-8635-B5CD2AC85665}" srcOrd="0" destOrd="0" presId="urn:microsoft.com/office/officeart/2005/8/layout/process1"/>
    <dgm:cxn modelId="{C6AE11F7-2FF9-274E-AF4D-768EA247434D}" type="presOf" srcId="{BEA569C3-8C68-1746-B5CD-34A857AB73CB}" destId="{ADB3FEBB-526E-074A-98C6-D9F9913FEE47}" srcOrd="0" destOrd="0" presId="urn:microsoft.com/office/officeart/2005/8/layout/process1"/>
    <dgm:cxn modelId="{A06035F9-299E-894A-B5C8-5D4F41F40BAE}" type="presOf" srcId="{25580CFF-CD7A-524A-96C0-5D280DF762F6}" destId="{C397D779-A35E-9B48-8619-4893A4163F54}" srcOrd="0" destOrd="0" presId="urn:microsoft.com/office/officeart/2005/8/layout/process1"/>
    <dgm:cxn modelId="{F2929B0B-DB87-FF4A-BF49-0884594A6558}" type="presParOf" srcId="{F412ABDA-A4E9-114E-AE52-87FC651E5911}" destId="{ADB3FEBB-526E-074A-98C6-D9F9913FEE47}" srcOrd="0" destOrd="0" presId="urn:microsoft.com/office/officeart/2005/8/layout/process1"/>
    <dgm:cxn modelId="{F3F5242E-1206-8A45-A4DD-DFA569EA6973}" type="presParOf" srcId="{F412ABDA-A4E9-114E-AE52-87FC651E5911}" destId="{8501CAB8-45F8-9C4B-9195-3B2A0C2B5B9D}" srcOrd="1" destOrd="0" presId="urn:microsoft.com/office/officeart/2005/8/layout/process1"/>
    <dgm:cxn modelId="{6A10DF34-1806-8742-BB23-A6D579B97865}" type="presParOf" srcId="{8501CAB8-45F8-9C4B-9195-3B2A0C2B5B9D}" destId="{112F8E45-433D-BC42-8C7F-7EABEAD562C0}" srcOrd="0" destOrd="0" presId="urn:microsoft.com/office/officeart/2005/8/layout/process1"/>
    <dgm:cxn modelId="{C82BA7B3-D332-F548-B5A2-0DE0B910F2D6}" type="presParOf" srcId="{F412ABDA-A4E9-114E-AE52-87FC651E5911}" destId="{C397D779-A35E-9B48-8619-4893A4163F54}" srcOrd="2" destOrd="0" presId="urn:microsoft.com/office/officeart/2005/8/layout/process1"/>
    <dgm:cxn modelId="{6F31AC46-57DB-7845-AEAB-80F15368D576}" type="presParOf" srcId="{F412ABDA-A4E9-114E-AE52-87FC651E5911}" destId="{AA95C174-AFB9-6147-8252-F7502DEC26DE}" srcOrd="3" destOrd="0" presId="urn:microsoft.com/office/officeart/2005/8/layout/process1"/>
    <dgm:cxn modelId="{10D54168-AFD1-6946-9DD6-5A8711EBDF6D}" type="presParOf" srcId="{AA95C174-AFB9-6147-8252-F7502DEC26DE}" destId="{4857F338-ED8B-CB45-B4C4-FE2A91C2FE6F}" srcOrd="0" destOrd="0" presId="urn:microsoft.com/office/officeart/2005/8/layout/process1"/>
    <dgm:cxn modelId="{BB486884-6930-3642-AACB-EE07E14BA111}" type="presParOf" srcId="{F412ABDA-A4E9-114E-AE52-87FC651E5911}" destId="{F781D38D-F0B6-6646-8635-B5CD2AC85665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3EFFC22-0FAE-6341-86E8-4DA210CD28AC}" type="doc">
      <dgm:prSet loTypeId="urn:microsoft.com/office/officeart/2005/8/layout/process2" loCatId="" qsTypeId="urn:microsoft.com/office/officeart/2005/8/quickstyle/simple1" qsCatId="simple" csTypeId="urn:microsoft.com/office/officeart/2005/8/colors/accent1_2" csCatId="accent1" phldr="1"/>
      <dgm:spPr/>
    </dgm:pt>
    <dgm:pt modelId="{2934C00D-CAAC-5548-92E5-96B546750ACA}">
      <dgm:prSet phldrT="[Text]"/>
      <dgm:spPr/>
      <dgm:t>
        <a:bodyPr/>
        <a:lstStyle/>
        <a:p>
          <a:r>
            <a:rPr lang="en-US" dirty="0"/>
            <a:t>Browser</a:t>
          </a:r>
        </a:p>
      </dgm:t>
    </dgm:pt>
    <dgm:pt modelId="{E28D677C-FF62-C249-A625-53B394F0C156}" type="parTrans" cxnId="{F4917A46-3F34-694E-B45E-1C2F7E2099A4}">
      <dgm:prSet/>
      <dgm:spPr/>
      <dgm:t>
        <a:bodyPr/>
        <a:lstStyle/>
        <a:p>
          <a:endParaRPr lang="en-US"/>
        </a:p>
      </dgm:t>
    </dgm:pt>
    <dgm:pt modelId="{DFBD436C-5A2B-B140-93E6-CE38DD2FBF2E}" type="sibTrans" cxnId="{F4917A46-3F34-694E-B45E-1C2F7E2099A4}">
      <dgm:prSet/>
      <dgm:spPr/>
      <dgm:t>
        <a:bodyPr/>
        <a:lstStyle/>
        <a:p>
          <a:endParaRPr lang="en-US"/>
        </a:p>
      </dgm:t>
    </dgm:pt>
    <dgm:pt modelId="{FB331C43-3AC6-A248-9ED0-25A07CCAA15B}">
      <dgm:prSet phldrT="[Text]"/>
      <dgm:spPr/>
      <dgm:t>
        <a:bodyPr/>
        <a:lstStyle/>
        <a:p>
          <a:r>
            <a:rPr lang="en-US" dirty="0"/>
            <a:t>http://localhost:8000/</a:t>
          </a:r>
          <a:r>
            <a:rPr lang="en-US" dirty="0" err="1"/>
            <a:t>api</a:t>
          </a:r>
          <a:r>
            <a:rPr lang="en-US" dirty="0"/>
            <a:t>/documentation</a:t>
          </a:r>
        </a:p>
      </dgm:t>
    </dgm:pt>
    <dgm:pt modelId="{D27D2A43-1B9E-934A-A96B-AC538A8D341F}" type="parTrans" cxnId="{40FEC6BE-0A1D-1F40-B0AA-F7DFF5DA974E}">
      <dgm:prSet/>
      <dgm:spPr/>
      <dgm:t>
        <a:bodyPr/>
        <a:lstStyle/>
        <a:p>
          <a:endParaRPr lang="en-US"/>
        </a:p>
      </dgm:t>
    </dgm:pt>
    <dgm:pt modelId="{C668B377-90C3-9743-812E-7FCC6F9BB1CA}" type="sibTrans" cxnId="{40FEC6BE-0A1D-1F40-B0AA-F7DFF5DA974E}">
      <dgm:prSet/>
      <dgm:spPr/>
      <dgm:t>
        <a:bodyPr/>
        <a:lstStyle/>
        <a:p>
          <a:endParaRPr lang="en-US"/>
        </a:p>
      </dgm:t>
    </dgm:pt>
    <dgm:pt modelId="{783CC307-1DE3-304C-A45D-3F9097A0BC20}">
      <dgm:prSet phldrT="[Text]"/>
      <dgm:spPr/>
      <dgm:t>
        <a:bodyPr/>
        <a:lstStyle/>
        <a:p>
          <a:r>
            <a:rPr lang="en-US" dirty="0"/>
            <a:t>Interactive API tester</a:t>
          </a:r>
        </a:p>
      </dgm:t>
    </dgm:pt>
    <dgm:pt modelId="{E6A3EBC8-C8D9-AE49-BC06-9EF7E2D37477}" type="parTrans" cxnId="{E379C894-5A4A-6045-B2EF-B46448F58E76}">
      <dgm:prSet/>
      <dgm:spPr/>
      <dgm:t>
        <a:bodyPr/>
        <a:lstStyle/>
        <a:p>
          <a:endParaRPr lang="en-US"/>
        </a:p>
      </dgm:t>
    </dgm:pt>
    <dgm:pt modelId="{B2B537C6-0575-3A49-BD8F-6D0E1AF1E5C9}" type="sibTrans" cxnId="{E379C894-5A4A-6045-B2EF-B46448F58E76}">
      <dgm:prSet/>
      <dgm:spPr/>
      <dgm:t>
        <a:bodyPr/>
        <a:lstStyle/>
        <a:p>
          <a:endParaRPr lang="en-US"/>
        </a:p>
      </dgm:t>
    </dgm:pt>
    <dgm:pt modelId="{1740AF79-C572-5849-A62B-51E7FA6DFB69}" type="pres">
      <dgm:prSet presAssocID="{33EFFC22-0FAE-6341-86E8-4DA210CD28AC}" presName="linearFlow" presStyleCnt="0">
        <dgm:presLayoutVars>
          <dgm:resizeHandles val="exact"/>
        </dgm:presLayoutVars>
      </dgm:prSet>
      <dgm:spPr/>
    </dgm:pt>
    <dgm:pt modelId="{67AA9752-CFBB-274C-A1F9-09C3C73A5908}" type="pres">
      <dgm:prSet presAssocID="{2934C00D-CAAC-5548-92E5-96B546750ACA}" presName="node" presStyleLbl="node1" presStyleIdx="0" presStyleCnt="3">
        <dgm:presLayoutVars>
          <dgm:bulletEnabled val="1"/>
        </dgm:presLayoutVars>
      </dgm:prSet>
      <dgm:spPr/>
    </dgm:pt>
    <dgm:pt modelId="{5AD96A3D-034D-584D-BB88-6D2E8D7387E1}" type="pres">
      <dgm:prSet presAssocID="{DFBD436C-5A2B-B140-93E6-CE38DD2FBF2E}" presName="sibTrans" presStyleLbl="sibTrans2D1" presStyleIdx="0" presStyleCnt="2"/>
      <dgm:spPr/>
    </dgm:pt>
    <dgm:pt modelId="{576D2D88-92B8-B340-9C59-4F8A2B1DB892}" type="pres">
      <dgm:prSet presAssocID="{DFBD436C-5A2B-B140-93E6-CE38DD2FBF2E}" presName="connectorText" presStyleLbl="sibTrans2D1" presStyleIdx="0" presStyleCnt="2"/>
      <dgm:spPr/>
    </dgm:pt>
    <dgm:pt modelId="{D3023228-F34B-8241-A9A5-E1C5C777C3FB}" type="pres">
      <dgm:prSet presAssocID="{FB331C43-3AC6-A248-9ED0-25A07CCAA15B}" presName="node" presStyleLbl="node1" presStyleIdx="1" presStyleCnt="3">
        <dgm:presLayoutVars>
          <dgm:bulletEnabled val="1"/>
        </dgm:presLayoutVars>
      </dgm:prSet>
      <dgm:spPr/>
    </dgm:pt>
    <dgm:pt modelId="{6F2F4A8A-0FE3-DD46-8371-47311695FC0B}" type="pres">
      <dgm:prSet presAssocID="{C668B377-90C3-9743-812E-7FCC6F9BB1CA}" presName="sibTrans" presStyleLbl="sibTrans2D1" presStyleIdx="1" presStyleCnt="2"/>
      <dgm:spPr/>
    </dgm:pt>
    <dgm:pt modelId="{6B575A61-1416-8B4A-A0BC-D0004CBABDBE}" type="pres">
      <dgm:prSet presAssocID="{C668B377-90C3-9743-812E-7FCC6F9BB1CA}" presName="connectorText" presStyleLbl="sibTrans2D1" presStyleIdx="1" presStyleCnt="2"/>
      <dgm:spPr/>
    </dgm:pt>
    <dgm:pt modelId="{E489C38E-A19B-9B49-8B61-041133EBD472}" type="pres">
      <dgm:prSet presAssocID="{783CC307-1DE3-304C-A45D-3F9097A0BC20}" presName="node" presStyleLbl="node1" presStyleIdx="2" presStyleCnt="3">
        <dgm:presLayoutVars>
          <dgm:bulletEnabled val="1"/>
        </dgm:presLayoutVars>
      </dgm:prSet>
      <dgm:spPr/>
    </dgm:pt>
  </dgm:ptLst>
  <dgm:cxnLst>
    <dgm:cxn modelId="{F4917A46-3F34-694E-B45E-1C2F7E2099A4}" srcId="{33EFFC22-0FAE-6341-86E8-4DA210CD28AC}" destId="{2934C00D-CAAC-5548-92E5-96B546750ACA}" srcOrd="0" destOrd="0" parTransId="{E28D677C-FF62-C249-A625-53B394F0C156}" sibTransId="{DFBD436C-5A2B-B140-93E6-CE38DD2FBF2E}"/>
    <dgm:cxn modelId="{E34CA258-9E10-A24C-B5A6-D5A36FF4FA0E}" type="presOf" srcId="{DFBD436C-5A2B-B140-93E6-CE38DD2FBF2E}" destId="{576D2D88-92B8-B340-9C59-4F8A2B1DB892}" srcOrd="1" destOrd="0" presId="urn:microsoft.com/office/officeart/2005/8/layout/process2"/>
    <dgm:cxn modelId="{95FEDA5B-1017-AC4C-B10D-577037D6EF81}" type="presOf" srcId="{33EFFC22-0FAE-6341-86E8-4DA210CD28AC}" destId="{1740AF79-C572-5849-A62B-51E7FA6DFB69}" srcOrd="0" destOrd="0" presId="urn:microsoft.com/office/officeart/2005/8/layout/process2"/>
    <dgm:cxn modelId="{26FF196D-3239-EC48-8B79-6CA95CF8849B}" type="presOf" srcId="{FB331C43-3AC6-A248-9ED0-25A07CCAA15B}" destId="{D3023228-F34B-8241-A9A5-E1C5C777C3FB}" srcOrd="0" destOrd="0" presId="urn:microsoft.com/office/officeart/2005/8/layout/process2"/>
    <dgm:cxn modelId="{8F304C89-5D88-A840-B1BA-2F7BBE1212F3}" type="presOf" srcId="{DFBD436C-5A2B-B140-93E6-CE38DD2FBF2E}" destId="{5AD96A3D-034D-584D-BB88-6D2E8D7387E1}" srcOrd="0" destOrd="0" presId="urn:microsoft.com/office/officeart/2005/8/layout/process2"/>
    <dgm:cxn modelId="{E379C894-5A4A-6045-B2EF-B46448F58E76}" srcId="{33EFFC22-0FAE-6341-86E8-4DA210CD28AC}" destId="{783CC307-1DE3-304C-A45D-3F9097A0BC20}" srcOrd="2" destOrd="0" parTransId="{E6A3EBC8-C8D9-AE49-BC06-9EF7E2D37477}" sibTransId="{B2B537C6-0575-3A49-BD8F-6D0E1AF1E5C9}"/>
    <dgm:cxn modelId="{D4080F97-DDB7-EE4E-B106-230972905166}" type="presOf" srcId="{783CC307-1DE3-304C-A45D-3F9097A0BC20}" destId="{E489C38E-A19B-9B49-8B61-041133EBD472}" srcOrd="0" destOrd="0" presId="urn:microsoft.com/office/officeart/2005/8/layout/process2"/>
    <dgm:cxn modelId="{4E390E9C-588E-844D-9B8B-2F7EAE9B4044}" type="presOf" srcId="{C668B377-90C3-9743-812E-7FCC6F9BB1CA}" destId="{6F2F4A8A-0FE3-DD46-8371-47311695FC0B}" srcOrd="0" destOrd="0" presId="urn:microsoft.com/office/officeart/2005/8/layout/process2"/>
    <dgm:cxn modelId="{246431BC-2304-1343-8CEF-E50B097CCCC7}" type="presOf" srcId="{2934C00D-CAAC-5548-92E5-96B546750ACA}" destId="{67AA9752-CFBB-274C-A1F9-09C3C73A5908}" srcOrd="0" destOrd="0" presId="urn:microsoft.com/office/officeart/2005/8/layout/process2"/>
    <dgm:cxn modelId="{40FEC6BE-0A1D-1F40-B0AA-F7DFF5DA974E}" srcId="{33EFFC22-0FAE-6341-86E8-4DA210CD28AC}" destId="{FB331C43-3AC6-A248-9ED0-25A07CCAA15B}" srcOrd="1" destOrd="0" parTransId="{D27D2A43-1B9E-934A-A96B-AC538A8D341F}" sibTransId="{C668B377-90C3-9743-812E-7FCC6F9BB1CA}"/>
    <dgm:cxn modelId="{B34B88E7-9D08-3A4F-BC7B-B971455F530D}" type="presOf" srcId="{C668B377-90C3-9743-812E-7FCC6F9BB1CA}" destId="{6B575A61-1416-8B4A-A0BC-D0004CBABDBE}" srcOrd="1" destOrd="0" presId="urn:microsoft.com/office/officeart/2005/8/layout/process2"/>
    <dgm:cxn modelId="{D8A47ECA-535D-A84F-B93A-4877B484440C}" type="presParOf" srcId="{1740AF79-C572-5849-A62B-51E7FA6DFB69}" destId="{67AA9752-CFBB-274C-A1F9-09C3C73A5908}" srcOrd="0" destOrd="0" presId="urn:microsoft.com/office/officeart/2005/8/layout/process2"/>
    <dgm:cxn modelId="{265B69CF-E7C8-3C4B-A483-D78CA647F544}" type="presParOf" srcId="{1740AF79-C572-5849-A62B-51E7FA6DFB69}" destId="{5AD96A3D-034D-584D-BB88-6D2E8D7387E1}" srcOrd="1" destOrd="0" presId="urn:microsoft.com/office/officeart/2005/8/layout/process2"/>
    <dgm:cxn modelId="{808F2A16-C6BF-5E4B-95FD-649CE01A2FC0}" type="presParOf" srcId="{5AD96A3D-034D-584D-BB88-6D2E8D7387E1}" destId="{576D2D88-92B8-B340-9C59-4F8A2B1DB892}" srcOrd="0" destOrd="0" presId="urn:microsoft.com/office/officeart/2005/8/layout/process2"/>
    <dgm:cxn modelId="{5B331B9E-A542-7E44-9DDB-62B1EADC87A1}" type="presParOf" srcId="{1740AF79-C572-5849-A62B-51E7FA6DFB69}" destId="{D3023228-F34B-8241-A9A5-E1C5C777C3FB}" srcOrd="2" destOrd="0" presId="urn:microsoft.com/office/officeart/2005/8/layout/process2"/>
    <dgm:cxn modelId="{55FF3390-9833-6444-B762-0E25EBAAC29C}" type="presParOf" srcId="{1740AF79-C572-5849-A62B-51E7FA6DFB69}" destId="{6F2F4A8A-0FE3-DD46-8371-47311695FC0B}" srcOrd="3" destOrd="0" presId="urn:microsoft.com/office/officeart/2005/8/layout/process2"/>
    <dgm:cxn modelId="{0A135A35-2151-C440-998A-3F20EA92F93A}" type="presParOf" srcId="{6F2F4A8A-0FE3-DD46-8371-47311695FC0B}" destId="{6B575A61-1416-8B4A-A0BC-D0004CBABDBE}" srcOrd="0" destOrd="0" presId="urn:microsoft.com/office/officeart/2005/8/layout/process2"/>
    <dgm:cxn modelId="{780153BD-FE17-3C45-8E3F-310E801F27AD}" type="presParOf" srcId="{1740AF79-C572-5849-A62B-51E7FA6DFB69}" destId="{E489C38E-A19B-9B49-8B61-041133EBD472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E8889AB-F3F9-D04D-9978-B2993033803B}" type="doc">
      <dgm:prSet loTypeId="urn:microsoft.com/office/officeart/2005/8/layout/vProcess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D5FC054-B0D4-B546-8189-5B0779C63CBD}">
      <dgm:prSet phldrT="[Text]"/>
      <dgm:spPr/>
      <dgm:t>
        <a:bodyPr/>
        <a:lstStyle/>
        <a:p>
          <a:r>
            <a:rPr lang="en-US" dirty="0"/>
            <a:t>Model</a:t>
          </a:r>
        </a:p>
      </dgm:t>
    </dgm:pt>
    <dgm:pt modelId="{1A76349E-3ADB-5744-A4C7-8153548D7A63}" type="parTrans" cxnId="{44DA1310-9D5F-9944-A077-0CA4B1AC53C2}">
      <dgm:prSet/>
      <dgm:spPr/>
      <dgm:t>
        <a:bodyPr/>
        <a:lstStyle/>
        <a:p>
          <a:endParaRPr lang="en-US"/>
        </a:p>
      </dgm:t>
    </dgm:pt>
    <dgm:pt modelId="{A5AF89FE-171B-AD4B-B425-3119B11E7107}" type="sibTrans" cxnId="{44DA1310-9D5F-9944-A077-0CA4B1AC53C2}">
      <dgm:prSet/>
      <dgm:spPr/>
      <dgm:t>
        <a:bodyPr/>
        <a:lstStyle/>
        <a:p>
          <a:endParaRPr lang="en-US"/>
        </a:p>
      </dgm:t>
    </dgm:pt>
    <dgm:pt modelId="{A82CAF2B-E2B7-D247-8013-4EACA06863D2}">
      <dgm:prSet phldrT="[Text]"/>
      <dgm:spPr/>
      <dgm:t>
        <a:bodyPr/>
        <a:lstStyle/>
        <a:p>
          <a:r>
            <a:rPr lang="en-US" dirty="0"/>
            <a:t>Schema Definition</a:t>
          </a:r>
        </a:p>
      </dgm:t>
    </dgm:pt>
    <dgm:pt modelId="{EFDA5576-95D1-C54A-A22C-0654234DAAF2}" type="parTrans" cxnId="{8BD97001-817E-A142-90DD-16EA66B9E055}">
      <dgm:prSet/>
      <dgm:spPr/>
      <dgm:t>
        <a:bodyPr/>
        <a:lstStyle/>
        <a:p>
          <a:endParaRPr lang="en-US"/>
        </a:p>
      </dgm:t>
    </dgm:pt>
    <dgm:pt modelId="{37417AE7-9222-8743-B246-311104D7550C}" type="sibTrans" cxnId="{8BD97001-817E-A142-90DD-16EA66B9E055}">
      <dgm:prSet/>
      <dgm:spPr/>
      <dgm:t>
        <a:bodyPr/>
        <a:lstStyle/>
        <a:p>
          <a:endParaRPr lang="en-US"/>
        </a:p>
      </dgm:t>
    </dgm:pt>
    <dgm:pt modelId="{4823654A-61C7-6A49-823F-6A91806DEBD6}">
      <dgm:prSet phldrT="[Text]"/>
      <dgm:spPr/>
      <dgm:t>
        <a:bodyPr/>
        <a:lstStyle/>
        <a:p>
          <a:r>
            <a:rPr lang="en-US" dirty="0"/>
            <a:t>Used in multiple endpoints</a:t>
          </a:r>
        </a:p>
      </dgm:t>
    </dgm:pt>
    <dgm:pt modelId="{0488C7CB-6814-854C-A495-569E462D44EA}" type="parTrans" cxnId="{2A15F4AD-DAEE-D243-8DB3-78FF2E440FC5}">
      <dgm:prSet/>
      <dgm:spPr/>
      <dgm:t>
        <a:bodyPr/>
        <a:lstStyle/>
        <a:p>
          <a:endParaRPr lang="en-US"/>
        </a:p>
      </dgm:t>
    </dgm:pt>
    <dgm:pt modelId="{46765AD9-0055-854D-A815-0FC8EDE5FA89}" type="sibTrans" cxnId="{2A15F4AD-DAEE-D243-8DB3-78FF2E440FC5}">
      <dgm:prSet/>
      <dgm:spPr/>
      <dgm:t>
        <a:bodyPr/>
        <a:lstStyle/>
        <a:p>
          <a:endParaRPr lang="en-US"/>
        </a:p>
      </dgm:t>
    </dgm:pt>
    <dgm:pt modelId="{38BDFB04-585B-7447-9D93-1B565C517EA6}" type="pres">
      <dgm:prSet presAssocID="{EE8889AB-F3F9-D04D-9978-B2993033803B}" presName="outerComposite" presStyleCnt="0">
        <dgm:presLayoutVars>
          <dgm:chMax val="5"/>
          <dgm:dir/>
          <dgm:resizeHandles val="exact"/>
        </dgm:presLayoutVars>
      </dgm:prSet>
      <dgm:spPr/>
    </dgm:pt>
    <dgm:pt modelId="{CDD2093B-DF73-6B4A-80D7-F8B0D9AB43F3}" type="pres">
      <dgm:prSet presAssocID="{EE8889AB-F3F9-D04D-9978-B2993033803B}" presName="dummyMaxCanvas" presStyleCnt="0">
        <dgm:presLayoutVars/>
      </dgm:prSet>
      <dgm:spPr/>
    </dgm:pt>
    <dgm:pt modelId="{D1EF34E1-92C2-244C-96D3-76404C16F9F5}" type="pres">
      <dgm:prSet presAssocID="{EE8889AB-F3F9-D04D-9978-B2993033803B}" presName="ThreeNodes_1" presStyleLbl="node1" presStyleIdx="0" presStyleCnt="3">
        <dgm:presLayoutVars>
          <dgm:bulletEnabled val="1"/>
        </dgm:presLayoutVars>
      </dgm:prSet>
      <dgm:spPr/>
    </dgm:pt>
    <dgm:pt modelId="{66E4F8CC-FE82-464E-8FFA-60CDA82A26F3}" type="pres">
      <dgm:prSet presAssocID="{EE8889AB-F3F9-D04D-9978-B2993033803B}" presName="ThreeNodes_2" presStyleLbl="node1" presStyleIdx="1" presStyleCnt="3">
        <dgm:presLayoutVars>
          <dgm:bulletEnabled val="1"/>
        </dgm:presLayoutVars>
      </dgm:prSet>
      <dgm:spPr/>
    </dgm:pt>
    <dgm:pt modelId="{56F7EEA9-B6FB-4244-9270-4AF04B1F4422}" type="pres">
      <dgm:prSet presAssocID="{EE8889AB-F3F9-D04D-9978-B2993033803B}" presName="ThreeNodes_3" presStyleLbl="node1" presStyleIdx="2" presStyleCnt="3">
        <dgm:presLayoutVars>
          <dgm:bulletEnabled val="1"/>
        </dgm:presLayoutVars>
      </dgm:prSet>
      <dgm:spPr/>
    </dgm:pt>
    <dgm:pt modelId="{818F3AFE-2CBA-2448-BC5A-2B2B33239F61}" type="pres">
      <dgm:prSet presAssocID="{EE8889AB-F3F9-D04D-9978-B2993033803B}" presName="ThreeConn_1-2" presStyleLbl="fgAccFollowNode1" presStyleIdx="0" presStyleCnt="2">
        <dgm:presLayoutVars>
          <dgm:bulletEnabled val="1"/>
        </dgm:presLayoutVars>
      </dgm:prSet>
      <dgm:spPr/>
    </dgm:pt>
    <dgm:pt modelId="{8ACCE489-9F6D-1647-9265-3336F380D5CD}" type="pres">
      <dgm:prSet presAssocID="{EE8889AB-F3F9-D04D-9978-B2993033803B}" presName="ThreeConn_2-3" presStyleLbl="fgAccFollowNode1" presStyleIdx="1" presStyleCnt="2">
        <dgm:presLayoutVars>
          <dgm:bulletEnabled val="1"/>
        </dgm:presLayoutVars>
      </dgm:prSet>
      <dgm:spPr/>
    </dgm:pt>
    <dgm:pt modelId="{455B884E-73D6-6F47-95E5-9F1B4A4F1883}" type="pres">
      <dgm:prSet presAssocID="{EE8889AB-F3F9-D04D-9978-B2993033803B}" presName="ThreeNodes_1_text" presStyleLbl="node1" presStyleIdx="2" presStyleCnt="3">
        <dgm:presLayoutVars>
          <dgm:bulletEnabled val="1"/>
        </dgm:presLayoutVars>
      </dgm:prSet>
      <dgm:spPr/>
    </dgm:pt>
    <dgm:pt modelId="{A4A31D26-D683-3147-B5B7-C5E949F572CD}" type="pres">
      <dgm:prSet presAssocID="{EE8889AB-F3F9-D04D-9978-B2993033803B}" presName="ThreeNodes_2_text" presStyleLbl="node1" presStyleIdx="2" presStyleCnt="3">
        <dgm:presLayoutVars>
          <dgm:bulletEnabled val="1"/>
        </dgm:presLayoutVars>
      </dgm:prSet>
      <dgm:spPr/>
    </dgm:pt>
    <dgm:pt modelId="{17E8D116-2F51-B240-912A-31BFBEDC412C}" type="pres">
      <dgm:prSet presAssocID="{EE8889AB-F3F9-D04D-9978-B2993033803B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8BD97001-817E-A142-90DD-16EA66B9E055}" srcId="{EE8889AB-F3F9-D04D-9978-B2993033803B}" destId="{A82CAF2B-E2B7-D247-8013-4EACA06863D2}" srcOrd="1" destOrd="0" parTransId="{EFDA5576-95D1-C54A-A22C-0654234DAAF2}" sibTransId="{37417AE7-9222-8743-B246-311104D7550C}"/>
    <dgm:cxn modelId="{44DA1310-9D5F-9944-A077-0CA4B1AC53C2}" srcId="{EE8889AB-F3F9-D04D-9978-B2993033803B}" destId="{1D5FC054-B0D4-B546-8189-5B0779C63CBD}" srcOrd="0" destOrd="0" parTransId="{1A76349E-3ADB-5744-A4C7-8153548D7A63}" sibTransId="{A5AF89FE-171B-AD4B-B425-3119B11E7107}"/>
    <dgm:cxn modelId="{A5999D54-C78B-394B-8291-F4A0C2B767CA}" type="presOf" srcId="{1D5FC054-B0D4-B546-8189-5B0779C63CBD}" destId="{D1EF34E1-92C2-244C-96D3-76404C16F9F5}" srcOrd="0" destOrd="0" presId="urn:microsoft.com/office/officeart/2005/8/layout/vProcess5"/>
    <dgm:cxn modelId="{56CDF15D-125C-1448-95F8-ED5E49E1AB3B}" type="presOf" srcId="{4823654A-61C7-6A49-823F-6A91806DEBD6}" destId="{17E8D116-2F51-B240-912A-31BFBEDC412C}" srcOrd="1" destOrd="0" presId="urn:microsoft.com/office/officeart/2005/8/layout/vProcess5"/>
    <dgm:cxn modelId="{2559116C-E786-DC47-BF6C-2BFC6B8ED2F4}" type="presOf" srcId="{37417AE7-9222-8743-B246-311104D7550C}" destId="{8ACCE489-9F6D-1647-9265-3336F380D5CD}" srcOrd="0" destOrd="0" presId="urn:microsoft.com/office/officeart/2005/8/layout/vProcess5"/>
    <dgm:cxn modelId="{76BE9E72-C077-154D-8A8F-98E854DFBEA6}" type="presOf" srcId="{4823654A-61C7-6A49-823F-6A91806DEBD6}" destId="{56F7EEA9-B6FB-4244-9270-4AF04B1F4422}" srcOrd="0" destOrd="0" presId="urn:microsoft.com/office/officeart/2005/8/layout/vProcess5"/>
    <dgm:cxn modelId="{6A0ABC75-188E-A543-AB6A-F501CC8B23BD}" type="presOf" srcId="{A82CAF2B-E2B7-D247-8013-4EACA06863D2}" destId="{66E4F8CC-FE82-464E-8FFA-60CDA82A26F3}" srcOrd="0" destOrd="0" presId="urn:microsoft.com/office/officeart/2005/8/layout/vProcess5"/>
    <dgm:cxn modelId="{53E50A77-6078-EA47-8A2E-AD6388B1AE44}" type="presOf" srcId="{EE8889AB-F3F9-D04D-9978-B2993033803B}" destId="{38BDFB04-585B-7447-9D93-1B565C517EA6}" srcOrd="0" destOrd="0" presId="urn:microsoft.com/office/officeart/2005/8/layout/vProcess5"/>
    <dgm:cxn modelId="{9FBA507D-2A36-3A43-99B3-6958B32438A5}" type="presOf" srcId="{A82CAF2B-E2B7-D247-8013-4EACA06863D2}" destId="{A4A31D26-D683-3147-B5B7-C5E949F572CD}" srcOrd="1" destOrd="0" presId="urn:microsoft.com/office/officeart/2005/8/layout/vProcess5"/>
    <dgm:cxn modelId="{32154585-68C3-0E4C-BBFA-E131B777CB39}" type="presOf" srcId="{A5AF89FE-171B-AD4B-B425-3119B11E7107}" destId="{818F3AFE-2CBA-2448-BC5A-2B2B33239F61}" srcOrd="0" destOrd="0" presId="urn:microsoft.com/office/officeart/2005/8/layout/vProcess5"/>
    <dgm:cxn modelId="{2A15F4AD-DAEE-D243-8DB3-78FF2E440FC5}" srcId="{EE8889AB-F3F9-D04D-9978-B2993033803B}" destId="{4823654A-61C7-6A49-823F-6A91806DEBD6}" srcOrd="2" destOrd="0" parTransId="{0488C7CB-6814-854C-A495-569E462D44EA}" sibTransId="{46765AD9-0055-854D-A815-0FC8EDE5FA89}"/>
    <dgm:cxn modelId="{08414CCC-99A1-2645-B98D-9348064FA68D}" type="presOf" srcId="{1D5FC054-B0D4-B546-8189-5B0779C63CBD}" destId="{455B884E-73D6-6F47-95E5-9F1B4A4F1883}" srcOrd="1" destOrd="0" presId="urn:microsoft.com/office/officeart/2005/8/layout/vProcess5"/>
    <dgm:cxn modelId="{91BE0DF4-1B51-2B47-BFF3-8234AD9291CE}" type="presParOf" srcId="{38BDFB04-585B-7447-9D93-1B565C517EA6}" destId="{CDD2093B-DF73-6B4A-80D7-F8B0D9AB43F3}" srcOrd="0" destOrd="0" presId="urn:microsoft.com/office/officeart/2005/8/layout/vProcess5"/>
    <dgm:cxn modelId="{922F1563-760E-5C4D-B051-403876F864B8}" type="presParOf" srcId="{38BDFB04-585B-7447-9D93-1B565C517EA6}" destId="{D1EF34E1-92C2-244C-96D3-76404C16F9F5}" srcOrd="1" destOrd="0" presId="urn:microsoft.com/office/officeart/2005/8/layout/vProcess5"/>
    <dgm:cxn modelId="{59403E4B-FF5F-1145-ABCC-FBC1FF6AFEFF}" type="presParOf" srcId="{38BDFB04-585B-7447-9D93-1B565C517EA6}" destId="{66E4F8CC-FE82-464E-8FFA-60CDA82A26F3}" srcOrd="2" destOrd="0" presId="urn:microsoft.com/office/officeart/2005/8/layout/vProcess5"/>
    <dgm:cxn modelId="{F6A3FC50-6909-A448-9854-A29D25F42370}" type="presParOf" srcId="{38BDFB04-585B-7447-9D93-1B565C517EA6}" destId="{56F7EEA9-B6FB-4244-9270-4AF04B1F4422}" srcOrd="3" destOrd="0" presId="urn:microsoft.com/office/officeart/2005/8/layout/vProcess5"/>
    <dgm:cxn modelId="{3CF1C28A-3DD0-BC46-80B3-0B3AC90A90B5}" type="presParOf" srcId="{38BDFB04-585B-7447-9D93-1B565C517EA6}" destId="{818F3AFE-2CBA-2448-BC5A-2B2B33239F61}" srcOrd="4" destOrd="0" presId="urn:microsoft.com/office/officeart/2005/8/layout/vProcess5"/>
    <dgm:cxn modelId="{F7C5BC8E-B053-5743-B297-29DBA58CD62B}" type="presParOf" srcId="{38BDFB04-585B-7447-9D93-1B565C517EA6}" destId="{8ACCE489-9F6D-1647-9265-3336F380D5CD}" srcOrd="5" destOrd="0" presId="urn:microsoft.com/office/officeart/2005/8/layout/vProcess5"/>
    <dgm:cxn modelId="{1A2DA31A-586E-BC45-805B-BC2D8E918184}" type="presParOf" srcId="{38BDFB04-585B-7447-9D93-1B565C517EA6}" destId="{455B884E-73D6-6F47-95E5-9F1B4A4F1883}" srcOrd="6" destOrd="0" presId="urn:microsoft.com/office/officeart/2005/8/layout/vProcess5"/>
    <dgm:cxn modelId="{CBA39329-2E33-F34E-B23C-103EC79DA1D1}" type="presParOf" srcId="{38BDFB04-585B-7447-9D93-1B565C517EA6}" destId="{A4A31D26-D683-3147-B5B7-C5E949F572CD}" srcOrd="7" destOrd="0" presId="urn:microsoft.com/office/officeart/2005/8/layout/vProcess5"/>
    <dgm:cxn modelId="{18042C83-2BFA-024C-A2B0-C8C20AA51D87}" type="presParOf" srcId="{38BDFB04-585B-7447-9D93-1B565C517EA6}" destId="{17E8D116-2F51-B240-912A-31BFBEDC412C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5995BA5-1DF4-AB44-82EC-F3C2EFAC3177}" type="doc">
      <dgm:prSet loTypeId="urn:microsoft.com/office/officeart/2005/8/layout/hProcess11" loCatId="" qsTypeId="urn:microsoft.com/office/officeart/2005/8/quickstyle/simple1" qsCatId="simple" csTypeId="urn:microsoft.com/office/officeart/2005/8/colors/accent1_2" csCatId="accent1" phldr="1"/>
      <dgm:spPr/>
    </dgm:pt>
    <dgm:pt modelId="{65DF3895-BE2C-7247-97AD-52DB66A96A47}">
      <dgm:prSet phldrT="[Text]"/>
      <dgm:spPr/>
      <dgm:t>
        <a:bodyPr/>
        <a:lstStyle/>
        <a:p>
          <a:r>
            <a:rPr lang="en-US" dirty="0"/>
            <a:t>Code Commit</a:t>
          </a:r>
        </a:p>
      </dgm:t>
    </dgm:pt>
    <dgm:pt modelId="{C74B04F0-7EB2-1846-A569-77D32AE54EBD}" type="parTrans" cxnId="{568CEFD0-8DAE-3F41-A7DC-34A4FFD244B0}">
      <dgm:prSet/>
      <dgm:spPr/>
      <dgm:t>
        <a:bodyPr/>
        <a:lstStyle/>
        <a:p>
          <a:endParaRPr lang="en-US"/>
        </a:p>
      </dgm:t>
    </dgm:pt>
    <dgm:pt modelId="{EF1295FF-295A-C344-BADD-44D019F337E3}" type="sibTrans" cxnId="{568CEFD0-8DAE-3F41-A7DC-34A4FFD244B0}">
      <dgm:prSet/>
      <dgm:spPr/>
      <dgm:t>
        <a:bodyPr/>
        <a:lstStyle/>
        <a:p>
          <a:endParaRPr lang="en-US"/>
        </a:p>
      </dgm:t>
    </dgm:pt>
    <dgm:pt modelId="{5BE53504-B5A1-E149-8B68-8F4194C8FBA3}">
      <dgm:prSet phldrT="[Text]"/>
      <dgm:spPr/>
      <dgm:t>
        <a:bodyPr/>
        <a:lstStyle/>
        <a:p>
          <a:r>
            <a:rPr lang="en-US" dirty="0"/>
            <a:t>CI: Generate Docs</a:t>
          </a:r>
        </a:p>
      </dgm:t>
    </dgm:pt>
    <dgm:pt modelId="{7755A229-AE35-6043-96C0-C6CF2823F1E0}" type="parTrans" cxnId="{A57B179D-4FAC-9A40-895F-10BF92030025}">
      <dgm:prSet/>
      <dgm:spPr/>
      <dgm:t>
        <a:bodyPr/>
        <a:lstStyle/>
        <a:p>
          <a:endParaRPr lang="en-US"/>
        </a:p>
      </dgm:t>
    </dgm:pt>
    <dgm:pt modelId="{BDFA9A39-D77A-8744-88D6-A98C52F72A06}" type="sibTrans" cxnId="{A57B179D-4FAC-9A40-895F-10BF92030025}">
      <dgm:prSet/>
      <dgm:spPr/>
      <dgm:t>
        <a:bodyPr/>
        <a:lstStyle/>
        <a:p>
          <a:endParaRPr lang="en-US"/>
        </a:p>
      </dgm:t>
    </dgm:pt>
    <dgm:pt modelId="{1F2F006F-5EEC-C54A-A8EC-70BEF6CF9DA7}">
      <dgm:prSet phldrT="[Text]"/>
      <dgm:spPr/>
      <dgm:t>
        <a:bodyPr/>
        <a:lstStyle/>
        <a:p>
          <a:r>
            <a:rPr lang="en-US" dirty="0"/>
            <a:t>Deploy</a:t>
          </a:r>
        </a:p>
      </dgm:t>
    </dgm:pt>
    <dgm:pt modelId="{6E98C74C-BF43-E74C-8240-0468D1E15424}" type="parTrans" cxnId="{E09642F7-C7EA-A84E-A32A-BCEAEAF6CFE6}">
      <dgm:prSet/>
      <dgm:spPr/>
      <dgm:t>
        <a:bodyPr/>
        <a:lstStyle/>
        <a:p>
          <a:endParaRPr lang="en-US"/>
        </a:p>
      </dgm:t>
    </dgm:pt>
    <dgm:pt modelId="{15ED4045-8F2C-F24B-B5A3-A318EA9DA2EE}" type="sibTrans" cxnId="{E09642F7-C7EA-A84E-A32A-BCEAEAF6CFE6}">
      <dgm:prSet/>
      <dgm:spPr/>
      <dgm:t>
        <a:bodyPr/>
        <a:lstStyle/>
        <a:p>
          <a:endParaRPr lang="en-US"/>
        </a:p>
      </dgm:t>
    </dgm:pt>
    <dgm:pt modelId="{B25B2F05-2F95-1F4E-AA98-B705E6AB8206}">
      <dgm:prSet phldrT="[Text]"/>
      <dgm:spPr/>
      <dgm:t>
        <a:bodyPr/>
        <a:lstStyle/>
        <a:p>
          <a:r>
            <a:rPr lang="en-US" dirty="0"/>
            <a:t>Updated Swagger UI</a:t>
          </a:r>
        </a:p>
      </dgm:t>
    </dgm:pt>
    <dgm:pt modelId="{CECC9203-E0AD-6B42-8FB5-6708882E67B0}" type="parTrans" cxnId="{5346384D-533A-6D40-8A6E-1E2655D64DAA}">
      <dgm:prSet/>
      <dgm:spPr/>
      <dgm:t>
        <a:bodyPr/>
        <a:lstStyle/>
        <a:p>
          <a:endParaRPr lang="en-US"/>
        </a:p>
      </dgm:t>
    </dgm:pt>
    <dgm:pt modelId="{27B583DA-CEAD-3C41-BB7D-C7730C3D6A04}" type="sibTrans" cxnId="{5346384D-533A-6D40-8A6E-1E2655D64DAA}">
      <dgm:prSet/>
      <dgm:spPr/>
      <dgm:t>
        <a:bodyPr/>
        <a:lstStyle/>
        <a:p>
          <a:endParaRPr lang="en-US"/>
        </a:p>
      </dgm:t>
    </dgm:pt>
    <dgm:pt modelId="{F01133BD-15D0-8E4C-8FFE-3711AC554EE3}" type="pres">
      <dgm:prSet presAssocID="{05995BA5-1DF4-AB44-82EC-F3C2EFAC3177}" presName="Name0" presStyleCnt="0">
        <dgm:presLayoutVars>
          <dgm:dir/>
          <dgm:resizeHandles val="exact"/>
        </dgm:presLayoutVars>
      </dgm:prSet>
      <dgm:spPr/>
    </dgm:pt>
    <dgm:pt modelId="{3F55AA5C-DBC5-7149-B895-721F8A066C05}" type="pres">
      <dgm:prSet presAssocID="{05995BA5-1DF4-AB44-82EC-F3C2EFAC3177}" presName="arrow" presStyleLbl="bgShp" presStyleIdx="0" presStyleCnt="1"/>
      <dgm:spPr/>
    </dgm:pt>
    <dgm:pt modelId="{CA039FD2-9E58-8842-AB05-D06D3C63E6F5}" type="pres">
      <dgm:prSet presAssocID="{05995BA5-1DF4-AB44-82EC-F3C2EFAC3177}" presName="points" presStyleCnt="0"/>
      <dgm:spPr/>
    </dgm:pt>
    <dgm:pt modelId="{7275FB93-E884-F345-B41A-42AFE4D11579}" type="pres">
      <dgm:prSet presAssocID="{65DF3895-BE2C-7247-97AD-52DB66A96A47}" presName="compositeA" presStyleCnt="0"/>
      <dgm:spPr/>
    </dgm:pt>
    <dgm:pt modelId="{56FEA689-4B6E-3C49-AF24-D67AE3F1A4B8}" type="pres">
      <dgm:prSet presAssocID="{65DF3895-BE2C-7247-97AD-52DB66A96A47}" presName="textA" presStyleLbl="revTx" presStyleIdx="0" presStyleCnt="4">
        <dgm:presLayoutVars>
          <dgm:bulletEnabled val="1"/>
        </dgm:presLayoutVars>
      </dgm:prSet>
      <dgm:spPr/>
    </dgm:pt>
    <dgm:pt modelId="{3182B27F-56D4-A14B-8F6D-4231DE7DCD1F}" type="pres">
      <dgm:prSet presAssocID="{65DF3895-BE2C-7247-97AD-52DB66A96A47}" presName="circleA" presStyleLbl="node1" presStyleIdx="0" presStyleCnt="4"/>
      <dgm:spPr/>
    </dgm:pt>
    <dgm:pt modelId="{A7D8867D-B7C9-9747-B98C-A8FE856A2D1C}" type="pres">
      <dgm:prSet presAssocID="{65DF3895-BE2C-7247-97AD-52DB66A96A47}" presName="spaceA" presStyleCnt="0"/>
      <dgm:spPr/>
    </dgm:pt>
    <dgm:pt modelId="{41593E83-8AF8-324D-AB9C-B82CA362E3F7}" type="pres">
      <dgm:prSet presAssocID="{EF1295FF-295A-C344-BADD-44D019F337E3}" presName="space" presStyleCnt="0"/>
      <dgm:spPr/>
    </dgm:pt>
    <dgm:pt modelId="{C30F779B-7AA1-0743-A983-1613700D51A6}" type="pres">
      <dgm:prSet presAssocID="{5BE53504-B5A1-E149-8B68-8F4194C8FBA3}" presName="compositeB" presStyleCnt="0"/>
      <dgm:spPr/>
    </dgm:pt>
    <dgm:pt modelId="{E60D0146-A94A-F048-84C3-F96FE21FFD40}" type="pres">
      <dgm:prSet presAssocID="{5BE53504-B5A1-E149-8B68-8F4194C8FBA3}" presName="textB" presStyleLbl="revTx" presStyleIdx="1" presStyleCnt="4">
        <dgm:presLayoutVars>
          <dgm:bulletEnabled val="1"/>
        </dgm:presLayoutVars>
      </dgm:prSet>
      <dgm:spPr/>
    </dgm:pt>
    <dgm:pt modelId="{2A810779-6AF3-2F41-B505-04771A129743}" type="pres">
      <dgm:prSet presAssocID="{5BE53504-B5A1-E149-8B68-8F4194C8FBA3}" presName="circleB" presStyleLbl="node1" presStyleIdx="1" presStyleCnt="4"/>
      <dgm:spPr/>
    </dgm:pt>
    <dgm:pt modelId="{46B38EEA-4187-DF47-9E95-72E4E4A1B35F}" type="pres">
      <dgm:prSet presAssocID="{5BE53504-B5A1-E149-8B68-8F4194C8FBA3}" presName="spaceB" presStyleCnt="0"/>
      <dgm:spPr/>
    </dgm:pt>
    <dgm:pt modelId="{01E90BD2-E8BE-8443-9BB6-14F30CD016DB}" type="pres">
      <dgm:prSet presAssocID="{BDFA9A39-D77A-8744-88D6-A98C52F72A06}" presName="space" presStyleCnt="0"/>
      <dgm:spPr/>
    </dgm:pt>
    <dgm:pt modelId="{AAD4AA17-A89B-2C4B-81FC-6A11B3867920}" type="pres">
      <dgm:prSet presAssocID="{1F2F006F-5EEC-C54A-A8EC-70BEF6CF9DA7}" presName="compositeA" presStyleCnt="0"/>
      <dgm:spPr/>
    </dgm:pt>
    <dgm:pt modelId="{D0393D45-C328-5147-947A-4754EA8FCB42}" type="pres">
      <dgm:prSet presAssocID="{1F2F006F-5EEC-C54A-A8EC-70BEF6CF9DA7}" presName="textA" presStyleLbl="revTx" presStyleIdx="2" presStyleCnt="4">
        <dgm:presLayoutVars>
          <dgm:bulletEnabled val="1"/>
        </dgm:presLayoutVars>
      </dgm:prSet>
      <dgm:spPr/>
    </dgm:pt>
    <dgm:pt modelId="{FF0A59ED-26B8-2248-BBA1-2CEB5A3F10DB}" type="pres">
      <dgm:prSet presAssocID="{1F2F006F-5EEC-C54A-A8EC-70BEF6CF9DA7}" presName="circleA" presStyleLbl="node1" presStyleIdx="2" presStyleCnt="4"/>
      <dgm:spPr/>
    </dgm:pt>
    <dgm:pt modelId="{6D2EC7DE-9F00-D74B-A3A0-E48F0B355BD2}" type="pres">
      <dgm:prSet presAssocID="{1F2F006F-5EEC-C54A-A8EC-70BEF6CF9DA7}" presName="spaceA" presStyleCnt="0"/>
      <dgm:spPr/>
    </dgm:pt>
    <dgm:pt modelId="{1BD5EB9B-B08C-274B-B7E1-4DE005AD4EDB}" type="pres">
      <dgm:prSet presAssocID="{15ED4045-8F2C-F24B-B5A3-A318EA9DA2EE}" presName="space" presStyleCnt="0"/>
      <dgm:spPr/>
    </dgm:pt>
    <dgm:pt modelId="{67FD9C8D-5663-3742-939E-4F95686FD96B}" type="pres">
      <dgm:prSet presAssocID="{B25B2F05-2F95-1F4E-AA98-B705E6AB8206}" presName="compositeB" presStyleCnt="0"/>
      <dgm:spPr/>
    </dgm:pt>
    <dgm:pt modelId="{2F11865D-9446-4A47-A9B3-CE4243CE42BC}" type="pres">
      <dgm:prSet presAssocID="{B25B2F05-2F95-1F4E-AA98-B705E6AB8206}" presName="textB" presStyleLbl="revTx" presStyleIdx="3" presStyleCnt="4">
        <dgm:presLayoutVars>
          <dgm:bulletEnabled val="1"/>
        </dgm:presLayoutVars>
      </dgm:prSet>
      <dgm:spPr/>
    </dgm:pt>
    <dgm:pt modelId="{CC07BA75-40B9-7246-AE59-B4C085606527}" type="pres">
      <dgm:prSet presAssocID="{B25B2F05-2F95-1F4E-AA98-B705E6AB8206}" presName="circleB" presStyleLbl="node1" presStyleIdx="3" presStyleCnt="4"/>
      <dgm:spPr/>
    </dgm:pt>
    <dgm:pt modelId="{FCBCFD06-4F01-CA45-8FEB-4CC0D9CFC03D}" type="pres">
      <dgm:prSet presAssocID="{B25B2F05-2F95-1F4E-AA98-B705E6AB8206}" presName="spaceB" presStyleCnt="0"/>
      <dgm:spPr/>
    </dgm:pt>
  </dgm:ptLst>
  <dgm:cxnLst>
    <dgm:cxn modelId="{5346384D-533A-6D40-8A6E-1E2655D64DAA}" srcId="{05995BA5-1DF4-AB44-82EC-F3C2EFAC3177}" destId="{B25B2F05-2F95-1F4E-AA98-B705E6AB8206}" srcOrd="3" destOrd="0" parTransId="{CECC9203-E0AD-6B42-8FB5-6708882E67B0}" sibTransId="{27B583DA-CEAD-3C41-BB7D-C7730C3D6A04}"/>
    <dgm:cxn modelId="{16CEFB86-91E1-CA45-AA0C-BE7B0E6283DA}" type="presOf" srcId="{65DF3895-BE2C-7247-97AD-52DB66A96A47}" destId="{56FEA689-4B6E-3C49-AF24-D67AE3F1A4B8}" srcOrd="0" destOrd="0" presId="urn:microsoft.com/office/officeart/2005/8/layout/hProcess11"/>
    <dgm:cxn modelId="{CB6BE28C-8752-9C42-A453-8C6650103C2C}" type="presOf" srcId="{05995BA5-1DF4-AB44-82EC-F3C2EFAC3177}" destId="{F01133BD-15D0-8E4C-8FFE-3711AC554EE3}" srcOrd="0" destOrd="0" presId="urn:microsoft.com/office/officeart/2005/8/layout/hProcess11"/>
    <dgm:cxn modelId="{59AFB98D-DCB3-E847-9414-58367EE4664C}" type="presOf" srcId="{B25B2F05-2F95-1F4E-AA98-B705E6AB8206}" destId="{2F11865D-9446-4A47-A9B3-CE4243CE42BC}" srcOrd="0" destOrd="0" presId="urn:microsoft.com/office/officeart/2005/8/layout/hProcess11"/>
    <dgm:cxn modelId="{A57B179D-4FAC-9A40-895F-10BF92030025}" srcId="{05995BA5-1DF4-AB44-82EC-F3C2EFAC3177}" destId="{5BE53504-B5A1-E149-8B68-8F4194C8FBA3}" srcOrd="1" destOrd="0" parTransId="{7755A229-AE35-6043-96C0-C6CF2823F1E0}" sibTransId="{BDFA9A39-D77A-8744-88D6-A98C52F72A06}"/>
    <dgm:cxn modelId="{DAF3FEA5-24BA-DE42-8AAA-E953D0DEB553}" type="presOf" srcId="{1F2F006F-5EEC-C54A-A8EC-70BEF6CF9DA7}" destId="{D0393D45-C328-5147-947A-4754EA8FCB42}" srcOrd="0" destOrd="0" presId="urn:microsoft.com/office/officeart/2005/8/layout/hProcess11"/>
    <dgm:cxn modelId="{568CEFD0-8DAE-3F41-A7DC-34A4FFD244B0}" srcId="{05995BA5-1DF4-AB44-82EC-F3C2EFAC3177}" destId="{65DF3895-BE2C-7247-97AD-52DB66A96A47}" srcOrd="0" destOrd="0" parTransId="{C74B04F0-7EB2-1846-A569-77D32AE54EBD}" sibTransId="{EF1295FF-295A-C344-BADD-44D019F337E3}"/>
    <dgm:cxn modelId="{616D90D7-5E29-4943-A77D-A5E9A22C4972}" type="presOf" srcId="{5BE53504-B5A1-E149-8B68-8F4194C8FBA3}" destId="{E60D0146-A94A-F048-84C3-F96FE21FFD40}" srcOrd="0" destOrd="0" presId="urn:microsoft.com/office/officeart/2005/8/layout/hProcess11"/>
    <dgm:cxn modelId="{E09642F7-C7EA-A84E-A32A-BCEAEAF6CFE6}" srcId="{05995BA5-1DF4-AB44-82EC-F3C2EFAC3177}" destId="{1F2F006F-5EEC-C54A-A8EC-70BEF6CF9DA7}" srcOrd="2" destOrd="0" parTransId="{6E98C74C-BF43-E74C-8240-0468D1E15424}" sibTransId="{15ED4045-8F2C-F24B-B5A3-A318EA9DA2EE}"/>
    <dgm:cxn modelId="{019F0A03-2172-B343-83BD-D9EBDE78A164}" type="presParOf" srcId="{F01133BD-15D0-8E4C-8FFE-3711AC554EE3}" destId="{3F55AA5C-DBC5-7149-B895-721F8A066C05}" srcOrd="0" destOrd="0" presId="urn:microsoft.com/office/officeart/2005/8/layout/hProcess11"/>
    <dgm:cxn modelId="{F7285F89-38B9-1744-BC83-6FD74660490F}" type="presParOf" srcId="{F01133BD-15D0-8E4C-8FFE-3711AC554EE3}" destId="{CA039FD2-9E58-8842-AB05-D06D3C63E6F5}" srcOrd="1" destOrd="0" presId="urn:microsoft.com/office/officeart/2005/8/layout/hProcess11"/>
    <dgm:cxn modelId="{788493F9-A365-8542-BF36-4CCC1F6DA5EF}" type="presParOf" srcId="{CA039FD2-9E58-8842-AB05-D06D3C63E6F5}" destId="{7275FB93-E884-F345-B41A-42AFE4D11579}" srcOrd="0" destOrd="0" presId="urn:microsoft.com/office/officeart/2005/8/layout/hProcess11"/>
    <dgm:cxn modelId="{449122D8-5568-2D4E-A274-8E2B134117ED}" type="presParOf" srcId="{7275FB93-E884-F345-B41A-42AFE4D11579}" destId="{56FEA689-4B6E-3C49-AF24-D67AE3F1A4B8}" srcOrd="0" destOrd="0" presId="urn:microsoft.com/office/officeart/2005/8/layout/hProcess11"/>
    <dgm:cxn modelId="{09BD1EC0-1239-0043-870F-D80B5C35151D}" type="presParOf" srcId="{7275FB93-E884-F345-B41A-42AFE4D11579}" destId="{3182B27F-56D4-A14B-8F6D-4231DE7DCD1F}" srcOrd="1" destOrd="0" presId="urn:microsoft.com/office/officeart/2005/8/layout/hProcess11"/>
    <dgm:cxn modelId="{6B83B745-918A-F440-913F-C001F7EC057A}" type="presParOf" srcId="{7275FB93-E884-F345-B41A-42AFE4D11579}" destId="{A7D8867D-B7C9-9747-B98C-A8FE856A2D1C}" srcOrd="2" destOrd="0" presId="urn:microsoft.com/office/officeart/2005/8/layout/hProcess11"/>
    <dgm:cxn modelId="{BB114699-D392-FD45-A4D4-A578CE5C0928}" type="presParOf" srcId="{CA039FD2-9E58-8842-AB05-D06D3C63E6F5}" destId="{41593E83-8AF8-324D-AB9C-B82CA362E3F7}" srcOrd="1" destOrd="0" presId="urn:microsoft.com/office/officeart/2005/8/layout/hProcess11"/>
    <dgm:cxn modelId="{10F40D55-1857-D545-8273-63791D3C0536}" type="presParOf" srcId="{CA039FD2-9E58-8842-AB05-D06D3C63E6F5}" destId="{C30F779B-7AA1-0743-A983-1613700D51A6}" srcOrd="2" destOrd="0" presId="urn:microsoft.com/office/officeart/2005/8/layout/hProcess11"/>
    <dgm:cxn modelId="{04C50D30-9DBC-B442-85AE-BBBF1F0D9C7F}" type="presParOf" srcId="{C30F779B-7AA1-0743-A983-1613700D51A6}" destId="{E60D0146-A94A-F048-84C3-F96FE21FFD40}" srcOrd="0" destOrd="0" presId="urn:microsoft.com/office/officeart/2005/8/layout/hProcess11"/>
    <dgm:cxn modelId="{C39CD145-8EBC-444B-8CAC-E5D90511B8E7}" type="presParOf" srcId="{C30F779B-7AA1-0743-A983-1613700D51A6}" destId="{2A810779-6AF3-2F41-B505-04771A129743}" srcOrd="1" destOrd="0" presId="urn:microsoft.com/office/officeart/2005/8/layout/hProcess11"/>
    <dgm:cxn modelId="{6FF50A89-4608-5F40-AFE5-D80427E5C85D}" type="presParOf" srcId="{C30F779B-7AA1-0743-A983-1613700D51A6}" destId="{46B38EEA-4187-DF47-9E95-72E4E4A1B35F}" srcOrd="2" destOrd="0" presId="urn:microsoft.com/office/officeart/2005/8/layout/hProcess11"/>
    <dgm:cxn modelId="{52473B4F-C091-5048-ACF4-A2A8FF3EB98F}" type="presParOf" srcId="{CA039FD2-9E58-8842-AB05-D06D3C63E6F5}" destId="{01E90BD2-E8BE-8443-9BB6-14F30CD016DB}" srcOrd="3" destOrd="0" presId="urn:microsoft.com/office/officeart/2005/8/layout/hProcess11"/>
    <dgm:cxn modelId="{959DC899-8986-5C47-93CC-10446CAF45E1}" type="presParOf" srcId="{CA039FD2-9E58-8842-AB05-D06D3C63E6F5}" destId="{AAD4AA17-A89B-2C4B-81FC-6A11B3867920}" srcOrd="4" destOrd="0" presId="urn:microsoft.com/office/officeart/2005/8/layout/hProcess11"/>
    <dgm:cxn modelId="{F2F2301C-BD28-CE4D-836A-458A8F22B0BA}" type="presParOf" srcId="{AAD4AA17-A89B-2C4B-81FC-6A11B3867920}" destId="{D0393D45-C328-5147-947A-4754EA8FCB42}" srcOrd="0" destOrd="0" presId="urn:microsoft.com/office/officeart/2005/8/layout/hProcess11"/>
    <dgm:cxn modelId="{21414D0C-DFA8-5144-B62C-EB23524732DB}" type="presParOf" srcId="{AAD4AA17-A89B-2C4B-81FC-6A11B3867920}" destId="{FF0A59ED-26B8-2248-BBA1-2CEB5A3F10DB}" srcOrd="1" destOrd="0" presId="urn:microsoft.com/office/officeart/2005/8/layout/hProcess11"/>
    <dgm:cxn modelId="{B6FF8BAF-D42B-CF41-A32E-E187B68143BA}" type="presParOf" srcId="{AAD4AA17-A89B-2C4B-81FC-6A11B3867920}" destId="{6D2EC7DE-9F00-D74B-A3A0-E48F0B355BD2}" srcOrd="2" destOrd="0" presId="urn:microsoft.com/office/officeart/2005/8/layout/hProcess11"/>
    <dgm:cxn modelId="{A1FC8DAB-1035-424A-A720-0ADEEC910AD2}" type="presParOf" srcId="{CA039FD2-9E58-8842-AB05-D06D3C63E6F5}" destId="{1BD5EB9B-B08C-274B-B7E1-4DE005AD4EDB}" srcOrd="5" destOrd="0" presId="urn:microsoft.com/office/officeart/2005/8/layout/hProcess11"/>
    <dgm:cxn modelId="{C582D772-4B9E-4847-8565-6DD8260FEDDD}" type="presParOf" srcId="{CA039FD2-9E58-8842-AB05-D06D3C63E6F5}" destId="{67FD9C8D-5663-3742-939E-4F95686FD96B}" srcOrd="6" destOrd="0" presId="urn:microsoft.com/office/officeart/2005/8/layout/hProcess11"/>
    <dgm:cxn modelId="{048BC5FA-F08D-C84B-BB1E-ADD52E7A1111}" type="presParOf" srcId="{67FD9C8D-5663-3742-939E-4F95686FD96B}" destId="{2F11865D-9446-4A47-A9B3-CE4243CE42BC}" srcOrd="0" destOrd="0" presId="urn:microsoft.com/office/officeart/2005/8/layout/hProcess11"/>
    <dgm:cxn modelId="{9215B272-F738-C040-B920-89345AB11B7A}" type="presParOf" srcId="{67FD9C8D-5663-3742-939E-4F95686FD96B}" destId="{CC07BA75-40B9-7246-AE59-B4C085606527}" srcOrd="1" destOrd="0" presId="urn:microsoft.com/office/officeart/2005/8/layout/hProcess11"/>
    <dgm:cxn modelId="{229D5F0B-F713-E846-980B-D83A17999635}" type="presParOf" srcId="{67FD9C8D-5663-3742-939E-4F95686FD96B}" destId="{FCBCFD06-4F01-CA45-8FEB-4CC0D9CFC03D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C3575A-A7B4-B244-AC1B-A51354CBD79A}">
      <dsp:nvSpPr>
        <dsp:cNvPr id="0" name=""/>
        <dsp:cNvSpPr/>
      </dsp:nvSpPr>
      <dsp:spPr>
        <a:xfrm>
          <a:off x="3545891" y="1748366"/>
          <a:ext cx="435832" cy="8304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17916" y="0"/>
              </a:lnTo>
              <a:lnTo>
                <a:pt x="217916" y="830474"/>
              </a:lnTo>
              <a:lnTo>
                <a:pt x="435832" y="8304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40360" y="2140156"/>
        <a:ext cx="46894" cy="46894"/>
      </dsp:txXfrm>
    </dsp:sp>
    <dsp:sp modelId="{851F4339-257E-F841-AA7B-6051D86FE4F5}">
      <dsp:nvSpPr>
        <dsp:cNvPr id="0" name=""/>
        <dsp:cNvSpPr/>
      </dsp:nvSpPr>
      <dsp:spPr>
        <a:xfrm>
          <a:off x="3545891" y="1702646"/>
          <a:ext cx="43583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5832" y="4572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52911" y="1737470"/>
        <a:ext cx="21791" cy="21791"/>
      </dsp:txXfrm>
    </dsp:sp>
    <dsp:sp modelId="{93EEB1F5-FECA-C045-8E8D-5F51D68D1DE7}">
      <dsp:nvSpPr>
        <dsp:cNvPr id="0" name=""/>
        <dsp:cNvSpPr/>
      </dsp:nvSpPr>
      <dsp:spPr>
        <a:xfrm>
          <a:off x="3545891" y="917892"/>
          <a:ext cx="435832" cy="830474"/>
        </a:xfrm>
        <a:custGeom>
          <a:avLst/>
          <a:gdLst/>
          <a:ahLst/>
          <a:cxnLst/>
          <a:rect l="0" t="0" r="0" b="0"/>
          <a:pathLst>
            <a:path>
              <a:moveTo>
                <a:pt x="0" y="830474"/>
              </a:moveTo>
              <a:lnTo>
                <a:pt x="217916" y="830474"/>
              </a:lnTo>
              <a:lnTo>
                <a:pt x="217916" y="0"/>
              </a:lnTo>
              <a:lnTo>
                <a:pt x="435832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40360" y="1309682"/>
        <a:ext cx="46894" cy="46894"/>
      </dsp:txXfrm>
    </dsp:sp>
    <dsp:sp modelId="{92873E57-6010-8E4B-8D68-D169808DAFA3}">
      <dsp:nvSpPr>
        <dsp:cNvPr id="0" name=""/>
        <dsp:cNvSpPr/>
      </dsp:nvSpPr>
      <dsp:spPr>
        <a:xfrm rot="16200000">
          <a:off x="1465335" y="1416176"/>
          <a:ext cx="3496733" cy="6643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05" tIns="27305" rIns="27305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Laravel App</a:t>
          </a:r>
        </a:p>
      </dsp:txBody>
      <dsp:txXfrm>
        <a:off x="1465335" y="1416176"/>
        <a:ext cx="3496733" cy="664379"/>
      </dsp:txXfrm>
    </dsp:sp>
    <dsp:sp modelId="{ABA147B1-E645-C84D-96B1-1FADD1855307}">
      <dsp:nvSpPr>
        <dsp:cNvPr id="0" name=""/>
        <dsp:cNvSpPr/>
      </dsp:nvSpPr>
      <dsp:spPr>
        <a:xfrm>
          <a:off x="3981724" y="585702"/>
          <a:ext cx="2179164" cy="6643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Composer install</a:t>
          </a:r>
        </a:p>
      </dsp:txBody>
      <dsp:txXfrm>
        <a:off x="3981724" y="585702"/>
        <a:ext cx="2179164" cy="664379"/>
      </dsp:txXfrm>
    </dsp:sp>
    <dsp:sp modelId="{8591B530-8443-5142-B4EA-E88E0DEF96E5}">
      <dsp:nvSpPr>
        <dsp:cNvPr id="0" name=""/>
        <dsp:cNvSpPr/>
      </dsp:nvSpPr>
      <dsp:spPr>
        <a:xfrm>
          <a:off x="3981724" y="1416176"/>
          <a:ext cx="2179164" cy="6643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Config publish</a:t>
          </a:r>
        </a:p>
      </dsp:txBody>
      <dsp:txXfrm>
        <a:off x="3981724" y="1416176"/>
        <a:ext cx="2179164" cy="664379"/>
      </dsp:txXfrm>
    </dsp:sp>
    <dsp:sp modelId="{50ABF459-A204-5B4E-A102-A8F9649298AE}">
      <dsp:nvSpPr>
        <dsp:cNvPr id="0" name=""/>
        <dsp:cNvSpPr/>
      </dsp:nvSpPr>
      <dsp:spPr>
        <a:xfrm>
          <a:off x="3981724" y="2246650"/>
          <a:ext cx="2179164" cy="6643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Swagger UI route</a:t>
          </a:r>
        </a:p>
      </dsp:txBody>
      <dsp:txXfrm>
        <a:off x="3981724" y="2246650"/>
        <a:ext cx="2179164" cy="6643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53ED05-E907-514F-BB87-C791ED6F379B}">
      <dsp:nvSpPr>
        <dsp:cNvPr id="0" name=""/>
        <dsp:cNvSpPr/>
      </dsp:nvSpPr>
      <dsp:spPr>
        <a:xfrm>
          <a:off x="4621" y="60974"/>
          <a:ext cx="4040906" cy="161636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6022" tIns="88011" rIns="44006" bIns="88011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Controller Method</a:t>
          </a:r>
        </a:p>
      </dsp:txBody>
      <dsp:txXfrm>
        <a:off x="4621" y="60974"/>
        <a:ext cx="3636816" cy="1616362"/>
      </dsp:txXfrm>
    </dsp:sp>
    <dsp:sp modelId="{FBAE8EE4-988C-3B46-BF56-71F669676783}">
      <dsp:nvSpPr>
        <dsp:cNvPr id="0" name=""/>
        <dsp:cNvSpPr/>
      </dsp:nvSpPr>
      <dsp:spPr>
        <a:xfrm>
          <a:off x="3237346" y="60974"/>
          <a:ext cx="4040906" cy="16163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17" tIns="88011" rIns="44006" bIns="88011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Swagger Annotations</a:t>
          </a:r>
        </a:p>
      </dsp:txBody>
      <dsp:txXfrm>
        <a:off x="4045527" y="60974"/>
        <a:ext cx="2424544" cy="1616362"/>
      </dsp:txXfrm>
    </dsp:sp>
    <dsp:sp modelId="{0CD3B2A4-467E-704C-B5A1-E4609BEA32D1}">
      <dsp:nvSpPr>
        <dsp:cNvPr id="0" name=""/>
        <dsp:cNvSpPr/>
      </dsp:nvSpPr>
      <dsp:spPr>
        <a:xfrm>
          <a:off x="6470072" y="60974"/>
          <a:ext cx="4040906" cy="16163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17" tIns="88011" rIns="44006" bIns="88011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Generated </a:t>
          </a:r>
          <a:r>
            <a:rPr lang="en-US" sz="3300" kern="1200" dirty="0" err="1"/>
            <a:t>OpenAPI</a:t>
          </a:r>
          <a:r>
            <a:rPr lang="en-US" sz="3300" kern="1200" dirty="0"/>
            <a:t> JSON</a:t>
          </a:r>
        </a:p>
      </dsp:txBody>
      <dsp:txXfrm>
        <a:off x="7278253" y="60974"/>
        <a:ext cx="2424544" cy="16163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B3FEBB-526E-074A-98C6-D9F9913FEE47}">
      <dsp:nvSpPr>
        <dsp:cNvPr id="0" name=""/>
        <dsp:cNvSpPr/>
      </dsp:nvSpPr>
      <dsp:spPr>
        <a:xfrm>
          <a:off x="6474" y="270395"/>
          <a:ext cx="1935013" cy="11610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Annotations</a:t>
          </a:r>
        </a:p>
      </dsp:txBody>
      <dsp:txXfrm>
        <a:off x="40479" y="304400"/>
        <a:ext cx="1867003" cy="1092998"/>
      </dsp:txXfrm>
    </dsp:sp>
    <dsp:sp modelId="{8501CAB8-45F8-9C4B-9195-3B2A0C2B5B9D}">
      <dsp:nvSpPr>
        <dsp:cNvPr id="0" name=""/>
        <dsp:cNvSpPr/>
      </dsp:nvSpPr>
      <dsp:spPr>
        <a:xfrm>
          <a:off x="2134989" y="610958"/>
          <a:ext cx="410222" cy="4798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2134989" y="706935"/>
        <a:ext cx="287155" cy="287929"/>
      </dsp:txXfrm>
    </dsp:sp>
    <dsp:sp modelId="{C397D779-A35E-9B48-8619-4893A4163F54}">
      <dsp:nvSpPr>
        <dsp:cNvPr id="0" name=""/>
        <dsp:cNvSpPr/>
      </dsp:nvSpPr>
      <dsp:spPr>
        <a:xfrm>
          <a:off x="2715493" y="270395"/>
          <a:ext cx="1935013" cy="11610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openapi.json</a:t>
          </a:r>
          <a:endParaRPr lang="en-US" sz="2300" kern="1200" dirty="0"/>
        </a:p>
      </dsp:txBody>
      <dsp:txXfrm>
        <a:off x="2749498" y="304400"/>
        <a:ext cx="1867003" cy="1092998"/>
      </dsp:txXfrm>
    </dsp:sp>
    <dsp:sp modelId="{AA95C174-AFB9-6147-8252-F7502DEC26DE}">
      <dsp:nvSpPr>
        <dsp:cNvPr id="0" name=""/>
        <dsp:cNvSpPr/>
      </dsp:nvSpPr>
      <dsp:spPr>
        <a:xfrm>
          <a:off x="4844008" y="610958"/>
          <a:ext cx="410222" cy="4798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844008" y="706935"/>
        <a:ext cx="287155" cy="287929"/>
      </dsp:txXfrm>
    </dsp:sp>
    <dsp:sp modelId="{F781D38D-F0B6-6646-8635-B5CD2AC85665}">
      <dsp:nvSpPr>
        <dsp:cNvPr id="0" name=""/>
        <dsp:cNvSpPr/>
      </dsp:nvSpPr>
      <dsp:spPr>
        <a:xfrm>
          <a:off x="5424512" y="270395"/>
          <a:ext cx="1935013" cy="11610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Swagger UI</a:t>
          </a:r>
        </a:p>
      </dsp:txBody>
      <dsp:txXfrm>
        <a:off x="5458517" y="304400"/>
        <a:ext cx="1867003" cy="10929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AA9752-CFBB-274C-A1F9-09C3C73A5908}">
      <dsp:nvSpPr>
        <dsp:cNvPr id="0" name=""/>
        <dsp:cNvSpPr/>
      </dsp:nvSpPr>
      <dsp:spPr>
        <a:xfrm>
          <a:off x="3119525" y="0"/>
          <a:ext cx="4276549" cy="10878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Browser</a:t>
          </a:r>
        </a:p>
      </dsp:txBody>
      <dsp:txXfrm>
        <a:off x="3151387" y="31862"/>
        <a:ext cx="4212825" cy="1024110"/>
      </dsp:txXfrm>
    </dsp:sp>
    <dsp:sp modelId="{5AD96A3D-034D-584D-BB88-6D2E8D7387E1}">
      <dsp:nvSpPr>
        <dsp:cNvPr id="0" name=""/>
        <dsp:cNvSpPr/>
      </dsp:nvSpPr>
      <dsp:spPr>
        <a:xfrm rot="5400000">
          <a:off x="5053831" y="1115030"/>
          <a:ext cx="407937" cy="4895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5110943" y="1155824"/>
        <a:ext cx="293715" cy="285556"/>
      </dsp:txXfrm>
    </dsp:sp>
    <dsp:sp modelId="{D3023228-F34B-8241-A9A5-E1C5C777C3FB}">
      <dsp:nvSpPr>
        <dsp:cNvPr id="0" name=""/>
        <dsp:cNvSpPr/>
      </dsp:nvSpPr>
      <dsp:spPr>
        <a:xfrm>
          <a:off x="3119525" y="1631751"/>
          <a:ext cx="4276549" cy="10878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http://localhost:8000/</a:t>
          </a:r>
          <a:r>
            <a:rPr lang="en-US" sz="1800" kern="1200" dirty="0" err="1"/>
            <a:t>api</a:t>
          </a:r>
          <a:r>
            <a:rPr lang="en-US" sz="1800" kern="1200" dirty="0"/>
            <a:t>/documentation</a:t>
          </a:r>
        </a:p>
      </dsp:txBody>
      <dsp:txXfrm>
        <a:off x="3151387" y="1663613"/>
        <a:ext cx="4212825" cy="1024110"/>
      </dsp:txXfrm>
    </dsp:sp>
    <dsp:sp modelId="{6F2F4A8A-0FE3-DD46-8371-47311695FC0B}">
      <dsp:nvSpPr>
        <dsp:cNvPr id="0" name=""/>
        <dsp:cNvSpPr/>
      </dsp:nvSpPr>
      <dsp:spPr>
        <a:xfrm rot="5400000">
          <a:off x="5053831" y="2746782"/>
          <a:ext cx="407937" cy="4895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5110943" y="2787576"/>
        <a:ext cx="293715" cy="285556"/>
      </dsp:txXfrm>
    </dsp:sp>
    <dsp:sp modelId="{E489C38E-A19B-9B49-8B61-041133EBD472}">
      <dsp:nvSpPr>
        <dsp:cNvPr id="0" name=""/>
        <dsp:cNvSpPr/>
      </dsp:nvSpPr>
      <dsp:spPr>
        <a:xfrm>
          <a:off x="3119525" y="3263503"/>
          <a:ext cx="4276549" cy="10878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Interactive API tester</a:t>
          </a:r>
        </a:p>
      </dsp:txBody>
      <dsp:txXfrm>
        <a:off x="3151387" y="3295365"/>
        <a:ext cx="4212825" cy="10241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EF34E1-92C2-244C-96D3-76404C16F9F5}">
      <dsp:nvSpPr>
        <dsp:cNvPr id="0" name=""/>
        <dsp:cNvSpPr/>
      </dsp:nvSpPr>
      <dsp:spPr>
        <a:xfrm>
          <a:off x="0" y="0"/>
          <a:ext cx="7265035" cy="7439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Model</a:t>
          </a:r>
        </a:p>
      </dsp:txBody>
      <dsp:txXfrm>
        <a:off x="21788" y="21788"/>
        <a:ext cx="6462306" cy="700326"/>
      </dsp:txXfrm>
    </dsp:sp>
    <dsp:sp modelId="{66E4F8CC-FE82-464E-8FFA-60CDA82A26F3}">
      <dsp:nvSpPr>
        <dsp:cNvPr id="0" name=""/>
        <dsp:cNvSpPr/>
      </dsp:nvSpPr>
      <dsp:spPr>
        <a:xfrm>
          <a:off x="641032" y="867886"/>
          <a:ext cx="7265035" cy="7439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Schema Definition</a:t>
          </a:r>
        </a:p>
      </dsp:txBody>
      <dsp:txXfrm>
        <a:off x="662820" y="889674"/>
        <a:ext cx="6096889" cy="700326"/>
      </dsp:txXfrm>
    </dsp:sp>
    <dsp:sp modelId="{56F7EEA9-B6FB-4244-9270-4AF04B1F4422}">
      <dsp:nvSpPr>
        <dsp:cNvPr id="0" name=""/>
        <dsp:cNvSpPr/>
      </dsp:nvSpPr>
      <dsp:spPr>
        <a:xfrm>
          <a:off x="1282065" y="1735772"/>
          <a:ext cx="7265035" cy="7439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Used in multiple endpoints</a:t>
          </a:r>
        </a:p>
      </dsp:txBody>
      <dsp:txXfrm>
        <a:off x="1303853" y="1757560"/>
        <a:ext cx="6096889" cy="700326"/>
      </dsp:txXfrm>
    </dsp:sp>
    <dsp:sp modelId="{818F3AFE-2CBA-2448-BC5A-2B2B33239F61}">
      <dsp:nvSpPr>
        <dsp:cNvPr id="0" name=""/>
        <dsp:cNvSpPr/>
      </dsp:nvSpPr>
      <dsp:spPr>
        <a:xfrm>
          <a:off x="6781498" y="564126"/>
          <a:ext cx="483536" cy="48353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6890294" y="564126"/>
        <a:ext cx="265944" cy="363861"/>
      </dsp:txXfrm>
    </dsp:sp>
    <dsp:sp modelId="{8ACCE489-9F6D-1647-9265-3336F380D5CD}">
      <dsp:nvSpPr>
        <dsp:cNvPr id="0" name=""/>
        <dsp:cNvSpPr/>
      </dsp:nvSpPr>
      <dsp:spPr>
        <a:xfrm>
          <a:off x="7422530" y="1427052"/>
          <a:ext cx="483536" cy="48353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531326" y="1427052"/>
        <a:ext cx="265944" cy="36386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55AA5C-DBC5-7149-B895-721F8A066C05}">
      <dsp:nvSpPr>
        <dsp:cNvPr id="0" name=""/>
        <dsp:cNvSpPr/>
      </dsp:nvSpPr>
      <dsp:spPr>
        <a:xfrm>
          <a:off x="0" y="664209"/>
          <a:ext cx="8128000" cy="885613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FEA689-4B6E-3C49-AF24-D67AE3F1A4B8}">
      <dsp:nvSpPr>
        <dsp:cNvPr id="0" name=""/>
        <dsp:cNvSpPr/>
      </dsp:nvSpPr>
      <dsp:spPr>
        <a:xfrm>
          <a:off x="3661" y="0"/>
          <a:ext cx="1760934" cy="885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Code Commit</a:t>
          </a:r>
        </a:p>
      </dsp:txBody>
      <dsp:txXfrm>
        <a:off x="3661" y="0"/>
        <a:ext cx="1760934" cy="885613"/>
      </dsp:txXfrm>
    </dsp:sp>
    <dsp:sp modelId="{3182B27F-56D4-A14B-8F6D-4231DE7DCD1F}">
      <dsp:nvSpPr>
        <dsp:cNvPr id="0" name=""/>
        <dsp:cNvSpPr/>
      </dsp:nvSpPr>
      <dsp:spPr>
        <a:xfrm>
          <a:off x="773426" y="996314"/>
          <a:ext cx="221403" cy="2214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0D0146-A94A-F048-84C3-F96FE21FFD40}">
      <dsp:nvSpPr>
        <dsp:cNvPr id="0" name=""/>
        <dsp:cNvSpPr/>
      </dsp:nvSpPr>
      <dsp:spPr>
        <a:xfrm>
          <a:off x="1852642" y="1328419"/>
          <a:ext cx="1760934" cy="885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CI: Generate Docs</a:t>
          </a:r>
        </a:p>
      </dsp:txBody>
      <dsp:txXfrm>
        <a:off x="1852642" y="1328419"/>
        <a:ext cx="1760934" cy="885613"/>
      </dsp:txXfrm>
    </dsp:sp>
    <dsp:sp modelId="{2A810779-6AF3-2F41-B505-04771A129743}">
      <dsp:nvSpPr>
        <dsp:cNvPr id="0" name=""/>
        <dsp:cNvSpPr/>
      </dsp:nvSpPr>
      <dsp:spPr>
        <a:xfrm>
          <a:off x="2622407" y="996314"/>
          <a:ext cx="221403" cy="2214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393D45-C328-5147-947A-4754EA8FCB42}">
      <dsp:nvSpPr>
        <dsp:cNvPr id="0" name=""/>
        <dsp:cNvSpPr/>
      </dsp:nvSpPr>
      <dsp:spPr>
        <a:xfrm>
          <a:off x="3701623" y="0"/>
          <a:ext cx="1760934" cy="885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Deploy</a:t>
          </a:r>
        </a:p>
      </dsp:txBody>
      <dsp:txXfrm>
        <a:off x="3701623" y="0"/>
        <a:ext cx="1760934" cy="885613"/>
      </dsp:txXfrm>
    </dsp:sp>
    <dsp:sp modelId="{FF0A59ED-26B8-2248-BBA1-2CEB5A3F10DB}">
      <dsp:nvSpPr>
        <dsp:cNvPr id="0" name=""/>
        <dsp:cNvSpPr/>
      </dsp:nvSpPr>
      <dsp:spPr>
        <a:xfrm>
          <a:off x="4471388" y="996314"/>
          <a:ext cx="221403" cy="2214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11865D-9446-4A47-A9B3-CE4243CE42BC}">
      <dsp:nvSpPr>
        <dsp:cNvPr id="0" name=""/>
        <dsp:cNvSpPr/>
      </dsp:nvSpPr>
      <dsp:spPr>
        <a:xfrm>
          <a:off x="5550604" y="1328419"/>
          <a:ext cx="1760934" cy="885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Updated Swagger UI</a:t>
          </a:r>
        </a:p>
      </dsp:txBody>
      <dsp:txXfrm>
        <a:off x="5550604" y="1328419"/>
        <a:ext cx="1760934" cy="885613"/>
      </dsp:txXfrm>
    </dsp:sp>
    <dsp:sp modelId="{CC07BA75-40B9-7246-AE59-B4C085606527}">
      <dsp:nvSpPr>
        <dsp:cNvPr id="0" name=""/>
        <dsp:cNvSpPr/>
      </dsp:nvSpPr>
      <dsp:spPr>
        <a:xfrm>
          <a:off x="6320369" y="996314"/>
          <a:ext cx="221403" cy="2214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E012CB-1062-5044-8026-9CF01FE14CA8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9A7818-03A4-D34E-B2F1-75CCD8A49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02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API documentation matters in real‑world development</a:t>
            </a:r>
          </a:p>
          <a:p>
            <a:endParaRPr lang="en-US" dirty="0"/>
          </a:p>
          <a:p>
            <a:r>
              <a:rPr lang="en-US" dirty="0"/>
              <a:t>Swagger/</a:t>
            </a:r>
            <a:r>
              <a:rPr lang="en-US" dirty="0" err="1"/>
              <a:t>OpenAPI</a:t>
            </a:r>
            <a:r>
              <a:rPr lang="en-US" dirty="0"/>
              <a:t> as an industry standard</a:t>
            </a:r>
          </a:p>
          <a:p>
            <a:endParaRPr lang="en-US" dirty="0"/>
          </a:p>
          <a:p>
            <a:r>
              <a:rPr lang="en-US" dirty="0"/>
              <a:t>What students will learn: setup, annotations, UI, workflows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9A7818-03A4-D34E-B2F1-75CCD8A4972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561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OpenAPI</a:t>
            </a:r>
            <a:r>
              <a:rPr lang="en-US" dirty="0"/>
              <a:t> is the “language”; Swagger is the “toolbox”</a:t>
            </a:r>
          </a:p>
          <a:p>
            <a:endParaRPr lang="en-US" dirty="0"/>
          </a:p>
          <a:p>
            <a:r>
              <a:rPr lang="en-US" dirty="0"/>
              <a:t>Helps teams collaborate, test, and maintain APIs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9A7818-03A4-D34E-B2F1-75CCD8A4972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5308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Installation is reproducible and works across Laravel versions</a:t>
            </a:r>
          </a:p>
          <a:p>
            <a:endParaRPr lang="en-US" dirty="0"/>
          </a:p>
          <a:p>
            <a:r>
              <a:rPr lang="en-US" dirty="0"/>
              <a:t>The package auto‑generates /</a:t>
            </a:r>
            <a:r>
              <a:rPr lang="en-US" dirty="0" err="1"/>
              <a:t>api</a:t>
            </a:r>
            <a:r>
              <a:rPr lang="en-US" dirty="0"/>
              <a:t>/documentation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9A7818-03A4-D34E-B2F1-75CCD8A4972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3315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>
                <a:effectLst/>
              </a:rPr>
              <a:t>Publishing config creates 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config/l5-swagger.php</a:t>
            </a:r>
            <a:endParaRPr lang="en-CA" dirty="0"/>
          </a:p>
          <a:p>
            <a:endParaRPr lang="en-CA" dirty="0">
              <a:effectLst/>
            </a:endParaRPr>
          </a:p>
          <a:p>
            <a:r>
              <a:rPr lang="en-CA" dirty="0">
                <a:effectLst/>
              </a:rPr>
              <a:t>commit config files for reproducibility</a:t>
            </a:r>
            <a:endParaRPr lang="en-CA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9A7818-03A4-D34E-B2F1-75CCD8A4972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557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Swagger uses </a:t>
            </a:r>
            <a:r>
              <a:rPr lang="en-US" dirty="0" err="1"/>
              <a:t>PHPDoc</a:t>
            </a:r>
            <a:r>
              <a:rPr lang="en-US" dirty="0"/>
              <a:t> annotations</a:t>
            </a:r>
          </a:p>
          <a:p>
            <a:endParaRPr lang="en-US" dirty="0"/>
          </a:p>
          <a:p>
            <a:r>
              <a:rPr lang="en-US" dirty="0"/>
              <a:t>Annotations describe routes, parameters, responses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9A7818-03A4-D34E-B2F1-75CCD8A4972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1328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Generation step compiles annotations into a single </a:t>
            </a:r>
            <a:r>
              <a:rPr lang="en-US" dirty="0" err="1"/>
              <a:t>OpenAPI</a:t>
            </a:r>
            <a:r>
              <a:rPr lang="en-US" dirty="0"/>
              <a:t> file</a:t>
            </a:r>
          </a:p>
          <a:p>
            <a:endParaRPr lang="en-US" dirty="0"/>
          </a:p>
          <a:p>
            <a:r>
              <a:rPr lang="en-US" dirty="0"/>
              <a:t>Students should re‑generate after modifying annotations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9A7818-03A4-D34E-B2F1-75CCD8A4972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0299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Try endpoints directly from the browser</a:t>
            </a:r>
          </a:p>
          <a:p>
            <a:endParaRPr lang="en-US" dirty="0"/>
          </a:p>
          <a:p>
            <a:r>
              <a:rPr lang="en-US" dirty="0"/>
              <a:t>Great for QA, frontend </a:t>
            </a:r>
            <a:r>
              <a:rPr lang="en-US" dirty="0" err="1"/>
              <a:t>devs</a:t>
            </a:r>
            <a:r>
              <a:rPr lang="en-US" dirty="0"/>
              <a:t>, and demos</a:t>
            </a:r>
          </a:p>
          <a:p>
            <a:endParaRPr lang="en-US" dirty="0"/>
          </a:p>
          <a:p>
            <a:r>
              <a:rPr lang="en-US" dirty="0"/>
              <a:t>Shows request/response schemas visually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9A7818-03A4-D34E-B2F1-75CCD8A4972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3902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@OA\Schema for reusable models</a:t>
            </a:r>
          </a:p>
          <a:p>
            <a:endParaRPr lang="en-US" dirty="0"/>
          </a:p>
          <a:p>
            <a:r>
              <a:rPr lang="en-US" dirty="0"/>
              <a:t>Encourages consistency across endpoints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9A7818-03A4-D34E-B2F1-75CCD8A4972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9966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Documentation should evolve with the code</a:t>
            </a:r>
          </a:p>
          <a:p>
            <a:endParaRPr lang="en-US" dirty="0"/>
          </a:p>
          <a:p>
            <a:r>
              <a:rPr lang="en-US" dirty="0"/>
              <a:t>Students should treat </a:t>
            </a:r>
            <a:r>
              <a:rPr lang="en-US" dirty="0" err="1"/>
              <a:t>OpenAPI</a:t>
            </a:r>
            <a:r>
              <a:rPr lang="en-US"/>
              <a:t> as part of the API contract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9A7818-03A4-D34E-B2F1-75CCD8A4972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5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8EF24-F2D5-868D-01C5-445C48D6B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AFBEB3-5EB0-5136-308A-03FAE5BFA0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44365-E9C3-91D5-7B63-F27550B69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AE04E-12D2-5B41-BC82-605F60CA366A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67B3E-3B64-7F0A-3D67-852A16835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B1260-77A6-D23B-76A7-8A9253975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4A724-8319-A346-BA36-A923A2138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23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7B9F4-2628-6491-7030-B2C0FD466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58CB4-E74B-A620-A437-97DD89E7E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03D65-DD46-D683-997B-389F9AAEA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AE04E-12D2-5B41-BC82-605F60CA366A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D0085-A556-3BF0-FAB0-14511FCBF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F25AD-D9B0-4B7D-5D07-F26623712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4A724-8319-A346-BA36-A923A2138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61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8A2CA-9CE8-9FBA-A238-4D107D683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2FAA9-CCF9-1310-3943-8A5C09713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4AAED-91AB-01BB-1196-8EA461A87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AE04E-12D2-5B41-BC82-605F60CA366A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1688B-9107-6266-D6C0-B64CD0CBD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C6BF9-C9EC-E016-D661-3A5E2B22C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4A724-8319-A346-BA36-A923A2138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273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578C2-DA23-EEC2-DF80-704281B67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1F38C-A9FA-5C63-6D76-0F2DFE97F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015F98-1B7B-5E9A-3B21-08C57EE46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1A74B-1F88-545D-6787-18396F822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AE04E-12D2-5B41-BC82-605F60CA366A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677BA-4CF3-5F1F-9841-A85D2243A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8F73F-AF71-438E-3B8D-866B36D87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4A724-8319-A346-BA36-A923A2138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89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2F804-0BC1-D3B6-43B5-7C7B473B2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DE6930-72C1-7A1C-B877-FF82E9A5F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2E1E53-E626-813C-9DAA-42C26F975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AB770A-91D2-173B-0743-6A1C3109C2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067160-8C01-7442-4326-0374E9F047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25F19A-7AE7-18A3-9E37-8467FAC31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AE04E-12D2-5B41-BC82-605F60CA366A}" type="datetimeFigureOut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E6F40-97AB-7927-8C82-BA05BA7BA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B2A69A-8A29-7387-F033-650CDA8DF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4A724-8319-A346-BA36-A923A2138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693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DBC00-83DC-A561-73E2-06A78C507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79E976-5DFD-7AF3-AA6A-7D93CB7E3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AE04E-12D2-5B41-BC82-605F60CA366A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BCEE2B-5563-1400-FE39-4DCB8FFCB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9772DA-E309-0BF9-6CEA-46C7EAA04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4A724-8319-A346-BA36-A923A2138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818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9262FF-9D65-0B60-56BF-0B9F2E934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AE04E-12D2-5B41-BC82-605F60CA366A}" type="datetimeFigureOut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6E0CF5-DBB8-B75C-211B-D2F434615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A067F-D062-7C48-26CC-0AF9A7443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4A724-8319-A346-BA36-A923A2138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711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7D5A4-F956-D128-CDAD-F89D16CAB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2E215-366A-AECB-B5EA-3F6368106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323FE9-4C92-8A2E-18FA-284ABC390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E501A-FB88-E58E-C88C-A98F8A9B2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AE04E-12D2-5B41-BC82-605F60CA366A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22B54-1C96-D6EA-B76F-3F1A4673A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6457A-3474-2907-0ACC-ED27ED514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4A724-8319-A346-BA36-A923A2138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152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59B02-CF01-783F-9EF6-6DCD685B4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813064-1672-BA67-4D1A-01B0F9B7C9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001B1-BAE6-62A4-B5B8-EA2DF79824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E39C5-C34F-6AD1-1810-1E172C9BD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AE04E-12D2-5B41-BC82-605F60CA366A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9083BC-D616-1DB5-C414-A9C9D299B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07F36B-0902-FD00-87E8-67991C57E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4A724-8319-A346-BA36-A923A2138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219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0E499-7A89-C77F-9D89-10CBB8381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67EAEA-57EB-F8BD-CAC1-F3690A210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AB634-291D-925C-112B-7EC1D08ED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AE04E-12D2-5B41-BC82-605F60CA366A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20FA0-40BE-7D75-4EB4-E53F54708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FA035-A39B-850E-B2CD-B6D9179D8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4A724-8319-A346-BA36-A923A2138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38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73D6E1-8944-895F-8827-79E9591E58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0CE874-4B16-99BB-8659-383A758FAA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4C8E7-CA9F-1531-1936-3FA93A8B9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AE04E-12D2-5B41-BC82-605F60CA366A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9E368-2C46-A398-3B45-5D709A7A5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3A5BA-95A7-09E0-CC5F-68E54E905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4A724-8319-A346-BA36-A923A2138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475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537571-DF9C-91B3-5242-3FC142A2A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A13104-ED93-AEA4-45CA-DE5E1C004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78BE5-6F38-84C2-590F-539B15AA1B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5AE04E-12D2-5B41-BC82-605F60CA366A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C9AAE-5CE8-29B3-B403-632C62D970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06A4B-1117-04BB-A91A-61EBD9B78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E4A724-8319-A346-BA36-A923A2138C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31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DBE96-FABA-96A4-F9DE-D87A3D3099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API Documentation with Swagger in Laravel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3D6876-DCBC-96B8-35F2-929345FA5E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275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7ADE0-3FA7-C7B8-43D1-9F9302105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Swagger / </a:t>
            </a:r>
            <a:r>
              <a:rPr lang="en-US" dirty="0" err="1"/>
              <a:t>OpenAPI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5A564-03D0-A8C6-4DB3-070D27E86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Definition</a:t>
            </a:r>
          </a:p>
          <a:p>
            <a:r>
              <a:rPr lang="en-US" dirty="0" err="1"/>
              <a:t>OpenAPI</a:t>
            </a:r>
            <a:r>
              <a:rPr lang="en-US" dirty="0"/>
              <a:t>: A specification for describing REST APIs</a:t>
            </a:r>
          </a:p>
          <a:p>
            <a:r>
              <a:rPr lang="en-US" dirty="0"/>
              <a:t>Swagger: Tools built around </a:t>
            </a:r>
            <a:r>
              <a:rPr lang="en-US" dirty="0" err="1"/>
              <a:t>OpenAPI</a:t>
            </a:r>
            <a:r>
              <a:rPr lang="en-US" dirty="0"/>
              <a:t> (UI, Editor, </a:t>
            </a:r>
            <a:r>
              <a:rPr lang="en-US" dirty="0" err="1"/>
              <a:t>Codegen</a:t>
            </a:r>
            <a:r>
              <a:rPr lang="en-US" dirty="0"/>
              <a:t>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4AB6EF2-889D-03E5-49F3-B6FB8A391E8A}"/>
              </a:ext>
            </a:extLst>
          </p:cNvPr>
          <p:cNvGrpSpPr/>
          <p:nvPr/>
        </p:nvGrpSpPr>
        <p:grpSpPr>
          <a:xfrm>
            <a:off x="2755213" y="4001294"/>
            <a:ext cx="6681574" cy="1843881"/>
            <a:chOff x="1168400" y="3860800"/>
            <a:chExt cx="6681574" cy="184388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E56A25D-8CBC-4E08-B7A8-E8F1A5A978F8}"/>
                </a:ext>
              </a:extLst>
            </p:cNvPr>
            <p:cNvSpPr/>
            <p:nvPr/>
          </p:nvSpPr>
          <p:spPr>
            <a:xfrm>
              <a:off x="1168400" y="3860800"/>
              <a:ext cx="2870200" cy="6858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OpenAPI</a:t>
              </a:r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343F7F2-76A9-4C7A-B460-3718BC81FF0E}"/>
                </a:ext>
              </a:extLst>
            </p:cNvPr>
            <p:cNvSpPr/>
            <p:nvPr/>
          </p:nvSpPr>
          <p:spPr>
            <a:xfrm>
              <a:off x="1168400" y="5018881"/>
              <a:ext cx="2870200" cy="6858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Swagger UI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F9614A9-3FC5-1289-C027-9622872C9282}"/>
                </a:ext>
              </a:extLst>
            </p:cNvPr>
            <p:cNvSpPr/>
            <p:nvPr/>
          </p:nvSpPr>
          <p:spPr>
            <a:xfrm>
              <a:off x="4826000" y="5018881"/>
              <a:ext cx="2870200" cy="6858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Swagger Editor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CEAB1FF-FB29-ED22-4B51-FC5E7EE2B61A}"/>
                </a:ext>
              </a:extLst>
            </p:cNvPr>
            <p:cNvCxnSpPr>
              <a:stCxn id="4" idx="2"/>
              <a:endCxn id="5" idx="0"/>
            </p:cNvCxnSpPr>
            <p:nvPr/>
          </p:nvCxnSpPr>
          <p:spPr>
            <a:xfrm>
              <a:off x="2603500" y="4546600"/>
              <a:ext cx="0" cy="47228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0D27ADF-2A92-5598-7797-32BFA1A4C8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60850" y="4203700"/>
              <a:ext cx="11303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945A9B3-80E4-D3C5-1902-EDE5F8BE983B}"/>
                </a:ext>
              </a:extLst>
            </p:cNvPr>
            <p:cNvSpPr txBox="1"/>
            <p:nvPr/>
          </p:nvSpPr>
          <p:spPr>
            <a:xfrm>
              <a:off x="5613400" y="4019034"/>
              <a:ext cx="22365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JSON/YAML contract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4381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35F84-242F-61CD-92C6-60CAEEABE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Swagger in Laravel?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94D42-7CC7-AE13-75BC-A8917390F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58115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Benefits</a:t>
            </a:r>
          </a:p>
          <a:p>
            <a:r>
              <a:rPr lang="en-US" dirty="0"/>
              <a:t>Auto‑generated interactive documentation</a:t>
            </a:r>
          </a:p>
          <a:p>
            <a:r>
              <a:rPr lang="en-US" dirty="0"/>
              <a:t>Clear communication between frontend/backend</a:t>
            </a:r>
          </a:p>
          <a:p>
            <a:r>
              <a:rPr lang="en-US" dirty="0"/>
              <a:t>Reduces onboarding time</a:t>
            </a:r>
          </a:p>
          <a:p>
            <a:r>
              <a:rPr lang="en-US" dirty="0"/>
              <a:t>Encourages consistent API design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B678AF-3C03-C96F-3034-90EA5C3383CF}"/>
              </a:ext>
            </a:extLst>
          </p:cNvPr>
          <p:cNvSpPr/>
          <p:nvPr/>
        </p:nvSpPr>
        <p:spPr>
          <a:xfrm>
            <a:off x="838200" y="5018088"/>
            <a:ext cx="2870200" cy="685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Frontend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B905DB-0B9A-C898-614A-A00D53D75AD2}"/>
              </a:ext>
            </a:extLst>
          </p:cNvPr>
          <p:cNvSpPr/>
          <p:nvPr/>
        </p:nvSpPr>
        <p:spPr>
          <a:xfrm>
            <a:off x="4660900" y="5023644"/>
            <a:ext cx="2870200" cy="685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Swagger Docs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168ADB-C675-B8CB-ADD3-10EDDEA7CDDF}"/>
              </a:ext>
            </a:extLst>
          </p:cNvPr>
          <p:cNvSpPr/>
          <p:nvPr/>
        </p:nvSpPr>
        <p:spPr>
          <a:xfrm>
            <a:off x="8483600" y="5023644"/>
            <a:ext cx="2870200" cy="685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Backend (Laravel)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ECED3C6-9C8F-CC6B-680E-3FD7DD3EFC5E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708400" y="5360988"/>
            <a:ext cx="952500" cy="5556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FE039E7-BB92-824E-AA2B-A7901592904C}"/>
              </a:ext>
            </a:extLst>
          </p:cNvPr>
          <p:cNvCxnSpPr>
            <a:cxnSpLocks/>
          </p:cNvCxnSpPr>
          <p:nvPr/>
        </p:nvCxnSpPr>
        <p:spPr>
          <a:xfrm>
            <a:off x="7531100" y="5366544"/>
            <a:ext cx="952500" cy="5556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5033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A1CD4-C818-4F4E-1371-98941FBF8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Swagger Tools in 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2F015-01F0-1C8A-72F2-A8AC57016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746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Use </a:t>
            </a:r>
            <a:r>
              <a:rPr lang="en-US" dirty="0" err="1"/>
              <a:t>darkaonline</a:t>
            </a:r>
            <a:r>
              <a:rPr lang="en-US" dirty="0"/>
              <a:t>/l5-swagger (popular, well‑maintained).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1EB8C39-53C0-C817-B2C5-95C107202E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9608138"/>
              </p:ext>
            </p:extLst>
          </p:nvPr>
        </p:nvGraphicFramePr>
        <p:xfrm>
          <a:off x="1003300" y="2641600"/>
          <a:ext cx="9042400" cy="3496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49506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BC07F-FFA4-2B05-CD41-5AA458371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Installation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445D9-B8BB-9E4A-65ED-A7C5BCE1D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746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Commands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3DB4B0-8191-3CFF-40B1-694FF6FF312A}"/>
              </a:ext>
            </a:extLst>
          </p:cNvPr>
          <p:cNvSpPr txBox="1"/>
          <p:nvPr/>
        </p:nvSpPr>
        <p:spPr>
          <a:xfrm>
            <a:off x="838200" y="2928937"/>
            <a:ext cx="10515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Lucida Console" panose="020B0609040504020204" pitchFamily="49" charset="0"/>
              </a:rPr>
              <a:t>composer require </a:t>
            </a:r>
            <a:r>
              <a:rPr lang="en-US" dirty="0" err="1">
                <a:latin typeface="Lucida Console" panose="020B0609040504020204" pitchFamily="49" charset="0"/>
              </a:rPr>
              <a:t>darkaonline</a:t>
            </a:r>
            <a:r>
              <a:rPr lang="en-US" dirty="0">
                <a:latin typeface="Lucida Console" panose="020B0609040504020204" pitchFamily="49" charset="0"/>
              </a:rPr>
              <a:t>/l5-swagger</a:t>
            </a:r>
          </a:p>
          <a:p>
            <a:endParaRPr lang="en-US" dirty="0">
              <a:latin typeface="Lucida Console" panose="020B0609040504020204" pitchFamily="49" charset="0"/>
            </a:endParaRPr>
          </a:p>
          <a:p>
            <a:r>
              <a:rPr lang="en-US" dirty="0" err="1">
                <a:latin typeface="Lucida Console" panose="020B0609040504020204" pitchFamily="49" charset="0"/>
              </a:rPr>
              <a:t>php</a:t>
            </a:r>
            <a:r>
              <a:rPr lang="en-US" dirty="0">
                <a:latin typeface="Lucida Console" panose="020B0609040504020204" pitchFamily="49" charset="0"/>
              </a:rPr>
              <a:t> artisan </a:t>
            </a:r>
            <a:r>
              <a:rPr lang="en-US" dirty="0" err="1">
                <a:latin typeface="Lucida Console" panose="020B0609040504020204" pitchFamily="49" charset="0"/>
              </a:rPr>
              <a:t>vendor:publish</a:t>
            </a:r>
            <a:r>
              <a:rPr lang="en-US" dirty="0">
                <a:latin typeface="Lucida Console" panose="020B0609040504020204" pitchFamily="49" charset="0"/>
              </a:rPr>
              <a:t> --provider="L5Swagger\L5SwaggerServiceProvider"</a:t>
            </a:r>
          </a:p>
        </p:txBody>
      </p:sp>
    </p:spTree>
    <p:extLst>
      <p:ext uri="{BB962C8B-B14F-4D97-AF65-F5344CB8AC3E}">
        <p14:creationId xmlns:p14="http://schemas.microsoft.com/office/powerpoint/2010/main" val="1127882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24452-4AD5-9DFA-3E2A-E010DEEF6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Annotations to Controllers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BBC6F9A-2C40-9731-AF42-CF0ACD074B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6602671"/>
              </p:ext>
            </p:extLst>
          </p:nvPr>
        </p:nvGraphicFramePr>
        <p:xfrm>
          <a:off x="1174377" y="1690688"/>
          <a:ext cx="10515600" cy="1738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75DB13E-1BD1-FFD3-5AD1-6236A09E3141}"/>
              </a:ext>
            </a:extLst>
          </p:cNvPr>
          <p:cNvSpPr txBox="1"/>
          <p:nvPr/>
        </p:nvSpPr>
        <p:spPr>
          <a:xfrm>
            <a:off x="1174377" y="3657310"/>
            <a:ext cx="19253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Example: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11DA94-888E-3591-32D0-65EBA5884AAC}"/>
              </a:ext>
            </a:extLst>
          </p:cNvPr>
          <p:cNvSpPr txBox="1"/>
          <p:nvPr/>
        </p:nvSpPr>
        <p:spPr>
          <a:xfrm>
            <a:off x="2386480" y="4242085"/>
            <a:ext cx="83069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Lucida Console" panose="020B0609040504020204" pitchFamily="49" charset="0"/>
              </a:rPr>
              <a:t>/**</a:t>
            </a:r>
          </a:p>
          <a:p>
            <a:r>
              <a:rPr lang="en-US" dirty="0">
                <a:latin typeface="Lucida Console" panose="020B0609040504020204" pitchFamily="49" charset="0"/>
              </a:rPr>
              <a:t> * @OA\Get(</a:t>
            </a:r>
          </a:p>
          <a:p>
            <a:r>
              <a:rPr lang="en-US" dirty="0">
                <a:latin typeface="Lucida Console" panose="020B0609040504020204" pitchFamily="49" charset="0"/>
              </a:rPr>
              <a:t> *   path="/</a:t>
            </a:r>
            <a:r>
              <a:rPr lang="en-US" dirty="0" err="1">
                <a:latin typeface="Lucida Console" panose="020B0609040504020204" pitchFamily="49" charset="0"/>
              </a:rPr>
              <a:t>api</a:t>
            </a:r>
            <a:r>
              <a:rPr lang="en-US" dirty="0">
                <a:latin typeface="Lucida Console" panose="020B0609040504020204" pitchFamily="49" charset="0"/>
              </a:rPr>
              <a:t>/students",</a:t>
            </a:r>
          </a:p>
          <a:p>
            <a:r>
              <a:rPr lang="en-US" dirty="0">
                <a:latin typeface="Lucida Console" panose="020B0609040504020204" pitchFamily="49" charset="0"/>
              </a:rPr>
              <a:t> *   summary="List students",</a:t>
            </a:r>
          </a:p>
          <a:p>
            <a:r>
              <a:rPr lang="en-US" dirty="0">
                <a:latin typeface="Lucida Console" panose="020B0609040504020204" pitchFamily="49" charset="0"/>
              </a:rPr>
              <a:t> *   @OA\Response(response=200, description="OK")</a:t>
            </a:r>
          </a:p>
          <a:p>
            <a:r>
              <a:rPr lang="en-US" dirty="0">
                <a:latin typeface="Lucida Console" panose="020B0609040504020204" pitchFamily="49" charset="0"/>
              </a:rPr>
              <a:t> * )</a:t>
            </a:r>
          </a:p>
          <a:p>
            <a:r>
              <a:rPr lang="en-US" dirty="0">
                <a:latin typeface="Lucida Console" panose="020B0609040504020204" pitchFamily="49" charset="0"/>
              </a:rPr>
              <a:t> */</a:t>
            </a:r>
          </a:p>
        </p:txBody>
      </p:sp>
    </p:spTree>
    <p:extLst>
      <p:ext uri="{BB962C8B-B14F-4D97-AF65-F5344CB8AC3E}">
        <p14:creationId xmlns:p14="http://schemas.microsoft.com/office/powerpoint/2010/main" val="1924490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9F5E5-2032-CF14-7779-6F9E7C222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E3DED-5649-D909-567F-00134D757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39000" cy="4730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>
                <a:latin typeface="Lucida Console" panose="020B0609040504020204" pitchFamily="49" charset="0"/>
              </a:rPr>
              <a:t>php</a:t>
            </a:r>
            <a:r>
              <a:rPr lang="en-US" dirty="0">
                <a:latin typeface="Lucida Console" panose="020B0609040504020204" pitchFamily="49" charset="0"/>
              </a:rPr>
              <a:t> artisan l5-swagger:generate</a:t>
            </a:r>
          </a:p>
          <a:p>
            <a:endParaRPr lang="en-US" dirty="0">
              <a:latin typeface="Lucida Console" panose="020B0609040504020204" pitchFamily="49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924A90B-3D42-F58A-0927-C307885B88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6412971"/>
              </p:ext>
            </p:extLst>
          </p:nvPr>
        </p:nvGraphicFramePr>
        <p:xfrm>
          <a:off x="2413000" y="3098801"/>
          <a:ext cx="7366000" cy="1701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57551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5C809-8E58-D024-B8B6-C18A520B1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Swagger UI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D6BBDD-7561-FC50-CC93-FBD0785D75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917407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36582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93281-EA3C-F500-E4F0-D01EED38C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Documenting Models &amp; Schemas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F33B45-C454-0D73-1A2B-8F37F7F24C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2818378"/>
              </p:ext>
            </p:extLst>
          </p:nvPr>
        </p:nvGraphicFramePr>
        <p:xfrm>
          <a:off x="1822450" y="1911350"/>
          <a:ext cx="8547100" cy="2479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0132595-FD78-E2B5-98EB-32052F6E1501}"/>
              </a:ext>
            </a:extLst>
          </p:cNvPr>
          <p:cNvSpPr txBox="1"/>
          <p:nvPr/>
        </p:nvSpPr>
        <p:spPr>
          <a:xfrm>
            <a:off x="1212850" y="5111709"/>
            <a:ext cx="1491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Example: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DAD47F-6CE4-8CDC-00AE-10A3883F5B17}"/>
              </a:ext>
            </a:extLst>
          </p:cNvPr>
          <p:cNvSpPr txBox="1"/>
          <p:nvPr/>
        </p:nvSpPr>
        <p:spPr>
          <a:xfrm>
            <a:off x="3378200" y="4557712"/>
            <a:ext cx="80899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Lucida Console" panose="020B0609040504020204" pitchFamily="49" charset="0"/>
              </a:rPr>
              <a:t>/**</a:t>
            </a:r>
          </a:p>
          <a:p>
            <a:r>
              <a:rPr lang="en-US" dirty="0">
                <a:latin typeface="Lucida Console" panose="020B0609040504020204" pitchFamily="49" charset="0"/>
              </a:rPr>
              <a:t> * @OA\Schema(</a:t>
            </a:r>
          </a:p>
          <a:p>
            <a:r>
              <a:rPr lang="en-US" dirty="0">
                <a:latin typeface="Lucida Console" panose="020B0609040504020204" pitchFamily="49" charset="0"/>
              </a:rPr>
              <a:t> *   schema="User",</a:t>
            </a:r>
          </a:p>
          <a:p>
            <a:r>
              <a:rPr lang="en-US" dirty="0">
                <a:latin typeface="Lucida Console" panose="020B0609040504020204" pitchFamily="49" charset="0"/>
              </a:rPr>
              <a:t> *   @OA\Property(property="id", type="integer"),</a:t>
            </a:r>
          </a:p>
          <a:p>
            <a:r>
              <a:rPr lang="en-US" dirty="0">
                <a:latin typeface="Lucida Console" panose="020B0609040504020204" pitchFamily="49" charset="0"/>
              </a:rPr>
              <a:t> *   @OA\Property(property="name", type="string")</a:t>
            </a:r>
          </a:p>
          <a:p>
            <a:r>
              <a:rPr lang="en-US" dirty="0">
                <a:latin typeface="Lucida Console" panose="020B0609040504020204" pitchFamily="49" charset="0"/>
              </a:rPr>
              <a:t> * )</a:t>
            </a:r>
          </a:p>
          <a:p>
            <a:r>
              <a:rPr lang="en-US" dirty="0">
                <a:latin typeface="Lucida Console" panose="020B0609040504020204" pitchFamily="49" charset="0"/>
              </a:rPr>
              <a:t> */</a:t>
            </a:r>
          </a:p>
        </p:txBody>
      </p:sp>
    </p:spTree>
    <p:extLst>
      <p:ext uri="{BB962C8B-B14F-4D97-AF65-F5344CB8AC3E}">
        <p14:creationId xmlns:p14="http://schemas.microsoft.com/office/powerpoint/2010/main" val="3238440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BB35B-A7F0-D2A5-F7CB-A38D63C75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 &amp;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8A9F2-9510-0115-6DC4-497A6D79A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Guidelines</a:t>
            </a:r>
          </a:p>
          <a:p>
            <a:r>
              <a:rPr lang="en-US" dirty="0"/>
              <a:t>Keep annotations close to the code they describe</a:t>
            </a:r>
          </a:p>
          <a:p>
            <a:r>
              <a:rPr lang="en-US" dirty="0"/>
              <a:t>Use schemas for shared structures</a:t>
            </a:r>
          </a:p>
          <a:p>
            <a:r>
              <a:rPr lang="en-US" dirty="0"/>
              <a:t>Validate routes match documentation</a:t>
            </a:r>
          </a:p>
          <a:p>
            <a:r>
              <a:rPr lang="en-US" dirty="0"/>
              <a:t>Automate generation in CI/CD (GitHub Actions, etc.)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28953A8-93F8-874A-D13C-7C50D8E3F6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442852"/>
              </p:ext>
            </p:extLst>
          </p:nvPr>
        </p:nvGraphicFramePr>
        <p:xfrm>
          <a:off x="2032000" y="4270905"/>
          <a:ext cx="8128000" cy="22140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2088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477</Words>
  <Application>Microsoft Macintosh PowerPoint</Application>
  <PresentationFormat>Widescreen</PresentationFormat>
  <Paragraphs>112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Lucida Console</vt:lpstr>
      <vt:lpstr>Office Theme</vt:lpstr>
      <vt:lpstr>API Documentation with Swagger in Laravel</vt:lpstr>
      <vt:lpstr>What Is Swagger / OpenAPI?</vt:lpstr>
      <vt:lpstr>Why Use Swagger in Laravel?</vt:lpstr>
      <vt:lpstr>Installing Swagger Tools in Laravel</vt:lpstr>
      <vt:lpstr>Basic Installation Steps</vt:lpstr>
      <vt:lpstr>Adding Annotations to Controllers</vt:lpstr>
      <vt:lpstr>Generating Documentation</vt:lpstr>
      <vt:lpstr>Exploring Swagger UI</vt:lpstr>
      <vt:lpstr>Documenting Models &amp; Schemas</vt:lpstr>
      <vt:lpstr>Best Practices &amp; 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Medhat Elmasry</dc:creator>
  <cp:lastModifiedBy>Medhat Elmasry</cp:lastModifiedBy>
  <cp:revision>1</cp:revision>
  <dcterms:created xsi:type="dcterms:W3CDTF">2026-04-02T15:49:01Z</dcterms:created>
  <dcterms:modified xsi:type="dcterms:W3CDTF">2026-04-02T16:18:48Z</dcterms:modified>
</cp:coreProperties>
</file>