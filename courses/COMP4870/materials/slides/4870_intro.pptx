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2" r:id="rId6"/>
    <p:sldMasterId id="2147483776" r:id="rId7"/>
    <p:sldMasterId id="2147483779" r:id="rId8"/>
  </p:sldMasterIdLst>
  <p:notesMasterIdLst>
    <p:notesMasterId r:id="rId19"/>
  </p:notesMasterIdLst>
  <p:sldIdLst>
    <p:sldId id="259" r:id="rId9"/>
    <p:sldId id="256" r:id="rId10"/>
    <p:sldId id="264" r:id="rId11"/>
    <p:sldId id="265" r:id="rId12"/>
    <p:sldId id="286" r:id="rId13"/>
    <p:sldId id="284" r:id="rId14"/>
    <p:sldId id="292" r:id="rId15"/>
    <p:sldId id="266" r:id="rId16"/>
    <p:sldId id="268" r:id="rId17"/>
    <p:sldId id="293" r:id="rId1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99FF99"/>
    <a:srgbClr val="FFFFFF"/>
    <a:srgbClr val="000099"/>
    <a:srgbClr val="33CC33"/>
    <a:srgbClr val="CCFFCC"/>
    <a:srgbClr val="CC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60"/>
  </p:normalViewPr>
  <p:slideViewPr>
    <p:cSldViewPr>
      <p:cViewPr varScale="1">
        <p:scale>
          <a:sx n="125" d="100"/>
          <a:sy n="125" d="100"/>
        </p:scale>
        <p:origin x="1522" y="9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94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3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Master" Target="slideMasters/slideMaster2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1.xml"/><Relationship Id="rId11" Type="http://schemas.openxmlformats.org/officeDocument/2006/relationships/slide" Target="slides/slide3.xml"/><Relationship Id="rId24" Type="http://schemas.microsoft.com/office/2016/11/relationships/changesInfo" Target="changesInfos/changesInfo1.xml"/><Relationship Id="rId5" Type="http://schemas.openxmlformats.org/officeDocument/2006/relationships/customXml" Target="../customXml/item5.xml"/><Relationship Id="rId15" Type="http://schemas.openxmlformats.org/officeDocument/2006/relationships/slide" Target="slides/slide7.xml"/><Relationship Id="rId23" Type="http://schemas.openxmlformats.org/officeDocument/2006/relationships/tableStyles" Target="tableStyles.xml"/><Relationship Id="rId10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theme" Target="theme/theme1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dhat Elmasry" userId="405e238c19f61b9e" providerId="LiveId" clId="{86C62C5D-245F-1442-BC90-25B6A68263A6}"/>
  </pc:docChgLst>
  <pc:docChgLst>
    <pc:chgData userId="405e238c19f61b9e" providerId="LiveId" clId="{45FA13A2-48CC-4CA3-89CF-3DCDE53DCB0C}"/>
    <pc:docChg chg="custSel addSld modSld">
      <pc:chgData name="" userId="405e238c19f61b9e" providerId="LiveId" clId="{45FA13A2-48CC-4CA3-89CF-3DCDE53DCB0C}" dt="2022-01-07T17:19:56.805" v="160"/>
      <pc:docMkLst>
        <pc:docMk/>
      </pc:docMkLst>
      <pc:sldChg chg="modSp">
        <pc:chgData name="" userId="405e238c19f61b9e" providerId="LiveId" clId="{45FA13A2-48CC-4CA3-89CF-3DCDE53DCB0C}" dt="2022-01-05T21:10:26.485" v="33" actId="20577"/>
        <pc:sldMkLst>
          <pc:docMk/>
          <pc:sldMk cId="0" sldId="259"/>
        </pc:sldMkLst>
        <pc:spChg chg="mod">
          <ac:chgData name="" userId="405e238c19f61b9e" providerId="LiveId" clId="{45FA13A2-48CC-4CA3-89CF-3DCDE53DCB0C}" dt="2022-01-05T21:09:24.418" v="2" actId="20577"/>
          <ac:spMkLst>
            <pc:docMk/>
            <pc:sldMk cId="0" sldId="259"/>
            <ac:spMk id="3076" creationId="{00000000-0000-0000-0000-000000000000}"/>
          </ac:spMkLst>
        </pc:spChg>
        <pc:spChg chg="mod">
          <ac:chgData name="" userId="405e238c19f61b9e" providerId="LiveId" clId="{45FA13A2-48CC-4CA3-89CF-3DCDE53DCB0C}" dt="2022-01-05T21:10:26.485" v="33" actId="20577"/>
          <ac:spMkLst>
            <pc:docMk/>
            <pc:sldMk cId="0" sldId="259"/>
            <ac:spMk id="3077" creationId="{00000000-0000-0000-0000-000000000000}"/>
          </ac:spMkLst>
        </pc:spChg>
      </pc:sldChg>
      <pc:sldChg chg="modSp">
        <pc:chgData name="" userId="405e238c19f61b9e" providerId="LiveId" clId="{45FA13A2-48CC-4CA3-89CF-3DCDE53DCB0C}" dt="2022-01-05T21:10:49.124" v="44" actId="20577"/>
        <pc:sldMkLst>
          <pc:docMk/>
          <pc:sldMk cId="0" sldId="264"/>
        </pc:sldMkLst>
        <pc:spChg chg="mod">
          <ac:chgData name="" userId="405e238c19f61b9e" providerId="LiveId" clId="{45FA13A2-48CC-4CA3-89CF-3DCDE53DCB0C}" dt="2022-01-05T21:10:49.124" v="44" actId="20577"/>
          <ac:spMkLst>
            <pc:docMk/>
            <pc:sldMk cId="0" sldId="264"/>
            <ac:spMk id="5125" creationId="{00000000-0000-0000-0000-000000000000}"/>
          </ac:spMkLst>
        </pc:spChg>
      </pc:sldChg>
      <pc:sldChg chg="modSp">
        <pc:chgData name="" userId="405e238c19f61b9e" providerId="LiveId" clId="{45FA13A2-48CC-4CA3-89CF-3DCDE53DCB0C}" dt="2022-01-05T21:12:04.401" v="59" actId="20577"/>
        <pc:sldMkLst>
          <pc:docMk/>
          <pc:sldMk cId="0" sldId="265"/>
        </pc:sldMkLst>
        <pc:spChg chg="mod">
          <ac:chgData name="" userId="405e238c19f61b9e" providerId="LiveId" clId="{45FA13A2-48CC-4CA3-89CF-3DCDE53DCB0C}" dt="2022-01-05T21:12:04.401" v="59" actId="20577"/>
          <ac:spMkLst>
            <pc:docMk/>
            <pc:sldMk cId="0" sldId="265"/>
            <ac:spMk id="6149" creationId="{00000000-0000-0000-0000-000000000000}"/>
          </ac:spMkLst>
        </pc:spChg>
      </pc:sldChg>
      <pc:sldChg chg="modSp">
        <pc:chgData name="" userId="405e238c19f61b9e" providerId="LiveId" clId="{45FA13A2-48CC-4CA3-89CF-3DCDE53DCB0C}" dt="2022-01-05T21:15:16.424" v="117" actId="1076"/>
        <pc:sldMkLst>
          <pc:docMk/>
          <pc:sldMk cId="0" sldId="266"/>
        </pc:sldMkLst>
        <pc:spChg chg="mod">
          <ac:chgData name="" userId="405e238c19f61b9e" providerId="LiveId" clId="{45FA13A2-48CC-4CA3-89CF-3DCDE53DCB0C}" dt="2022-01-05T21:14:48.933" v="116" actId="14100"/>
          <ac:spMkLst>
            <pc:docMk/>
            <pc:sldMk cId="0" sldId="266"/>
            <ac:spMk id="12322" creationId="{00000000-0000-0000-0000-000000000000}"/>
          </ac:spMkLst>
        </pc:spChg>
        <pc:graphicFrameChg chg="mod modGraphic">
          <ac:chgData name="" userId="405e238c19f61b9e" providerId="LiveId" clId="{45FA13A2-48CC-4CA3-89CF-3DCDE53DCB0C}" dt="2022-01-05T21:15:16.424" v="117" actId="1076"/>
          <ac:graphicFrameMkLst>
            <pc:docMk/>
            <pc:sldMk cId="0" sldId="266"/>
            <ac:graphicFrameMk id="100355" creationId="{00000000-0000-0000-0000-000000000000}"/>
          </ac:graphicFrameMkLst>
        </pc:graphicFrameChg>
      </pc:sldChg>
      <pc:sldChg chg="modSp">
        <pc:chgData name="" userId="405e238c19f61b9e" providerId="LiveId" clId="{45FA13A2-48CC-4CA3-89CF-3DCDE53DCB0C}" dt="2022-01-05T21:15:52.186" v="138" actId="1076"/>
        <pc:sldMkLst>
          <pc:docMk/>
          <pc:sldMk cId="0" sldId="268"/>
        </pc:sldMkLst>
        <pc:spChg chg="mod">
          <ac:chgData name="" userId="405e238c19f61b9e" providerId="LiveId" clId="{45FA13A2-48CC-4CA3-89CF-3DCDE53DCB0C}" dt="2022-01-05T21:15:27.099" v="131" actId="20577"/>
          <ac:spMkLst>
            <pc:docMk/>
            <pc:sldMk cId="0" sldId="268"/>
            <ac:spMk id="13316" creationId="{00000000-0000-0000-0000-000000000000}"/>
          </ac:spMkLst>
        </pc:spChg>
        <pc:spChg chg="mod">
          <ac:chgData name="" userId="405e238c19f61b9e" providerId="LiveId" clId="{45FA13A2-48CC-4CA3-89CF-3DCDE53DCB0C}" dt="2022-01-05T21:15:52.186" v="138" actId="1076"/>
          <ac:spMkLst>
            <pc:docMk/>
            <pc:sldMk cId="0" sldId="268"/>
            <ac:spMk id="13317" creationId="{00000000-0000-0000-0000-000000000000}"/>
          </ac:spMkLst>
        </pc:spChg>
      </pc:sldChg>
      <pc:sldChg chg="modSp">
        <pc:chgData name="" userId="405e238c19f61b9e" providerId="LiveId" clId="{45FA13A2-48CC-4CA3-89CF-3DCDE53DCB0C}" dt="2022-01-05T21:13:10.733" v="83" actId="20577"/>
        <pc:sldMkLst>
          <pc:docMk/>
          <pc:sldMk cId="0" sldId="284"/>
        </pc:sldMkLst>
        <pc:spChg chg="mod">
          <ac:chgData name="" userId="405e238c19f61b9e" providerId="LiveId" clId="{45FA13A2-48CC-4CA3-89CF-3DCDE53DCB0C}" dt="2022-01-05T21:13:10.733" v="83" actId="20577"/>
          <ac:spMkLst>
            <pc:docMk/>
            <pc:sldMk cId="0" sldId="284"/>
            <ac:spMk id="2" creationId="{00000000-0000-0000-0000-000000000000}"/>
          </ac:spMkLst>
        </pc:spChg>
      </pc:sldChg>
      <pc:sldChg chg="modSp">
        <pc:chgData name="" userId="405e238c19f61b9e" providerId="LiveId" clId="{45FA13A2-48CC-4CA3-89CF-3DCDE53DCB0C}" dt="2022-01-05T21:12:28.691" v="66" actId="20577"/>
        <pc:sldMkLst>
          <pc:docMk/>
          <pc:sldMk cId="0" sldId="286"/>
        </pc:sldMkLst>
        <pc:spChg chg="mod">
          <ac:chgData name="" userId="405e238c19f61b9e" providerId="LiveId" clId="{45FA13A2-48CC-4CA3-89CF-3DCDE53DCB0C}" dt="2022-01-05T21:12:28.691" v="66" actId="20577"/>
          <ac:spMkLst>
            <pc:docMk/>
            <pc:sldMk cId="0" sldId="286"/>
            <ac:spMk id="7173" creationId="{00000000-0000-0000-0000-000000000000}"/>
          </ac:spMkLst>
        </pc:spChg>
      </pc:sldChg>
      <pc:sldChg chg="modSp add">
        <pc:chgData name="" userId="405e238c19f61b9e" providerId="LiveId" clId="{45FA13A2-48CC-4CA3-89CF-3DCDE53DCB0C}" dt="2022-01-07T17:19:56.805" v="160"/>
        <pc:sldMkLst>
          <pc:docMk/>
          <pc:sldMk cId="3452240090" sldId="293"/>
        </pc:sldMkLst>
        <pc:spChg chg="mod">
          <ac:chgData name="" userId="405e238c19f61b9e" providerId="LiveId" clId="{45FA13A2-48CC-4CA3-89CF-3DCDE53DCB0C}" dt="2022-01-07T17:19:49.451" v="159" actId="20577"/>
          <ac:spMkLst>
            <pc:docMk/>
            <pc:sldMk cId="3452240090" sldId="293"/>
            <ac:spMk id="2" creationId="{8DC7FF77-9C7C-4048-8D94-0AA75C7B12B1}"/>
          </ac:spMkLst>
        </pc:spChg>
        <pc:spChg chg="mod">
          <ac:chgData name="" userId="405e238c19f61b9e" providerId="LiveId" clId="{45FA13A2-48CC-4CA3-89CF-3DCDE53DCB0C}" dt="2022-01-07T17:19:56.805" v="160"/>
          <ac:spMkLst>
            <pc:docMk/>
            <pc:sldMk cId="3452240090" sldId="293"/>
            <ac:spMk id="3" creationId="{87269050-1F1F-4352-8ABF-CB0F7B35DD89}"/>
          </ac:spMkLst>
        </pc:spChg>
      </pc:sldChg>
    </pc:docChg>
  </pc:docChgLst>
  <pc:docChgLst>
    <pc:chgData name="Medhat Elmasry" userId="405e238c19f61b9e" providerId="LiveId" clId="{089E5D46-F515-4B0A-B304-5292D2F07E99}"/>
  </pc:docChgLst>
  <pc:docChgLst>
    <pc:chgData userId="405e238c19f61b9e" providerId="LiveId" clId="{62476733-801E-4A70-9440-2C7812E613E9}"/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3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704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8704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704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3AD3546A-7610-4CC6-9365-FAB79141D2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35440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0"/>
            <a:ext cx="8382000" cy="221086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3"/>
            <a:ext cx="4114800" cy="2129814"/>
          </a:xfrm>
        </p:spPr>
        <p:txBody>
          <a:bodyPr/>
          <a:lstStyle>
            <a:lvl1pPr marL="339976" indent="-339976">
              <a:lnSpc>
                <a:spcPct val="90000"/>
              </a:lnSpc>
              <a:defRPr sz="2800"/>
            </a:lvl1pPr>
            <a:lvl2pPr marL="673338" indent="-325424">
              <a:lnSpc>
                <a:spcPct val="90000"/>
              </a:lnSpc>
              <a:defRPr sz="2400"/>
            </a:lvl2pPr>
            <a:lvl3pPr marL="953785" indent="-288384">
              <a:lnSpc>
                <a:spcPct val="90000"/>
              </a:lnSpc>
              <a:defRPr sz="2000"/>
            </a:lvl3pPr>
            <a:lvl4pPr marL="1227618" indent="-273833">
              <a:lnSpc>
                <a:spcPct val="90000"/>
              </a:lnSpc>
              <a:defRPr sz="1800"/>
            </a:lvl4pPr>
            <a:lvl5pPr marL="1516002" indent="-280447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3"/>
            <a:ext cx="4114800" cy="2129814"/>
          </a:xfrm>
        </p:spPr>
        <p:txBody>
          <a:bodyPr/>
          <a:lstStyle>
            <a:lvl1pPr marL="347914" indent="-347914">
              <a:lnSpc>
                <a:spcPct val="90000"/>
              </a:lnSpc>
              <a:defRPr sz="2800"/>
            </a:lvl1pPr>
            <a:lvl2pPr marL="673338" indent="-339976">
              <a:lnSpc>
                <a:spcPct val="90000"/>
              </a:lnSpc>
              <a:defRPr sz="2400"/>
            </a:lvl2pPr>
            <a:lvl3pPr marL="961722" indent="-302936">
              <a:lnSpc>
                <a:spcPct val="90000"/>
              </a:lnSpc>
              <a:defRPr sz="2000"/>
            </a:lvl3pPr>
            <a:lvl4pPr marL="1227618" indent="-265896">
              <a:lnSpc>
                <a:spcPct val="90000"/>
              </a:lnSpc>
              <a:defRPr sz="1800"/>
            </a:lvl4pPr>
            <a:lvl5pPr marL="1516002" indent="-273833">
              <a:lnSpc>
                <a:spcPct val="90000"/>
              </a:lnSpc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1553"/>
            <a:ext cx="4114800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5"/>
            <a:ext cx="4114800" cy="1537344"/>
          </a:xfrm>
        </p:spPr>
        <p:txBody>
          <a:bodyPr/>
          <a:lstStyle>
            <a:lvl1pPr marL="281770" indent="-281770">
              <a:defRPr sz="2300"/>
            </a:lvl1pPr>
            <a:lvl2pPr marL="562218" indent="-265896">
              <a:defRPr sz="2000"/>
            </a:lvl2pPr>
            <a:lvl3pPr marL="813562" indent="-243407">
              <a:defRPr sz="1800"/>
            </a:lvl3pPr>
            <a:lvl4pPr marL="1050354" indent="-228856">
              <a:defRPr sz="1700"/>
            </a:lvl4pPr>
            <a:lvl5pPr marL="1279210" indent="-206367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411553"/>
            <a:ext cx="4117019" cy="692498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5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117974" cy="1537344"/>
          </a:xfrm>
        </p:spPr>
        <p:txBody>
          <a:bodyPr/>
          <a:lstStyle>
            <a:lvl1pPr marL="296321" indent="-296321">
              <a:defRPr sz="2300"/>
            </a:lvl1pPr>
            <a:lvl2pPr marL="570155" indent="-273833">
              <a:defRPr sz="2000"/>
            </a:lvl2pPr>
            <a:lvl3pPr marL="821499" indent="-244730">
              <a:defRPr sz="1800"/>
            </a:lvl3pPr>
            <a:lvl4pPr marL="1050354" indent="-236793">
              <a:defRPr sz="1700"/>
            </a:lvl4pPr>
            <a:lvl5pPr marL="1279210" indent="-220919">
              <a:defRPr sz="17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bg bwMode="ltGray"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white"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 bwMode="white">
          <a:xfrm>
            <a:off x="381000" y="1411553"/>
            <a:ext cx="8382000" cy="2200602"/>
          </a:xfrm>
        </p:spPr>
        <p:txBody>
          <a:bodyPr/>
          <a:lstStyle>
            <a:lvl1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1pPr>
            <a:lvl2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2pPr>
            <a:lvl3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3pPr>
            <a:lvl4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4pPr>
            <a:lvl5pPr>
              <a:buClr>
                <a:schemeClr val="tx1"/>
              </a:buClr>
              <a:buSzPct val="70000"/>
              <a:buFont typeface="Wingdings" pitchFamily="2" charset="2"/>
              <a:buChar char="l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0" y="6238875"/>
            <a:ext cx="9144001" cy="619125"/>
          </a:xfrm>
          <a:solidFill>
            <a:srgbClr val="FFFF99"/>
          </a:solidFill>
        </p:spPr>
        <p:txBody>
          <a:bodyPr wrap="square" lIns="152394" tIns="76197" rIns="152394" bIns="76197" anchor="b" anchorCtr="0">
            <a:noAutofit/>
          </a:bodyPr>
          <a:lstStyle>
            <a:lvl1pPr algn="r">
              <a:buFont typeface="Arial" pitchFamily="34" charset="0"/>
              <a:buNone/>
              <a:defRPr>
                <a:solidFill>
                  <a:srgbClr val="000000"/>
                </a:solidFill>
                <a:effectLst/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bg>
      <p:bgPr>
        <a:blipFill dpi="0" rotWithShape="1">
          <a:blip r:embed="rId2" cstate="print">
            <a:lum/>
          </a:blip>
          <a:srcRect/>
          <a:stretch>
            <a:fillRect t="-4000" b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2860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990600"/>
            <a:ext cx="8610600" cy="51054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32"/>
          <p:cNvSpPr>
            <a:spLocks noGrp="1" noChangeArrowheads="1"/>
          </p:cNvSpPr>
          <p:nvPr>
            <p:ph type="dt" sz="half" idx="10"/>
          </p:nvPr>
        </p:nvSpPr>
        <p:spPr>
          <a:xfrm>
            <a:off x="304800" y="6313488"/>
            <a:ext cx="18288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33"/>
          <p:cNvSpPr>
            <a:spLocks noGrp="1" noChangeArrowheads="1"/>
          </p:cNvSpPr>
          <p:nvPr>
            <p:ph type="ftr" sz="quarter" idx="11"/>
          </p:nvPr>
        </p:nvSpPr>
        <p:spPr>
          <a:xfrm>
            <a:off x="2209800" y="6313488"/>
            <a:ext cx="4648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Comp4870: Intranet Planning &amp; Dev.</a:t>
            </a:r>
          </a:p>
        </p:txBody>
      </p:sp>
      <p:sp>
        <p:nvSpPr>
          <p:cNvPr id="6" name="Rectangle 34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934200" y="6313488"/>
            <a:ext cx="19812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01 - </a:t>
            </a:r>
            <a:fld id="{E890A1C7-4271-4F11-8EAA-AD8A71B2F55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randomBar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Comp4870: Intranet Planning &amp; Dev.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1" name="Rectangle 10"/>
          <p:cNvSpPr/>
          <p:nvPr/>
        </p:nvSpPr>
        <p:spPr>
          <a:xfrm>
            <a:off x="1" y="6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25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2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1575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370273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new_0000_Layer Comp 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752813" y="43913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34" name="Rectangle 33"/>
          <p:cNvSpPr/>
          <p:nvPr/>
        </p:nvSpPr>
        <p:spPr>
          <a:xfrm flipH="1">
            <a:off x="4752814" y="532810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5" name="Rectangle 34"/>
          <p:cNvSpPr/>
          <p:nvPr/>
        </p:nvSpPr>
        <p:spPr>
          <a:xfrm flipH="1">
            <a:off x="4299183" y="532527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6" name="Rectangle 35"/>
          <p:cNvSpPr/>
          <p:nvPr/>
        </p:nvSpPr>
        <p:spPr>
          <a:xfrm flipH="1">
            <a:off x="4504979" y="499564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754145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3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196597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4239710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1_Layer Comp 2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0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2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400917110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_0004_Layer Comp 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882166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8492364" y="543644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7" name="Rectangle 16"/>
          <p:cNvSpPr/>
          <p:nvPr/>
        </p:nvSpPr>
        <p:spPr>
          <a:xfrm>
            <a:off x="8492364" y="510678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488216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2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24620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31586" y="543687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136619581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1_Layer Comp 2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3" t="10272" r="17057" b="7457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52" y="449235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2" name="Rectangle 11"/>
          <p:cNvSpPr/>
          <p:nvPr/>
        </p:nvSpPr>
        <p:spPr>
          <a:xfrm flipH="1">
            <a:off x="658353" y="5338203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204722" y="5335371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410517" y="5005741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6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943194115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SC12_Sam_001_16x9.jpg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" y="0"/>
            <a:ext cx="914129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309337" y="546949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309337" y="957582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751791" y="3957947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11" name="Rectangle 10"/>
          <p:cNvSpPr/>
          <p:nvPr/>
        </p:nvSpPr>
        <p:spPr>
          <a:xfrm flipH="1">
            <a:off x="5309337" y="5435916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Rectangle 11"/>
          <p:cNvSpPr/>
          <p:nvPr/>
        </p:nvSpPr>
        <p:spPr>
          <a:xfrm flipH="1">
            <a:off x="4855707" y="5433085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 flipH="1">
            <a:off x="5061503" y="5103454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698008030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new_0002_Layer Comp 3.jpg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70" r="847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53066" y="408297"/>
            <a:ext cx="3556674" cy="48159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 baseline="0" dirty="0"/>
          </a:p>
        </p:txBody>
      </p:sp>
      <p:sp>
        <p:nvSpPr>
          <p:cNvPr id="13" name="Rectangle 12"/>
          <p:cNvSpPr/>
          <p:nvPr/>
        </p:nvSpPr>
        <p:spPr>
          <a:xfrm flipH="1">
            <a:off x="653067" y="5297264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 flipH="1">
            <a:off x="199436" y="5294433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 flipH="1">
            <a:off x="405232" y="4964802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8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59027" y="869447"/>
            <a:ext cx="3556000" cy="2301300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6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658354" y="3884501"/>
            <a:ext cx="3105355" cy="674364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891471718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_0003_Layer Comp 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5233581" y="327541"/>
            <a:ext cx="3184052" cy="516795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9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233582" y="1734558"/>
            <a:ext cx="3184050" cy="1954348"/>
          </a:xfrm>
          <a:prstGeom prst="rect">
            <a:avLst/>
          </a:prstGeom>
        </p:spPr>
        <p:txBody>
          <a:bodyPr vert="horz" lIns="91440" tIns="0" rIns="91440" bIns="45720" rtlCol="0" anchor="t" anchorCtr="0">
            <a:noAutofit/>
          </a:bodyPr>
          <a:lstStyle>
            <a:lvl1pPr algn="l">
              <a:defRPr sz="3300" b="0" cap="none" baseline="0">
                <a:solidFill>
                  <a:srgbClr val="FFFFFF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</a:t>
            </a:r>
            <a:br>
              <a:rPr lang="en-US" dirty="0"/>
            </a:br>
            <a:r>
              <a:rPr lang="en-US" dirty="0"/>
              <a:t>presentation</a:t>
            </a:r>
          </a:p>
        </p:txBody>
      </p:sp>
      <p:sp>
        <p:nvSpPr>
          <p:cNvPr id="30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5374225" y="4706299"/>
            <a:ext cx="2902766" cy="572695"/>
          </a:xfrm>
        </p:spPr>
        <p:txBody>
          <a:bodyPr tIns="0">
            <a:normAutofit/>
          </a:bodyPr>
          <a:lstStyle>
            <a:lvl1pPr marL="0" indent="0" algn="l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472689" y="5567949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2" name="Rectangle 31"/>
          <p:cNvSpPr/>
          <p:nvPr/>
        </p:nvSpPr>
        <p:spPr>
          <a:xfrm>
            <a:off x="8472689" y="523828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33" name="Rectangle 32"/>
          <p:cNvSpPr/>
          <p:nvPr/>
        </p:nvSpPr>
        <p:spPr>
          <a:xfrm>
            <a:off x="7611117" y="556851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537447899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27067" y="619519"/>
            <a:ext cx="7302500" cy="363074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1027068" y="1794192"/>
            <a:ext cx="7301768" cy="1107016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presentation</a:t>
            </a:r>
          </a:p>
        </p:txBody>
      </p:sp>
      <p:sp>
        <p:nvSpPr>
          <p:cNvPr id="12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335072" y="2902660"/>
            <a:ext cx="6993764" cy="559473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1643" y="4323286"/>
            <a:ext cx="398869" cy="530139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Rectangle 13"/>
          <p:cNvSpPr/>
          <p:nvPr/>
        </p:nvSpPr>
        <p:spPr>
          <a:xfrm>
            <a:off x="778221" y="3993656"/>
            <a:ext cx="193073" cy="256613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027068" y="4323507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641507570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E5768D-597F-444B-9A31-18D8449AA4CF}" type="datetime1">
              <a:rPr lang="en-US" smtClean="0"/>
              <a:t>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23560339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191C6F-EFA8-46E8-BCB7-BE83D7CA91F7}" type="datetime1">
              <a:rPr lang="en-US" smtClean="0"/>
              <a:t>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908706705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pa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7CBEFB-FBB2-43EC-819E-C1995C229489}" type="datetime1">
              <a:rPr lang="en-US" smtClean="0"/>
              <a:t>1/7/2022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613311" y="2544586"/>
            <a:ext cx="7826044" cy="1469857"/>
          </a:xfrm>
        </p:spPr>
        <p:txBody>
          <a:bodyPr anchor="t">
            <a:noAutofit/>
          </a:bodyPr>
          <a:lstStyle>
            <a:lvl1pPr algn="l">
              <a:lnSpc>
                <a:spcPct val="80000"/>
              </a:lnSpc>
              <a:defRPr sz="540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divider page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118102" y="4023362"/>
            <a:ext cx="7320135" cy="419605"/>
          </a:xfrm>
        </p:spPr>
        <p:txBody>
          <a:bodyPr anchor="b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739324848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1" name="Picture 10" descr="WIN11_Sarah_01_PPT.jpg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232" b="-232"/>
          <a:stretch/>
        </p:blipFill>
        <p:spPr>
          <a:xfrm>
            <a:off x="356017" y="1687908"/>
            <a:ext cx="2743200" cy="36576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249876551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9" name="Rectangle 8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8179" y="1683559"/>
            <a:ext cx="2739318" cy="3652424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806215798"/>
      </p:ext>
    </p:extLst>
  </p:cSld>
  <p:clrMapOvr>
    <a:masterClrMapping/>
  </p:clrMapOvr>
  <p:hf sldNum="0"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8018" y="1687908"/>
            <a:ext cx="2734056" cy="3645408"/>
          </a:xfrm>
          <a:prstGeom prst="rect">
            <a:avLst/>
          </a:prstGeom>
        </p:spPr>
      </p:pic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764235180"/>
      </p:ext>
    </p:extLst>
  </p:cSld>
  <p:clrMapOvr>
    <a:masterClrMapping/>
  </p:clrMapOvr>
  <p:hf sldNum="0"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146838" y="455928"/>
            <a:ext cx="5644598" cy="4876800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Rectangle 9"/>
          <p:cNvSpPr/>
          <p:nvPr/>
        </p:nvSpPr>
        <p:spPr>
          <a:xfrm>
            <a:off x="2693207" y="5409001"/>
            <a:ext cx="398869" cy="530139"/>
          </a:xfrm>
          <a:prstGeom prst="rect">
            <a:avLst/>
          </a:prstGeom>
          <a:solidFill>
            <a:srgbClr val="6DC2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3146838" y="5409001"/>
            <a:ext cx="806516" cy="1071943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3146840" y="902181"/>
            <a:ext cx="4380725" cy="2009677"/>
          </a:xfrm>
        </p:spPr>
        <p:txBody>
          <a:bodyPr tIns="0" bIns="0" anchor="t">
            <a:noAutofit/>
          </a:bodyPr>
          <a:lstStyle>
            <a:lvl1pPr algn="l">
              <a:lnSpc>
                <a:spcPct val="80000"/>
              </a:lnSpc>
              <a:defRPr sz="4050" b="0" cap="none" baseline="0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headline 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  <p:sp>
        <p:nvSpPr>
          <p:cNvPr id="16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644440" y="2915885"/>
            <a:ext cx="3885285" cy="882928"/>
          </a:xfrm>
        </p:spPr>
        <p:txBody>
          <a:bodyPr anchor="ctr">
            <a:noAutofit/>
          </a:bodyPr>
          <a:lstStyle>
            <a:lvl1pPr marL="0" indent="0">
              <a:buNone/>
              <a:defRPr sz="1500" b="0">
                <a:solidFill>
                  <a:srgbClr val="FFFFFF"/>
                </a:solidFill>
                <a:latin typeface="Segoe Light"/>
                <a:cs typeface="Segoe Ligh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7935" y="1690573"/>
            <a:ext cx="2729723" cy="3645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562407"/>
      </p:ext>
    </p:extLst>
  </p:cSld>
  <p:clrMapOvr>
    <a:masterClrMapping/>
  </p:clrMapOvr>
  <p:hf sldNum="0"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7465E5-D49D-488B-953C-8D72A2115E0A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20842"/>
            <a:ext cx="8229600" cy="490532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46477"/>
      </p:ext>
    </p:extLst>
  </p:cSld>
  <p:clrMapOvr>
    <a:masterClrMapping/>
  </p:clrMapOvr>
  <p:hf sldNum="0"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n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8229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385BB4-6839-4F7D-B1DB-ED40FD8DB602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250970452"/>
      </p:ext>
    </p:extLst>
  </p:cSld>
  <p:clrMapOvr>
    <a:masterClrMapping/>
  </p:clrMapOvr>
  <p:hf sldNum="0"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9A0416-FC3C-4D8F-A2B6-C0424F15D7C3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36775870"/>
      </p:ext>
    </p:extLst>
  </p:cSld>
  <p:clrMapOvr>
    <a:masterClrMapping/>
  </p:clrMapOvr>
  <p:hf sldNum="0"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 smtClean="0"/>
            </a:lvl1pPr>
            <a:lvl2pPr>
              <a:defRPr lang="en-US" dirty="0" smtClean="0"/>
            </a:lvl2pPr>
            <a:lvl3pPr>
              <a:defRPr lang="en-US" dirty="0" smtClean="0"/>
            </a:lvl3pPr>
            <a:lvl4pPr>
              <a:defRPr lang="en-US" dirty="0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9A94B8-74E1-4FD5-B9F4-CB262C43468F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44888610"/>
      </p:ext>
    </p:extLst>
  </p:cSld>
  <p:clrMapOvr>
    <a:masterClrMapping/>
  </p:clrMapOvr>
  <p:hf sldNum="0"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Comp4870: Intranet Planning &amp; Dev.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9132829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D6318-EE40-48FD-B84D-0821338283C1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034682646"/>
      </p:ext>
    </p:extLst>
  </p:cSld>
  <p:clrMapOvr>
    <a:masterClrMapping/>
  </p:clrMapOvr>
  <p:hf sldNum="0" hdr="0" ftr="0" dt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C66DA-406B-4F27-B199-A4D44B5544E0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5" name="Rectangle 14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774653320"/>
      </p:ext>
    </p:extLst>
  </p:cSld>
  <p:clrMapOvr>
    <a:masterClrMapping/>
  </p:clrMapOvr>
  <p:hf sldNum="0" hdr="0" ft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5"/>
            <a:ext cx="4040188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30" y="1535115"/>
            <a:ext cx="4041775" cy="639763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30" y="2174875"/>
            <a:ext cx="4041775" cy="39512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061E2-E31F-4DAF-A1E3-8E72CD07C689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491469497"/>
      </p:ext>
    </p:extLst>
  </p:cSld>
  <p:clrMapOvr>
    <a:masterClrMapping/>
  </p:clrMapOvr>
  <p:hf sldNum="0" hdr="0" ftr="0" dt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0FC41-CC29-413B-B475-E22B8620836E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71402009"/>
      </p:ext>
    </p:extLst>
  </p:cSld>
  <p:clrMapOvr>
    <a:masterClrMapping/>
  </p:clrMapOvr>
  <p:hf sldNum="0" hdr="0" ft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1435103"/>
            <a:ext cx="5111750" cy="4691063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5" y="1435103"/>
            <a:ext cx="3008313" cy="46910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5167C0-6C15-4F65-B4D1-7C420B23675E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011480739"/>
      </p:ext>
    </p:extLst>
  </p:cSld>
  <p:clrMapOvr>
    <a:masterClrMapping/>
  </p:clrMapOvr>
  <p:hf sldNum="0" hdr="0" ft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2F870E-468C-47D4-83F1-4BBAE04CEBED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113257301"/>
      </p:ext>
    </p:extLst>
  </p:cSld>
  <p:clrMapOvr>
    <a:masterClrMapping/>
  </p:clrMapOvr>
  <p:hf sldNum="0" hdr="0" ft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1374775"/>
            <a:ext cx="5486400" cy="41148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570541"/>
            <a:ext cx="5486400" cy="474663"/>
          </a:xfrm>
        </p:spPr>
        <p:txBody>
          <a:bodyPr/>
          <a:lstStyle>
            <a:lvl1pPr marL="0" indent="0">
              <a:buNone/>
              <a:defRPr sz="1050"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12294F-77DC-420B-BC77-5A5D9746E316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633064143"/>
      </p:ext>
    </p:extLst>
  </p:cSld>
  <p:clrMapOvr>
    <a:masterClrMapping/>
  </p:clrMapOvr>
  <p:hf sldNum="0" hdr="0" ft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33C197-BFD1-4D64-BB08-8012D6A3FFC4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6" name="Rectangle 25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28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144066597"/>
      </p:ext>
    </p:extLst>
  </p:cSld>
  <p:clrMapOvr>
    <a:masterClrMapping/>
  </p:clrMapOvr>
  <p:hf sldNum="0" hdr="0" ftr="0" dt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2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515" y="1837269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19" name="Rectangle 18"/>
          <p:cNvSpPr/>
          <p:nvPr/>
        </p:nvSpPr>
        <p:spPr bwMode="auto">
          <a:xfrm>
            <a:off x="1936035" y="3833295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350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651C4-5CC1-49C0-A1E3-C3A1981755A1}" type="datetime1">
              <a:rPr lang="en-US" smtClean="0"/>
              <a:t>1/7/2022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Rectangle 16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449292" y="1827674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b="0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5" name="Rectangle 24"/>
          <p:cNvSpPr/>
          <p:nvPr/>
        </p:nvSpPr>
        <p:spPr bwMode="auto">
          <a:xfrm>
            <a:off x="6007100" y="1841373"/>
            <a:ext cx="2661894" cy="384822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350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7202" y="281943"/>
            <a:ext cx="8244357" cy="582841"/>
          </a:xfrm>
        </p:spPr>
        <p:txBody>
          <a:bodyPr vert="horz" lIns="91440" tIns="0" rIns="91440" bIns="45720" rtlCol="0" anchor="t" anchorCtr="0">
            <a:noAutofit/>
          </a:bodyPr>
          <a:lstStyle>
            <a:lvl1pPr>
              <a:defRPr lang="en-US" b="0" dirty="0">
                <a:solidFill>
                  <a:srgbClr val="0072C6"/>
                </a:solidFill>
              </a:defRPr>
            </a:lvl1pPr>
          </a:lstStyle>
          <a:p>
            <a:pPr lvl="0"/>
            <a:r>
              <a:rPr lang="en-US" dirty="0"/>
              <a:t>title of text slide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64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42032" y="1826686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6007100" y="1841372"/>
            <a:ext cx="2661894" cy="383621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1942032" y="382387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9263" y="3818469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</p:spTree>
    <p:extLst>
      <p:ext uri="{BB962C8B-B14F-4D97-AF65-F5344CB8AC3E}">
        <p14:creationId xmlns:p14="http://schemas.microsoft.com/office/powerpoint/2010/main" val="3965526145"/>
      </p:ext>
    </p:extLst>
  </p:cSld>
  <p:clrMapOvr>
    <a:masterClrMapping/>
  </p:clrMapOvr>
  <p:hf sldNum="0" hdr="0" ft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1E0AC9-E131-4B5D-86D9-149A03CD6B9E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7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52185042"/>
      </p:ext>
    </p:extLst>
  </p:cSld>
  <p:clrMapOvr>
    <a:masterClrMapping/>
  </p:clrMapOvr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1701" y="1841373"/>
            <a:ext cx="2247900" cy="385319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78B3D1-9C0C-4794-AA64-A33FBE08A51B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3" y="1841375"/>
            <a:ext cx="2894881" cy="1861753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777167" y="1841373"/>
            <a:ext cx="2913008" cy="3853197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3" y="3819119"/>
            <a:ext cx="1409347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quarter" idx="14" hasCustomPrompt="1"/>
          </p:nvPr>
        </p:nvSpPr>
        <p:spPr>
          <a:xfrm>
            <a:off x="1936035" y="381911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5777167" y="1841373"/>
            <a:ext cx="2913008" cy="385319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449291" y="1841374"/>
            <a:ext cx="2894881" cy="186175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3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958425244"/>
      </p:ext>
    </p:extLst>
  </p:cSld>
  <p:clrMapOvr>
    <a:masterClrMapping/>
  </p:clrMapOvr>
  <p:hf sldNum="0" hdr="0" ft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C5862-C215-4E95-92B2-D9BAE5EF8781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866826344"/>
      </p:ext>
    </p:extLst>
  </p:cSld>
  <p:clrMapOvr>
    <a:masterClrMapping/>
  </p:clrMapOvr>
  <p:hf sldNum="0" hdr="0" ftr="0" dt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30805" y="1833539"/>
            <a:ext cx="3742728" cy="3857856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37278-374E-4751-A05F-60A4BD131932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7253403" y="1855348"/>
            <a:ext cx="1409346" cy="185682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7253403" y="3819117"/>
            <a:ext cx="1409346" cy="187618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1836717"/>
            <a:ext cx="1409346" cy="385785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18"/>
            <a:ext cx="1409346" cy="1875452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1936033" y="1836715"/>
            <a:ext cx="1409346" cy="1875452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1939650" y="3819118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1936035" y="1836717"/>
            <a:ext cx="1409700" cy="1871133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7259400" y="1842601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6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7259400" y="3817089"/>
            <a:ext cx="1403350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7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455205" y="1834684"/>
            <a:ext cx="1403350" cy="38598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1588487561"/>
      </p:ext>
    </p:extLst>
  </p:cSld>
  <p:clrMapOvr>
    <a:masterClrMapping/>
  </p:clrMapOvr>
  <p:hf sldNum="0" hdr="0" ftr="0" dt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D2BBE-4F35-41B0-B8FE-6919D2F5576E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5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2036649199"/>
      </p:ext>
    </p:extLst>
  </p:cSld>
  <p:clrMapOvr>
    <a:masterClrMapping/>
  </p:clrMapOvr>
  <p:hf sldNum="0" hdr="0" ftr="0" dt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1951517" y="1856585"/>
            <a:ext cx="4286250" cy="3804979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C7E77E-94E6-4BED-81F4-7874A0191B24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41B3DC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b="1" dirty="0">
              <a:solidFill>
                <a:schemeClr val="tx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9"/>
            <a:ext cx="1409346" cy="1859168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321104" y="1856582"/>
            <a:ext cx="2374900" cy="3809003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5533" y="3806421"/>
            <a:ext cx="1403350" cy="1860277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0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7691" y="1856583"/>
            <a:ext cx="1409700" cy="1855584"/>
          </a:xfrm>
          <a:solidFill>
            <a:srgbClr val="6DC2E9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321104" y="1856583"/>
            <a:ext cx="2374900" cy="3806485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576806690"/>
      </p:ext>
    </p:extLst>
  </p:cSld>
  <p:clrMapOvr>
    <a:masterClrMapping/>
  </p:clrMapOvr>
  <p:hf sldNum="0" hdr="0" ftr="0" dt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EFF44-CACF-4E76-A58D-D0628EB55756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18"/>
            <a:ext cx="1409346" cy="1870668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68083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2515"/>
            <a:ext cx="1403350" cy="1859168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50" y="3804719"/>
            <a:ext cx="1409345" cy="1872369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170188345"/>
      </p:ext>
    </p:extLst>
  </p:cSld>
  <p:clrMapOvr>
    <a:masterClrMapping/>
  </p:clrMapOvr>
  <p:hf sldNum="0" hdr="0" ftr="0" dt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9B7565-76E0-4063-952F-22E1C4CEA4E0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468045" y="1856583"/>
            <a:ext cx="1409346" cy="1855584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7425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68047" y="3806422"/>
            <a:ext cx="1409346" cy="1856153"/>
          </a:xfrm>
          <a:prstGeom prst="rect">
            <a:avLst/>
          </a:prstGeom>
          <a:solidFill>
            <a:srgbClr val="005291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1959164" y="1853569"/>
            <a:ext cx="6728214" cy="3809004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51425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41B3DC"/>
              </a:buClr>
              <a:buSzTx/>
              <a:buFont typeface="Arial" pitchFamily="34" charset="0"/>
              <a:buNone/>
              <a:tabLst/>
              <a:defRPr/>
            </a:pPr>
            <a:endParaRPr lang="en-US" sz="1125" spc="-28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68045" y="1853567"/>
            <a:ext cx="1403350" cy="1858600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68047" y="3806420"/>
            <a:ext cx="1409345" cy="1856153"/>
          </a:xfrm>
          <a:solidFill>
            <a:srgbClr val="0072C6"/>
          </a:solidFill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959164" y="1868083"/>
            <a:ext cx="6728214" cy="3797504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739160191"/>
      </p:ext>
    </p:extLst>
  </p:cSld>
  <p:clrMapOvr>
    <a:masterClrMapping/>
  </p:clrMapOvr>
  <p:hf sldNum="0" hdr="0" ftr="0" dt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E185F-5957-4B7B-A01B-50AA0559DB2E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450442" y="0"/>
            <a:ext cx="8693558" cy="802968"/>
          </a:xfrm>
          <a:prstGeom prst="rect">
            <a:avLst/>
          </a:prstGeom>
          <a:solidFill>
            <a:srgbClr val="0072C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1" name="Rectangle 10"/>
          <p:cNvSpPr/>
          <p:nvPr/>
        </p:nvSpPr>
        <p:spPr>
          <a:xfrm>
            <a:off x="1" y="4"/>
            <a:ext cx="394664" cy="803471"/>
          </a:xfrm>
          <a:prstGeom prst="rect">
            <a:avLst/>
          </a:prstGeom>
          <a:solidFill>
            <a:srgbClr val="00BC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500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1881" y="1"/>
            <a:ext cx="8692121" cy="803472"/>
          </a:xfrm>
        </p:spPr>
        <p:txBody>
          <a:bodyPr lIns="182880" tIns="0" rIns="182880" anchor="ctr" anchorCtr="0">
            <a:noAutofit/>
          </a:bodyPr>
          <a:lstStyle>
            <a:lvl1pPr algn="l">
              <a:defRPr sz="2100" b="0" cap="none">
                <a:solidFill>
                  <a:schemeClr val="bg1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3302623423"/>
      </p:ext>
    </p:extLst>
  </p:cSld>
  <p:clrMapOvr>
    <a:masterClrMapping/>
  </p:clrMapOvr>
  <p:hf sldNum="0" hdr="0" ftr="0" dt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etro templat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0"/>
          <p:cNvSpPr>
            <a:spLocks noGrp="1"/>
          </p:cNvSpPr>
          <p:nvPr>
            <p:ph type="pic" sz="quarter" idx="18" hasCustomPrompt="1"/>
          </p:nvPr>
        </p:nvSpPr>
        <p:spPr>
          <a:xfrm>
            <a:off x="3449882" y="1830468"/>
            <a:ext cx="2447925" cy="38523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baseline="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Photo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88F4F-C858-4A4C-B79F-358B7C08A490}" type="datetime1">
              <a:rPr lang="en-US" smtClean="0"/>
              <a:t>1/7/2022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3E85D-0FC7-164D-9B9E-D8CDD8FC5B0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2"/>
          <p:cNvSpPr/>
          <p:nvPr/>
        </p:nvSpPr>
        <p:spPr bwMode="auto">
          <a:xfrm>
            <a:off x="6007100" y="1828802"/>
            <a:ext cx="2661894" cy="1874325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449292" y="1828802"/>
            <a:ext cx="2894936" cy="1874325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449292" y="3819121"/>
            <a:ext cx="1409346" cy="1870483"/>
          </a:xfrm>
          <a:prstGeom prst="rect">
            <a:avLst/>
          </a:prstGeom>
          <a:solidFill>
            <a:srgbClr val="6DC2E9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200" spc="-28" dirty="0">
              <a:solidFill>
                <a:srgbClr val="FFFFFF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1936035" y="3819122"/>
            <a:ext cx="1409346" cy="1870481"/>
          </a:xfrm>
          <a:prstGeom prst="rect">
            <a:avLst/>
          </a:prstGeom>
          <a:solidFill>
            <a:srgbClr val="0072C6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514250" fontAlgn="base">
              <a:spcBef>
                <a:spcPct val="0"/>
              </a:spcBef>
              <a:spcAft>
                <a:spcPct val="0"/>
              </a:spcAft>
            </a:pPr>
            <a:endParaRPr lang="en-US" sz="1125" spc="-28" dirty="0">
              <a:solidFill>
                <a:schemeClr val="bg1"/>
              </a:soli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6007100" y="3819122"/>
            <a:ext cx="2661894" cy="1870481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68580" rIns="34290" bIns="6858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sz="1125" dirty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21" name="Text Placeholder 3"/>
          <p:cNvSpPr>
            <a:spLocks noGrp="1"/>
          </p:cNvSpPr>
          <p:nvPr>
            <p:ph type="body" sz="quarter" idx="13" hasCustomPrompt="1"/>
          </p:nvPr>
        </p:nvSpPr>
        <p:spPr>
          <a:xfrm>
            <a:off x="449292" y="1825645"/>
            <a:ext cx="2894936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2" name="Picture Placeholder 8"/>
          <p:cNvSpPr>
            <a:spLocks noGrp="1"/>
          </p:cNvSpPr>
          <p:nvPr>
            <p:ph type="pic" sz="quarter" idx="17" hasCustomPrompt="1"/>
          </p:nvPr>
        </p:nvSpPr>
        <p:spPr>
          <a:xfrm>
            <a:off x="448938" y="3818469"/>
            <a:ext cx="1409700" cy="187113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Insert Icon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quarter" idx="19" hasCustomPrompt="1"/>
          </p:nvPr>
        </p:nvSpPr>
        <p:spPr>
          <a:xfrm>
            <a:off x="6007100" y="1825645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07100" y="3819121"/>
            <a:ext cx="2661894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25" name="Text Placeholder 3"/>
          <p:cNvSpPr>
            <a:spLocks noGrp="1"/>
          </p:cNvSpPr>
          <p:nvPr>
            <p:ph type="body" sz="quarter" idx="21" hasCustomPrompt="1"/>
          </p:nvPr>
        </p:nvSpPr>
        <p:spPr>
          <a:xfrm>
            <a:off x="1936037" y="3819121"/>
            <a:ext cx="1408193" cy="1877483"/>
          </a:xfrm>
        </p:spPr>
        <p:txBody>
          <a:bodyPr>
            <a:normAutofit/>
          </a:bodyPr>
          <a:lstStyle>
            <a:lvl1pPr marL="0" indent="0">
              <a:buNone/>
              <a:defRPr lang="en-US" sz="1350" b="0" kern="1200" dirty="0" smtClean="0">
                <a:solidFill>
                  <a:srgbClr val="FFFFFF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marL="0" lvl="0" algn="l" defTabSz="342900" rtl="0" eaLnBrk="1" latinLnBrk="0" hangingPunct="1"/>
            <a:r>
              <a:rPr lang="en-US" dirty="0"/>
              <a:t>Enter Text</a:t>
            </a:r>
          </a:p>
        </p:txBody>
      </p:sp>
      <p:sp>
        <p:nvSpPr>
          <p:cNvPr id="18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3"/>
            <a:ext cx="8686800" cy="864781"/>
          </a:xfrm>
        </p:spPr>
        <p:txBody>
          <a:bodyPr lIns="182880" tIns="0" rIns="182880" anchor="b" anchorCtr="0">
            <a:noAutofit/>
          </a:bodyPr>
          <a:lstStyle>
            <a:lvl1pPr algn="l">
              <a:defRPr sz="2100" b="0" cap="none">
                <a:solidFill>
                  <a:srgbClr val="0072C6"/>
                </a:solidFill>
                <a:latin typeface="Segoe Light"/>
                <a:cs typeface="Segoe Light"/>
              </a:defRPr>
            </a:lvl1pPr>
          </a:lstStyle>
          <a:p>
            <a:r>
              <a:rPr lang="en-US" dirty="0"/>
              <a:t>title of text slide</a:t>
            </a:r>
          </a:p>
        </p:txBody>
      </p:sp>
    </p:spTree>
    <p:extLst>
      <p:ext uri="{BB962C8B-B14F-4D97-AF65-F5344CB8AC3E}">
        <p14:creationId xmlns:p14="http://schemas.microsoft.com/office/powerpoint/2010/main" val="4284455172"/>
      </p:ext>
    </p:extLst>
  </p:cSld>
  <p:clrMapOvr>
    <a:masterClrMapping/>
  </p:clrMapOvr>
  <p:hf sldNum="0" hdr="0" ftr="0" dt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066803"/>
            <a:ext cx="8382000" cy="2210863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3678774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se for slides with Software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2313" y="1905000"/>
            <a:ext cx="8040688" cy="2209800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966343"/>
      </p:ext>
    </p:extLst>
  </p:cSld>
  <p:clrMapOvr>
    <a:masterClrMapping/>
  </p:clrMapOvr>
  <p:transition>
    <p:fade/>
  </p:transition>
  <p:hf sldNum="0" hdr="0" ftr="0" dt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6"/>
            <a:ext cx="4114800" cy="2129815"/>
          </a:xfrm>
        </p:spPr>
        <p:txBody>
          <a:bodyPr/>
          <a:lstStyle>
            <a:lvl1pPr marL="191237" indent="-191237">
              <a:lnSpc>
                <a:spcPct val="90000"/>
              </a:lnSpc>
              <a:defRPr sz="1575"/>
            </a:lvl1pPr>
            <a:lvl2pPr marL="378753" indent="-183051">
              <a:lnSpc>
                <a:spcPct val="90000"/>
              </a:lnSpc>
              <a:defRPr sz="1350"/>
            </a:lvl2pPr>
            <a:lvl3pPr marL="536504" indent="-162216">
              <a:lnSpc>
                <a:spcPct val="90000"/>
              </a:lnSpc>
              <a:defRPr sz="1125"/>
            </a:lvl3pPr>
            <a:lvl4pPr marL="690536" indent="-154031">
              <a:lnSpc>
                <a:spcPct val="90000"/>
              </a:lnSpc>
              <a:defRPr sz="1013"/>
            </a:lvl4pPr>
            <a:lvl5pPr marL="852752" indent="-15775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6"/>
            <a:ext cx="4114800" cy="2129815"/>
          </a:xfrm>
        </p:spPr>
        <p:txBody>
          <a:bodyPr/>
          <a:lstStyle>
            <a:lvl1pPr marL="195702" indent="-195702">
              <a:lnSpc>
                <a:spcPct val="90000"/>
              </a:lnSpc>
              <a:defRPr sz="1575"/>
            </a:lvl1pPr>
            <a:lvl2pPr marL="378753" indent="-191237">
              <a:lnSpc>
                <a:spcPct val="90000"/>
              </a:lnSpc>
              <a:defRPr sz="1350"/>
            </a:lvl2pPr>
            <a:lvl3pPr marL="540969" indent="-170402">
              <a:lnSpc>
                <a:spcPct val="90000"/>
              </a:lnSpc>
              <a:defRPr sz="1125"/>
            </a:lvl3pPr>
            <a:lvl4pPr marL="690536" indent="-149567">
              <a:lnSpc>
                <a:spcPct val="90000"/>
              </a:lnSpc>
              <a:defRPr sz="1013"/>
            </a:lvl4pPr>
            <a:lvl5pPr marL="852752" indent="-154031">
              <a:lnSpc>
                <a:spcPct val="90000"/>
              </a:lnSpc>
              <a:defRPr sz="1013"/>
            </a:lvl5pPr>
            <a:lvl6pPr>
              <a:defRPr sz="1013"/>
            </a:lvl6pPr>
            <a:lvl7pPr>
              <a:defRPr sz="1013"/>
            </a:lvl7pPr>
            <a:lvl8pPr>
              <a:defRPr sz="1013"/>
            </a:lvl8pPr>
            <a:lvl9pPr>
              <a:defRPr sz="101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247122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Pr>
        <a:blipFill dpi="0" rotWithShape="1">
          <a:blip r:embed="rId2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1" y="1905002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4050"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50" y="4344990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5675281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03488158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1"/>
            <a:ext cx="8534400" cy="7016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04800" y="1143000"/>
            <a:ext cx="8534400" cy="5029200"/>
          </a:xfrm>
        </p:spPr>
        <p:txBody>
          <a:bodyPr/>
          <a:lstStyle/>
          <a:p>
            <a:pPr lvl="0"/>
            <a:r>
              <a:rPr lang="en-US" noProof="0"/>
              <a:t>Click icon to add table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52400" y="6286500"/>
            <a:ext cx="1905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09800" y="6286500"/>
            <a:ext cx="4953000" cy="457200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Comp4870: Intranet Planning &amp; Dev.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9001" y="6286500"/>
            <a:ext cx="1685924" cy="457200"/>
          </a:xfrm>
          <a:prstGeom prst="rect">
            <a:avLst/>
          </a:prstGeom>
        </p:spPr>
        <p:txBody>
          <a:bodyPr/>
          <a:lstStyle>
            <a:lvl1pPr>
              <a:defRPr sz="1200" dirty="0" smtClean="0"/>
            </a:lvl1pPr>
          </a:lstStyle>
          <a:p>
            <a:pPr>
              <a:defRPr/>
            </a:pPr>
            <a:r>
              <a:rPr lang="en-US"/>
              <a:t>01 - </a:t>
            </a:r>
            <a:fld id="{E890A1C7-4271-4F11-8EAA-AD8A71B2F55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740230"/>
      </p:ext>
    </p:extLst>
  </p:cSld>
  <p:clrMapOvr>
    <a:masterClrMapping/>
  </p:clrMapOvr>
  <p:transition>
    <p:wip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20650"/>
            <a:ext cx="8763000" cy="64135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86300" y="990600"/>
            <a:ext cx="4229100" cy="51054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9"/>
          <p:cNvSpPr>
            <a:spLocks noGrp="1" noChangeArrowheads="1"/>
          </p:cNvSpPr>
          <p:nvPr>
            <p:ph type="dt" sz="half" idx="10"/>
          </p:nvPr>
        </p:nvSpPr>
        <p:spPr>
          <a:xfrm>
            <a:off x="41910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6" name="Rectangle 70"/>
          <p:cNvSpPr>
            <a:spLocks noGrp="1" noChangeArrowheads="1"/>
          </p:cNvSpPr>
          <p:nvPr>
            <p:ph type="ftr" sz="quarter" idx="11"/>
          </p:nvPr>
        </p:nvSpPr>
        <p:spPr>
          <a:xfrm>
            <a:off x="152400" y="6245225"/>
            <a:ext cx="38100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COMP3870 - Advanced ASP.NET with C#</a:t>
            </a:r>
            <a:endParaRPr lang="en-US" dirty="0"/>
          </a:p>
        </p:txBody>
      </p:sp>
      <p:sp>
        <p:nvSpPr>
          <p:cNvPr id="7" name="Rectangle 71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849143"/>
      </p:ext>
    </p:extLst>
  </p:cSld>
  <p:clrMapOvr>
    <a:masterClrMapping/>
  </p:clrMapOvr>
  <p:transition>
    <p:wipe dir="r"/>
  </p:transition>
  <p:hf sldNum="0" hdr="0" ftr="0" dt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30045" y="1411552"/>
            <a:ext cx="7672003" cy="2053960"/>
          </a:xfrm>
        </p:spPr>
        <p:txBody>
          <a:bodyPr/>
          <a:lstStyle>
            <a:lvl1pPr>
              <a:lnSpc>
                <a:spcPct val="78000"/>
              </a:lnSpc>
              <a:defRPr/>
            </a:lvl1pPr>
            <a:lvl2pPr>
              <a:lnSpc>
                <a:spcPct val="78000"/>
              </a:lnSpc>
              <a:defRPr/>
            </a:lvl2pPr>
            <a:lvl3pPr>
              <a:lnSpc>
                <a:spcPct val="78000"/>
              </a:lnSpc>
              <a:defRPr/>
            </a:lvl3pPr>
            <a:lvl4pPr>
              <a:lnSpc>
                <a:spcPct val="78000"/>
              </a:lnSpc>
              <a:defRPr/>
            </a:lvl4pPr>
            <a:lvl5pPr>
              <a:lnSpc>
                <a:spcPct val="78000"/>
              </a:lnSpc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itle Placeholder 1"/>
          <p:cNvSpPr>
            <a:spLocks noGrp="1"/>
          </p:cNvSpPr>
          <p:nvPr>
            <p:ph type="title"/>
          </p:nvPr>
        </p:nvSpPr>
        <p:spPr>
          <a:xfrm>
            <a:off x="387054" y="152400"/>
            <a:ext cx="8375946" cy="6093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1823038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&amp;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342900" y="313007"/>
            <a:ext cx="8458200" cy="914400"/>
          </a:xfrm>
          <a:prstGeom prst="rect">
            <a:avLst/>
          </a:prstGeom>
        </p:spPr>
        <p:txBody>
          <a:bodyPr lIns="0" tIns="0" rIns="0" bIns="0" anchor="ctr">
            <a:normAutofit/>
          </a:bodyPr>
          <a:lstStyle>
            <a:lvl1pPr algn="l">
              <a:defRPr sz="3000" spc="-113" baseline="0">
                <a:solidFill>
                  <a:schemeClr val="tx2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42900" y="1519304"/>
            <a:ext cx="8458200" cy="5029200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>
              <a:lnSpc>
                <a:spcPct val="90000"/>
              </a:lnSpc>
              <a:buFont typeface="Arial" pitchFamily="34" charset="0"/>
              <a:buChar char="•"/>
              <a:defRPr sz="24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>
              <a:lnSpc>
                <a:spcPct val="90000"/>
              </a:lnSpc>
              <a:buFont typeface="Arial" pitchFamily="34" charset="0"/>
              <a:buChar char="•"/>
              <a:defRPr sz="2100" spc="-113" baseline="0">
                <a:solidFill>
                  <a:schemeClr val="tx1"/>
                </a:solidFill>
                <a:latin typeface="Segoe WP SemiLight" pitchFamily="34" charset="0"/>
                <a:ea typeface="Segoe UI" pitchFamily="34" charset="0"/>
                <a:cs typeface="Segoe UI" pitchFamily="34" charset="0"/>
              </a:defRPr>
            </a:lvl2pPr>
            <a:lvl3pPr>
              <a:lnSpc>
                <a:spcPct val="90000"/>
              </a:lnSpc>
              <a:buFont typeface="Arial" pitchFamily="34" charset="0"/>
              <a:buChar char="•"/>
              <a:defRPr sz="1800" spc="-113" baseline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>
              <a:lnSpc>
                <a:spcPct val="90000"/>
              </a:lnSpc>
              <a:buFont typeface="Arial" pitchFamily="34" charset="0"/>
              <a:buChar char="•"/>
              <a:defRPr sz="1200" baseline="0">
                <a:solidFill>
                  <a:schemeClr val="tx2"/>
                </a:solidFill>
              </a:defRPr>
            </a:lvl4pPr>
            <a:lvl5pPr>
              <a:lnSpc>
                <a:spcPct val="90000"/>
              </a:lnSpc>
              <a:buFont typeface="Arial" pitchFamily="34" charset="0"/>
              <a:buChar char="•"/>
              <a:defRPr sz="1050"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403743014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33.xml"/><Relationship Id="rId26" Type="http://schemas.openxmlformats.org/officeDocument/2006/relationships/slideLayout" Target="../slideLayouts/slideLayout41.xml"/><Relationship Id="rId39" Type="http://schemas.openxmlformats.org/officeDocument/2006/relationships/slideLayout" Target="../slideLayouts/slideLayout54.xml"/><Relationship Id="rId3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36.xml"/><Relationship Id="rId34" Type="http://schemas.openxmlformats.org/officeDocument/2006/relationships/slideLayout" Target="../slideLayouts/slideLayout49.xml"/><Relationship Id="rId42" Type="http://schemas.openxmlformats.org/officeDocument/2006/relationships/slideLayout" Target="../slideLayouts/slideLayout57.xml"/><Relationship Id="rId47" Type="http://schemas.openxmlformats.org/officeDocument/2006/relationships/slideLayout" Target="../slideLayouts/slideLayout62.xml"/><Relationship Id="rId7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32.xml"/><Relationship Id="rId25" Type="http://schemas.openxmlformats.org/officeDocument/2006/relationships/slideLayout" Target="../slideLayouts/slideLayout40.xml"/><Relationship Id="rId33" Type="http://schemas.openxmlformats.org/officeDocument/2006/relationships/slideLayout" Target="../slideLayouts/slideLayout48.xml"/><Relationship Id="rId38" Type="http://schemas.openxmlformats.org/officeDocument/2006/relationships/slideLayout" Target="../slideLayouts/slideLayout53.xml"/><Relationship Id="rId46" Type="http://schemas.openxmlformats.org/officeDocument/2006/relationships/slideLayout" Target="../slideLayouts/slideLayout61.xml"/><Relationship Id="rId2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5.xml"/><Relationship Id="rId29" Type="http://schemas.openxmlformats.org/officeDocument/2006/relationships/slideLayout" Target="../slideLayouts/slideLayout44.xml"/><Relationship Id="rId41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24" Type="http://schemas.openxmlformats.org/officeDocument/2006/relationships/slideLayout" Target="../slideLayouts/slideLayout39.xml"/><Relationship Id="rId32" Type="http://schemas.openxmlformats.org/officeDocument/2006/relationships/slideLayout" Target="../slideLayouts/slideLayout47.xml"/><Relationship Id="rId37" Type="http://schemas.openxmlformats.org/officeDocument/2006/relationships/slideLayout" Target="../slideLayouts/slideLayout52.xml"/><Relationship Id="rId40" Type="http://schemas.openxmlformats.org/officeDocument/2006/relationships/slideLayout" Target="../slideLayouts/slideLayout55.xml"/><Relationship Id="rId45" Type="http://schemas.openxmlformats.org/officeDocument/2006/relationships/slideLayout" Target="../slideLayouts/slideLayout60.xml"/><Relationship Id="rId5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30.xml"/><Relationship Id="rId23" Type="http://schemas.openxmlformats.org/officeDocument/2006/relationships/slideLayout" Target="../slideLayouts/slideLayout38.xml"/><Relationship Id="rId28" Type="http://schemas.openxmlformats.org/officeDocument/2006/relationships/slideLayout" Target="../slideLayouts/slideLayout43.xml"/><Relationship Id="rId36" Type="http://schemas.openxmlformats.org/officeDocument/2006/relationships/slideLayout" Target="../slideLayouts/slideLayout51.xml"/><Relationship Id="rId49" Type="http://schemas.openxmlformats.org/officeDocument/2006/relationships/theme" Target="../theme/theme3.xml"/><Relationship Id="rId10" Type="http://schemas.openxmlformats.org/officeDocument/2006/relationships/slideLayout" Target="../slideLayouts/slideLayout25.xml"/><Relationship Id="rId19" Type="http://schemas.openxmlformats.org/officeDocument/2006/relationships/slideLayout" Target="../slideLayouts/slideLayout34.xml"/><Relationship Id="rId31" Type="http://schemas.openxmlformats.org/officeDocument/2006/relationships/slideLayout" Target="../slideLayouts/slideLayout46.xml"/><Relationship Id="rId44" Type="http://schemas.openxmlformats.org/officeDocument/2006/relationships/slideLayout" Target="../slideLayouts/slideLayout59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9.xml"/><Relationship Id="rId22" Type="http://schemas.openxmlformats.org/officeDocument/2006/relationships/slideLayout" Target="../slideLayouts/slideLayout37.xml"/><Relationship Id="rId27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5.xml"/><Relationship Id="rId35" Type="http://schemas.openxmlformats.org/officeDocument/2006/relationships/slideLayout" Target="../slideLayouts/slideLayout50.xml"/><Relationship Id="rId43" Type="http://schemas.openxmlformats.org/officeDocument/2006/relationships/slideLayout" Target="../slideLayouts/slideLayout58.xml"/><Relationship Id="rId48" Type="http://schemas.openxmlformats.org/officeDocument/2006/relationships/slideLayout" Target="../slideLayouts/slideLayout63.xml"/><Relationship Id="rId8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6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63" r:id="rId1"/>
    <p:sldLayoutId id="2147483764" r:id="rId2"/>
    <p:sldLayoutId id="2147483765" r:id="rId3"/>
    <p:sldLayoutId id="2147483766" r:id="rId4"/>
    <p:sldLayoutId id="2147483767" r:id="rId5"/>
    <p:sldLayoutId id="2147483768" r:id="rId6"/>
    <p:sldLayoutId id="2147483769" r:id="rId7"/>
    <p:sldLayoutId id="2147483770" r:id="rId8"/>
    <p:sldLayoutId id="2147483771" r:id="rId9"/>
    <p:sldLayoutId id="2147483772" r:id="rId10"/>
    <p:sldLayoutId id="2147483773" r:id="rId11"/>
    <p:sldLayoutId id="2147483774" r:id="rId12"/>
    <p:sldLayoutId id="2147483775" r:id="rId13"/>
    <p:sldLayoutId id="2147483778" r:id="rId14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7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8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print">
            <a:lum/>
          </a:blip>
          <a:srcRect/>
          <a:stretch>
            <a:fillRect t="-3000" b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white rectangle.png"/>
          <p:cNvPicPr>
            <a:picLocks noChangeAspect="1"/>
          </p:cNvPicPr>
          <p:nvPr/>
        </p:nvPicPr>
        <p:blipFill>
          <a:blip r:embed="rId4" cstate="print"/>
          <a:srcRect b="10453"/>
          <a:stretch>
            <a:fillRect/>
          </a:stretch>
        </p:blipFill>
        <p:spPr>
          <a:xfrm>
            <a:off x="0" y="1299706"/>
            <a:ext cx="9144000" cy="555829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2" y="1905000"/>
            <a:ext cx="8040688" cy="21082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7" r:id="rId1"/>
  </p:sldLayoutIdLst>
  <p:transition>
    <p:fade/>
  </p:transition>
  <p:hf sldNum="0" hdr="0" ftr="0" dt="0"/>
  <p:txStyles>
    <p:titleStyle>
      <a:lvl1pPr algn="l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25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0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30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1pPr>
      <a:lvl2pPr marL="384954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8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2pPr>
      <a:lvl3pPr marL="761970" indent="-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3pPr>
      <a:lvl4pPr marL="1094009" indent="7937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4pPr>
      <a:lvl5pPr marL="1426047" indent="0" algn="l" defTabSz="914363" rtl="0" eaLnBrk="1" latinLnBrk="0" hangingPunct="1">
        <a:lnSpc>
          <a:spcPct val="90000"/>
        </a:lnSpc>
        <a:spcBef>
          <a:spcPct val="20000"/>
        </a:spcBef>
        <a:buFont typeface="Arial" pitchFamily="34" charset="0"/>
        <a:buNone/>
        <a:defRPr sz="2400" b="1" kern="1200">
          <a:solidFill>
            <a:schemeClr val="tx1"/>
          </a:solidFill>
          <a:latin typeface="Courier New" pitchFamily="49" charset="0"/>
          <a:ea typeface="+mn-ea"/>
          <a:cs typeface="Courier New" pitchFamily="49" charset="0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9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3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COMP3870 - Advanced ASP.NET with C#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CA"/>
              <a:t>04a - </a:t>
            </a:r>
            <a:fld id="{AB554BD2-52CF-4835-9603-7F616683C2E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906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812" r:id="rId33"/>
    <p:sldLayoutId id="2147483813" r:id="rId34"/>
    <p:sldLayoutId id="2147483814" r:id="rId35"/>
    <p:sldLayoutId id="2147483815" r:id="rId36"/>
    <p:sldLayoutId id="2147483816" r:id="rId37"/>
    <p:sldLayoutId id="2147483817" r:id="rId38"/>
    <p:sldLayoutId id="2147483818" r:id="rId39"/>
    <p:sldLayoutId id="2147483819" r:id="rId40"/>
    <p:sldLayoutId id="2147483820" r:id="rId41"/>
    <p:sldLayoutId id="2147483821" r:id="rId42"/>
    <p:sldLayoutId id="2147483822" r:id="rId43"/>
    <p:sldLayoutId id="2147483823" r:id="rId44"/>
    <p:sldLayoutId id="2147483824" r:id="rId45"/>
    <p:sldLayoutId id="2147483825" r:id="rId46"/>
    <p:sldLayoutId id="2147483826" r:id="rId47"/>
    <p:sldLayoutId id="2147483827" r:id="rId48"/>
  </p:sldLayoutIdLst>
  <p:transition>
    <p:fade/>
  </p:transition>
  <p:hf sldNum="0" hdr="0" ftr="0" dt="0"/>
  <p:txStyles>
    <p:titleStyle>
      <a:lvl1pPr algn="l" defTabSz="342900" rtl="0" eaLnBrk="1" latinLnBrk="0" hangingPunct="1">
        <a:spcBef>
          <a:spcPct val="0"/>
        </a:spcBef>
        <a:buNone/>
        <a:defRPr sz="2100" kern="1200" cap="none" baseline="0">
          <a:solidFill>
            <a:schemeClr val="tx1"/>
          </a:solidFill>
          <a:latin typeface="Segoe Light"/>
          <a:ea typeface="Segoe UI" pitchFamily="34" charset="0"/>
          <a:cs typeface="Segoe Light"/>
        </a:defRPr>
      </a:lvl1pPr>
    </p:titleStyle>
    <p:bodyStyle>
      <a:lvl1pPr marL="257175" indent="-257175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•"/>
        <a:defRPr lang="en-US" sz="21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1pPr>
      <a:lvl2pPr marL="557213" indent="-214313" algn="l" defTabSz="342900" rtl="0" eaLnBrk="1" latinLnBrk="0" hangingPunct="1">
        <a:spcBef>
          <a:spcPts val="300"/>
        </a:spcBef>
        <a:buClr>
          <a:srgbClr val="0072C6"/>
        </a:buClr>
        <a:buSzPct val="70000"/>
        <a:buFont typeface="Courier New" pitchFamily="49" charset="0"/>
        <a:buChar char="o"/>
        <a:defRPr lang="en-US" sz="18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2pPr>
      <a:lvl3pPr marL="857250" indent="-171450" algn="l" defTabSz="342900" rtl="0" eaLnBrk="1" latinLnBrk="0" hangingPunct="1">
        <a:spcBef>
          <a:spcPct val="20000"/>
        </a:spcBef>
        <a:buClr>
          <a:srgbClr val="0072C6"/>
        </a:buClr>
        <a:buFont typeface="Wingdings" pitchFamily="2" charset="2"/>
        <a:buChar char="§"/>
        <a:defRPr lang="en-US" sz="15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3pPr>
      <a:lvl4pPr marL="12001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–"/>
        <a:defRPr lang="en-US" sz="1200" b="0" i="0" kern="1200" dirty="0" smtClean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4pPr>
      <a:lvl5pPr marL="1543050" indent="-171450" algn="l" defTabSz="342900" rtl="0" eaLnBrk="1" latinLnBrk="0" hangingPunct="1">
        <a:spcBef>
          <a:spcPct val="20000"/>
        </a:spcBef>
        <a:buClr>
          <a:srgbClr val="0072C6"/>
        </a:buClr>
        <a:buFont typeface="Arial"/>
        <a:buChar char="»"/>
        <a:defRPr lang="en-US" sz="1200" b="0" i="0" kern="1200" dirty="0">
          <a:solidFill>
            <a:schemeClr val="tx1"/>
          </a:solidFill>
          <a:latin typeface="Segoe UI" pitchFamily="34" charset="0"/>
          <a:ea typeface="Segoe UI" pitchFamily="34" charset="0"/>
          <a:cs typeface="Segoe UI" pitchFamily="34" charset="0"/>
        </a:defRPr>
      </a:lvl5pPr>
      <a:lvl6pPr marL="18859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vp.microsoft.com/en-us/PublicProfile/5002484?fullName=Medhat%20Elmasry#:~:text=Medhat%20Elmasry%20was%20born%20in,for%20Africa%22%20in%20Addis%20Ababa." TargetMode="External"/><Relationship Id="rId2" Type="http://schemas.openxmlformats.org/officeDocument/2006/relationships/hyperlink" Target="https://www.meetup.com/NET-User-Group-of-BC/" TargetMode="External"/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3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COMP4870 Introduction</a:t>
            </a:r>
            <a:r>
              <a:rPr lang="en-CA" dirty="0"/>
              <a:t> </a:t>
            </a:r>
            <a:endParaRPr lang="en-US" dirty="0"/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118103" y="3505200"/>
            <a:ext cx="6730498" cy="937767"/>
          </a:xfrm>
        </p:spPr>
        <p:txBody>
          <a:bodyPr/>
          <a:lstStyle/>
          <a:p>
            <a:r>
              <a:rPr lang="en-US" sz="2800" dirty="0"/>
              <a:t>Intranet Planning &amp; Development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Introduction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/>
              <a:t>Who</a:t>
            </a:r>
          </a:p>
          <a:p>
            <a:r>
              <a:rPr lang="en-US"/>
              <a:t>What</a:t>
            </a:r>
          </a:p>
          <a:p>
            <a:r>
              <a:rPr lang="en-US"/>
              <a:t>assumed knowledge</a:t>
            </a:r>
          </a:p>
          <a:p>
            <a:r>
              <a:rPr lang="en-US"/>
              <a:t>books, resources</a:t>
            </a:r>
          </a:p>
          <a:p>
            <a:r>
              <a:rPr lang="en-US"/>
              <a:t>evaluation</a:t>
            </a:r>
          </a:p>
          <a:p>
            <a:r>
              <a:rPr lang="en-US"/>
              <a:t>Today’s material:</a:t>
            </a:r>
          </a:p>
          <a:p>
            <a:pPr lvl="1"/>
            <a:r>
              <a:rPr lang="en-US"/>
              <a:t>Framework architecture</a:t>
            </a:r>
          </a:p>
          <a:p>
            <a:pPr lvl="1"/>
            <a:r>
              <a:rPr lang="en-US"/>
              <a:t>ASP.NET quickstart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Who?</a:t>
            </a:r>
            <a:endParaRPr lang="en-US" dirty="0"/>
          </a:p>
        </p:txBody>
      </p:sp>
      <p:sp>
        <p:nvSpPr>
          <p:cNvPr id="5125" name="Rectangle 1027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en-US" dirty="0"/>
              <a:t>Medhat Elmasry</a:t>
            </a:r>
          </a:p>
          <a:p>
            <a:pPr lvl="1"/>
            <a:r>
              <a:rPr lang="en-US" dirty="0"/>
              <a:t>melmasry@bcit.ca</a:t>
            </a:r>
          </a:p>
          <a:p>
            <a:pPr lvl="1"/>
            <a:r>
              <a:rPr lang="en-US" dirty="0"/>
              <a:t>Office Hours in D2L: by appointment</a:t>
            </a:r>
          </a:p>
          <a:p>
            <a:pPr lvl="1"/>
            <a:r>
              <a:rPr lang="en-US" dirty="0"/>
              <a:t>Leader of </a:t>
            </a:r>
            <a:r>
              <a:rPr lang="en-US" dirty="0">
                <a:hlinkClick r:id="rId2" tooltip=".NET User Group of BC - Burnaby, BC"/>
              </a:rPr>
              <a:t>.NET User Group of BC</a:t>
            </a:r>
            <a:r>
              <a:rPr lang="en-US" dirty="0"/>
              <a:t> meetup group</a:t>
            </a:r>
          </a:p>
          <a:p>
            <a:pPr lvl="1"/>
            <a:r>
              <a:rPr lang="en-US" dirty="0"/>
              <a:t>Speaker at Microsoft conferences</a:t>
            </a:r>
          </a:p>
          <a:p>
            <a:pPr lvl="1"/>
            <a:r>
              <a:rPr lang="en-US" dirty="0">
                <a:hlinkClick r:id="rId3"/>
              </a:rPr>
              <a:t>Microsoft MVP since 2017</a:t>
            </a:r>
            <a:endParaRPr lang="en-US" dirty="0"/>
          </a:p>
          <a:p>
            <a:pPr lvl="1"/>
            <a:r>
              <a:rPr lang="en-US" dirty="0"/>
              <a:t>Private Consulting</a:t>
            </a:r>
          </a:p>
          <a:p>
            <a:pPr lvl="1"/>
            <a:r>
              <a:rPr lang="en-US" dirty="0"/>
              <a:t>Teaching Web Apps &amp; .NET at BCIT since 2003</a:t>
            </a:r>
          </a:p>
          <a:p>
            <a:pPr lvl="1"/>
            <a:r>
              <a:rPr lang="en-US" dirty="0"/>
              <a:t>My style: teach by examples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What?</a:t>
            </a:r>
          </a:p>
        </p:txBody>
      </p:sp>
      <p:sp>
        <p:nvSpPr>
          <p:cNvPr id="6149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Building dynamic DB driven web sites</a:t>
            </a:r>
          </a:p>
          <a:p>
            <a:r>
              <a:rPr lang="en-US" dirty="0"/>
              <a:t>C#, ASP.NET, LINQ, .NET 6.0, Docker, DevOps, Entity Framework, Web API, Swagger, </a:t>
            </a:r>
            <a:r>
              <a:rPr lang="en-US" dirty="0" err="1"/>
              <a:t>xUnit</a:t>
            </a:r>
            <a:r>
              <a:rPr lang="en-US" dirty="0"/>
              <a:t>, Azure, Localization &amp; </a:t>
            </a:r>
            <a:r>
              <a:rPr lang="en-US" dirty="0" err="1"/>
              <a:t>SignalR</a:t>
            </a:r>
            <a:r>
              <a:rPr lang="en-US" dirty="0"/>
              <a:t>, </a:t>
            </a:r>
            <a:r>
              <a:rPr lang="en-US" dirty="0" err="1"/>
              <a:t>Blazor</a:t>
            </a:r>
            <a:r>
              <a:rPr lang="en-US" dirty="0"/>
              <a:t>, </a:t>
            </a:r>
            <a:r>
              <a:rPr lang="en-US" dirty="0" err="1"/>
              <a:t>gRPC</a:t>
            </a:r>
            <a:r>
              <a:rPr lang="en-US" dirty="0"/>
              <a:t>, ML.NET, .NET MAUI</a:t>
            </a:r>
          </a:p>
          <a:p>
            <a:r>
              <a:rPr lang="en-US" dirty="0"/>
              <a:t>Web site security</a:t>
            </a:r>
          </a:p>
          <a:p>
            <a:r>
              <a:rPr lang="en-US" dirty="0"/>
              <a:t>Databases: MS SQL Server, SQLite, SQL Azure, MongoDB, and MySQL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Tools</a:t>
            </a:r>
          </a:p>
        </p:txBody>
      </p:sp>
      <p:sp>
        <p:nvSpPr>
          <p:cNvPr id="7173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.NET Framework 6.0</a:t>
            </a:r>
          </a:p>
          <a:p>
            <a:r>
              <a:rPr lang="en-US" dirty="0"/>
              <a:t>Visual Studio 2022</a:t>
            </a:r>
          </a:p>
          <a:p>
            <a:r>
              <a:rPr lang="en-US" dirty="0"/>
              <a:t>Visual Studio Code</a:t>
            </a:r>
          </a:p>
          <a:p>
            <a:r>
              <a:rPr lang="en-US" dirty="0"/>
              <a:t>Azure Data Studio</a:t>
            </a:r>
          </a:p>
          <a:p>
            <a:r>
              <a:rPr lang="en-US" dirty="0"/>
              <a:t>Notepad++ (or any other editor)</a:t>
            </a:r>
          </a:p>
          <a:p>
            <a:r>
              <a:rPr lang="en-US" dirty="0"/>
              <a:t>WinZip (no WinRAR)</a:t>
            </a:r>
          </a:p>
          <a:p>
            <a:r>
              <a:rPr lang="en-US" dirty="0"/>
              <a:t>Docker</a:t>
            </a:r>
          </a:p>
          <a:p>
            <a:r>
              <a:rPr lang="en-US" dirty="0"/>
              <a:t>Azure</a:t>
            </a: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Knowledge not assumed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 err="1"/>
              <a:t>Micro$oft</a:t>
            </a:r>
            <a:r>
              <a:rPr lang="en-CA" dirty="0"/>
              <a:t> .NET framework</a:t>
            </a:r>
          </a:p>
          <a:p>
            <a:r>
              <a:rPr lang="en-CA" dirty="0"/>
              <a:t>Visual Studio 2022</a:t>
            </a:r>
          </a:p>
          <a:p>
            <a:r>
              <a:rPr lang="en-CA" dirty="0"/>
              <a:t>Web Assembly</a:t>
            </a:r>
          </a:p>
          <a:p>
            <a:r>
              <a:rPr lang="en-CA" dirty="0"/>
              <a:t>C# (knowledge of Java is a great start)</a:t>
            </a:r>
          </a:p>
          <a:p>
            <a:r>
              <a:rPr lang="en-CA" dirty="0"/>
              <a:t>Docker</a:t>
            </a:r>
          </a:p>
          <a:p>
            <a:r>
              <a:rPr lang="en-CA" dirty="0"/>
              <a:t>Azure</a:t>
            </a:r>
          </a:p>
          <a:p>
            <a:endParaRPr lang="en-CA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Book &amp; Resources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2209800" y="1295400"/>
            <a:ext cx="4298846" cy="1447801"/>
            <a:chOff x="1219200" y="1631522"/>
            <a:chExt cx="4298846" cy="1447801"/>
          </a:xfrm>
        </p:grpSpPr>
        <p:pic>
          <p:nvPicPr>
            <p:cNvPr id="5" name="Picture 2" descr="If You Only Read A Few Books In 2018, Read These | by Ryan Holiday |  Mission.org | Medium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67100" y="1638616"/>
              <a:ext cx="2050946" cy="14336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bookshelf shaped like a head | Bookshelf design, Bookcase  design, Decorate your room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19200" y="1631522"/>
              <a:ext cx="2247900" cy="14478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1" name="Rectangle 3"/>
          <p:cNvSpPr txBox="1">
            <a:spLocks noChangeArrowheads="1"/>
          </p:cNvSpPr>
          <p:nvPr/>
        </p:nvSpPr>
        <p:spPr>
          <a:xfrm>
            <a:off x="488142" y="3352800"/>
            <a:ext cx="8229600" cy="2590800"/>
          </a:xfrm>
          <a:prstGeom prst="rect">
            <a:avLst/>
          </a:prstGeom>
        </p:spPr>
        <p:txBody>
          <a:bodyPr/>
          <a:lstStyle>
            <a:lvl1pPr marL="257175" indent="-257175" algn="l" defTabSz="342900" rtl="0" eaLnBrk="1" latinLnBrk="0" hangingPunct="1">
              <a:spcBef>
                <a:spcPct val="20000"/>
              </a:spcBef>
              <a:buClr>
                <a:srgbClr val="0072C6"/>
              </a:buClr>
              <a:buFont typeface="Arial"/>
              <a:buChar char="•"/>
              <a:defRPr lang="en-US" sz="21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  <a:lvl2pPr marL="557213" indent="-214313" algn="l" defTabSz="342900" rtl="0" eaLnBrk="1" latinLnBrk="0" hangingPunct="1">
              <a:spcBef>
                <a:spcPts val="300"/>
              </a:spcBef>
              <a:buClr>
                <a:srgbClr val="0072C6"/>
              </a:buClr>
              <a:buSzPct val="70000"/>
              <a:buFont typeface="Courier New" pitchFamily="49" charset="0"/>
              <a:buChar char="o"/>
              <a:defRPr lang="en-US" sz="18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2pPr>
            <a:lvl3pPr marL="857250" indent="-171450" algn="l" defTabSz="342900" rtl="0" eaLnBrk="1" latinLnBrk="0" hangingPunct="1">
              <a:spcBef>
                <a:spcPct val="20000"/>
              </a:spcBef>
              <a:buClr>
                <a:srgbClr val="0072C6"/>
              </a:buClr>
              <a:buFont typeface="Wingdings" pitchFamily="2" charset="2"/>
              <a:buChar char="§"/>
              <a:defRPr lang="en-US" sz="15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3pPr>
            <a:lvl4pPr marL="1200150" indent="-171450" algn="l" defTabSz="342900" rtl="0" eaLnBrk="1" latinLnBrk="0" hangingPunct="1">
              <a:spcBef>
                <a:spcPct val="20000"/>
              </a:spcBef>
              <a:buClr>
                <a:srgbClr val="0072C6"/>
              </a:buClr>
              <a:buFont typeface="Arial"/>
              <a:buChar char="–"/>
              <a:defRPr lang="en-US" sz="1200" b="0" i="0" kern="1200" dirty="0" smtClean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4pPr>
            <a:lvl5pPr marL="1543050" indent="-171450" algn="l" defTabSz="342900" rtl="0" eaLnBrk="1" latinLnBrk="0" hangingPunct="1">
              <a:spcBef>
                <a:spcPct val="20000"/>
              </a:spcBef>
              <a:buClr>
                <a:srgbClr val="0072C6"/>
              </a:buClr>
              <a:buFont typeface="Arial"/>
              <a:buChar char="»"/>
              <a:defRPr lang="en-US" sz="1200" b="0" i="0" kern="1200" dirty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5pPr>
            <a:lvl6pPr marL="18859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CA" dirty="0"/>
              <a:t>There is no required or recommended book for this course because much material will be covered that is not in any one book. </a:t>
            </a:r>
          </a:p>
          <a:p>
            <a:pPr fontAlgn="auto">
              <a:spcAft>
                <a:spcPts val="0"/>
              </a:spcAft>
            </a:pPr>
            <a:r>
              <a:rPr lang="en-CA" dirty="0"/>
              <a:t>Also, most of this stuff has online resources</a:t>
            </a:r>
          </a:p>
          <a:p>
            <a:pPr fontAlgn="auto">
              <a:spcAft>
                <a:spcPts val="0"/>
              </a:spcAft>
            </a:pPr>
            <a:r>
              <a:rPr lang="en-CA" dirty="0"/>
              <a:t>Course website on D2L</a:t>
            </a:r>
          </a:p>
          <a:p>
            <a:pPr fontAlgn="auto">
              <a:spcAft>
                <a:spcPts val="0"/>
              </a:spcAft>
            </a:pPr>
            <a:r>
              <a:rPr lang="en-CA" dirty="0"/>
              <a:t>Medhat YouTube videos</a:t>
            </a:r>
          </a:p>
        </p:txBody>
      </p:sp>
    </p:spTree>
    <p:extLst>
      <p:ext uri="{BB962C8B-B14F-4D97-AF65-F5344CB8AC3E}">
        <p14:creationId xmlns:p14="http://schemas.microsoft.com/office/powerpoint/2010/main" val="1057199941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Evaluation</a:t>
            </a:r>
          </a:p>
        </p:txBody>
      </p:sp>
      <p:graphicFrame>
        <p:nvGraphicFramePr>
          <p:cNvPr id="100355" name="Group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0947992"/>
              </p:ext>
            </p:extLst>
          </p:nvPr>
        </p:nvGraphicFramePr>
        <p:xfrm>
          <a:off x="1031748" y="2514600"/>
          <a:ext cx="7086600" cy="3627120"/>
        </p:xfrm>
        <a:graphic>
          <a:graphicData uri="http://schemas.openxmlformats.org/drawingml/2006/table">
            <a:tbl>
              <a:tblPr/>
              <a:tblGrid>
                <a:gridCol w="556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Lab Work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20%</a:t>
                      </a: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Quiz</a:t>
                      </a: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20%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Group project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20%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Mid-term exam</a:t>
                      </a: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20%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Final Exam</a:t>
                      </a: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20%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endParaRPr kumimoji="0" lang="en-CA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TOTAL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Pct val="85000"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100%</a:t>
                      </a:r>
                      <a:endParaRPr kumimoji="0" lang="en-CA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322" name="AutoShape 4"/>
          <p:cNvSpPr>
            <a:spLocks noChangeArrowheads="1"/>
          </p:cNvSpPr>
          <p:nvPr/>
        </p:nvSpPr>
        <p:spPr bwMode="auto">
          <a:xfrm>
            <a:off x="4114800" y="1143000"/>
            <a:ext cx="4000500" cy="914400"/>
          </a:xfrm>
          <a:prstGeom prst="wedgeRoundRectCallout">
            <a:avLst>
              <a:gd name="adj1" fmla="val -56046"/>
              <a:gd name="adj2" fmla="val 136356"/>
              <a:gd name="adj3" fmla="val 16667"/>
            </a:avLst>
          </a:prstGeom>
          <a:ln>
            <a:headEnd/>
            <a:tailEnd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Will be marked on the spot (during labs) and not to be submitted.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</a:p>
        </p:txBody>
      </p:sp>
      <p:sp>
        <p:nvSpPr>
          <p:cNvPr id="13317" name="Rectangle 3"/>
          <p:cNvSpPr>
            <a:spLocks noGrp="1" noChangeArrowheads="1"/>
          </p:cNvSpPr>
          <p:nvPr>
            <p:ph sz="half" idx="1"/>
          </p:nvPr>
        </p:nvSpPr>
        <p:spPr>
          <a:xfrm>
            <a:off x="3578741" y="2743200"/>
            <a:ext cx="2438400" cy="14478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9600" dirty="0"/>
              <a:t>TBD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C7FF77-9C7C-4048-8D94-0AA75C7B1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Q?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69050-1F1F-4352-8ABF-CB0F7B35DD8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CA" dirty="0"/>
              <a:t>Are you familiar with regular expressions?</a:t>
            </a:r>
          </a:p>
          <a:p>
            <a:r>
              <a:rPr lang="en-CA" dirty="0"/>
              <a:t>Are you familiar with docker containers?</a:t>
            </a:r>
          </a:p>
          <a:p>
            <a:r>
              <a:rPr lang="en-CA" dirty="0"/>
              <a:t>Are you familiar with Bootstrap?</a:t>
            </a:r>
          </a:p>
          <a:p>
            <a:r>
              <a:rPr lang="en-CA" dirty="0"/>
              <a:t>Are you familiar with DB prepared statements?</a:t>
            </a:r>
          </a:p>
          <a:p>
            <a:r>
              <a:rPr lang="en-CA" dirty="0"/>
              <a:t>Are you familiar with DB stored procedures?</a:t>
            </a:r>
          </a:p>
          <a:p>
            <a:r>
              <a:rPr lang="en-CA" dirty="0"/>
              <a:t>Have you ever hosted a static web site on a web server?</a:t>
            </a:r>
          </a:p>
          <a:p>
            <a:r>
              <a:rPr lang="en-CA" dirty="0"/>
              <a:t>Have you ever worked with AWS or Azure or Heroku?</a:t>
            </a:r>
          </a:p>
          <a:p>
            <a:r>
              <a:rPr lang="en-CA" dirty="0"/>
              <a:t>Are you familiar with Node.js?</a:t>
            </a:r>
          </a:p>
          <a:p>
            <a:r>
              <a:rPr lang="en-CA" dirty="0"/>
              <a:t>Are you familiar with React.js?</a:t>
            </a:r>
          </a:p>
          <a:p>
            <a:r>
              <a:rPr lang="en-CA" dirty="0"/>
              <a:t>Have you worked with Visual Studio Code?</a:t>
            </a:r>
          </a:p>
          <a:p>
            <a:r>
              <a:rPr lang="en-CA" dirty="0"/>
              <a:t>Is you primary computer mac or windows or </a:t>
            </a:r>
            <a:r>
              <a:rPr lang="en-CA" dirty="0" err="1"/>
              <a:t>linux</a:t>
            </a:r>
            <a:r>
              <a:rPr lang="en-CA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452240090"/>
      </p:ext>
    </p:extLst>
  </p:cSld>
  <p:clrMapOvr>
    <a:masterClrMapping/>
  </p:clrMapOvr>
</p:sld>
</file>

<file path=ppt/theme/theme1.xml><?xml version="1.0" encoding="utf-8"?>
<a:theme xmlns:a="http://schemas.openxmlformats.org/drawingml/2006/main" name="Sample presentation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White with Courier font for code slides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FF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109728" tIns="54864" rIns="109728" bIns="54864" numCol="1" rtlCol="0" anchor="ctr" anchorCtr="0" compatLnSpc="1">
        <a:prstTxWarp prst="textNoShape">
          <a:avLst/>
        </a:prstTxWarp>
      </a:bodyPr>
      <a:lstStyle>
        <a:defPPr marL="0" marR="0" indent="0" algn="ctr" defTabSz="10969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800" b="0" i="0" u="none" strike="noStrike" cap="none" normalizeH="0" baseline="0" dirty="0" smtClean="0">
            <a:solidFill>
              <a:schemeClr val="tx1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DPE_Blue_PowerPoint_msp_v5 noIcon">
  <a:themeElements>
    <a:clrScheme name="Microsoft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FFB900"/>
      </a:accent1>
      <a:accent2>
        <a:srgbClr val="FF8C00"/>
      </a:accent2>
      <a:accent3>
        <a:srgbClr val="EB3C00"/>
      </a:accent3>
      <a:accent4>
        <a:srgbClr val="6DC2E9"/>
      </a:accent4>
      <a:accent5>
        <a:srgbClr val="00BCF2"/>
      </a:accent5>
      <a:accent6>
        <a:srgbClr val="0072C6"/>
      </a:accent6>
      <a:hlink>
        <a:srgbClr val="4C4C4C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/>
      <a:bodyPr vert="horz" lIns="91440" tIns="45720" rIns="91440" bIns="45720" rtlCol="0" anchor="ctr">
        <a:normAutofit/>
      </a:bodyPr>
      <a:lstStyle>
        <a:defPPr>
          <a:defRPr dirty="0" smtClean="0"/>
        </a:defPPr>
      </a:lstStyle>
    </a:tx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>
  <documentManagement>
    <_dlc_DocId xmlns="c05f4a5d-d16b-44c8-8293-b90880d90e50">K2RP32A6R2C4-181-164</_dlc_DocId>
    <_dlc_DocIdUrl xmlns="c05f4a5d-d16b-44c8-8293-b90880d90e50">
      <Url>https://share.cas.bcit.ca/instructors/medhat/4870/13/_layouts/DocIdRedir.aspx?ID=K2RP32A6R2C4-181-164</Url>
      <Description>K2RP32A6R2C4-181-164</Description>
    </_dlc_DocIdUrl>
    <_dlc_DocIdPersistId xmlns="c05f4a5d-d16b-44c8-8293-b90880d90e50">false</_dlc_DocIdPersistId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16100B53BEBC34089DF91FE3CB12594" ma:contentTypeVersion="0" ma:contentTypeDescription="Create a new document." ma:contentTypeScope="" ma:versionID="51b8e921e2e34903bb95176a63aa9374">
  <xsd:schema xmlns:xsd="http://www.w3.org/2001/XMLSchema" xmlns:xs="http://www.w3.org/2001/XMLSchema" xmlns:p="http://schemas.microsoft.com/office/2006/metadata/properties" xmlns:ns2="c05f4a5d-d16b-44c8-8293-b90880d90e50" targetNamespace="http://schemas.microsoft.com/office/2006/metadata/properties" ma:root="true" ma:fieldsID="1ce2d374ff67cd642228679a79cc4210" ns2:_="">
    <xsd:import namespace="c05f4a5d-d16b-44c8-8293-b90880d90e50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5f4a5d-d16b-44c8-8293-b90880d90e50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LongProperties xmlns="http://schemas.microsoft.com/office/2006/metadata/longProperties"/>
</file>

<file path=customXml/item5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Assembly>Microsoft.Office.DocumentManagement, Version=14.0.0.0,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Assembly>Microsoft.Office.DocumentManagement, Version=14.0.0.0, Culture=neutral, PublicKeyToken=71e9bce111e9429c</Assembly>
    <Class>Microsoft.Office.DocumentManagement.Internal.DocIdHandler</Class>
    <Data/>
    <Filter/>
  </Receiver>
</spe:Receivers>
</file>

<file path=customXml/itemProps1.xml><?xml version="1.0" encoding="utf-8"?>
<ds:datastoreItem xmlns:ds="http://schemas.openxmlformats.org/officeDocument/2006/customXml" ds:itemID="{93B3C79B-771D-4EB4-B260-2669CFFE1E9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94B22D5-7CF6-4AB4-95BD-EFDFAE722BD4}">
  <ds:schemaRefs>
    <ds:schemaRef ds:uri="http://schemas.microsoft.com/office/2006/metadata/properties"/>
    <ds:schemaRef ds:uri="c05f4a5d-d16b-44c8-8293-b90880d90e50"/>
  </ds:schemaRefs>
</ds:datastoreItem>
</file>

<file path=customXml/itemProps3.xml><?xml version="1.0" encoding="utf-8"?>
<ds:datastoreItem xmlns:ds="http://schemas.openxmlformats.org/officeDocument/2006/customXml" ds:itemID="{023D797F-31E7-4AA0-AE54-CCE9B5A34F0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05f4a5d-d16b-44c8-8293-b90880d90e5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8CA668B6-11E8-43A9-B1CB-D018D007F931}">
  <ds:schemaRefs>
    <ds:schemaRef ds:uri="http://schemas.microsoft.com/office/2006/metadata/longProperties"/>
  </ds:schemaRefs>
</ds:datastoreItem>
</file>

<file path=customXml/itemProps5.xml><?xml version="1.0" encoding="utf-8"?>
<ds:datastoreItem xmlns:ds="http://schemas.openxmlformats.org/officeDocument/2006/customXml" ds:itemID="{BAE53B74-43F2-41E9-96B8-A895D46CDBA5}">
  <ds:schemaRefs>
    <ds:schemaRef ds:uri="http://schemas.microsoft.com/sharepoint/event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of Presentation</Template>
  <TotalTime>1966</TotalTime>
  <Words>381</Words>
  <Application>Microsoft Office PowerPoint</Application>
  <PresentationFormat>On-screen Show (4:3)</PresentationFormat>
  <Paragraphs>75</Paragraphs>
  <Slides>10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Arial</vt:lpstr>
      <vt:lpstr>Calibri</vt:lpstr>
      <vt:lpstr>Courier New</vt:lpstr>
      <vt:lpstr>Segoe Light</vt:lpstr>
      <vt:lpstr>Segoe UI</vt:lpstr>
      <vt:lpstr>Segoe WP SemiLight</vt:lpstr>
      <vt:lpstr>Times New Roman</vt:lpstr>
      <vt:lpstr>Wingdings</vt:lpstr>
      <vt:lpstr>Sample presentation slides</vt:lpstr>
      <vt:lpstr>White with Courier font for code slides</vt:lpstr>
      <vt:lpstr>DPE_Blue_PowerPoint_msp_v5 noIcon</vt:lpstr>
      <vt:lpstr>COMP4870 Introduction </vt:lpstr>
      <vt:lpstr>Introduction</vt:lpstr>
      <vt:lpstr>Who?</vt:lpstr>
      <vt:lpstr>What?</vt:lpstr>
      <vt:lpstr>Tools</vt:lpstr>
      <vt:lpstr>Knowledge not assumed</vt:lpstr>
      <vt:lpstr>Book &amp; Resources</vt:lpstr>
      <vt:lpstr>Evaluation</vt:lpstr>
      <vt:lpstr>Project</vt:lpstr>
      <vt:lpstr>Q?</vt:lpstr>
    </vt:vector>
  </TitlesOfParts>
  <Company>BCIT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Lecture:- Course introduction</dc:title>
  <dc:subject>COMP  4570</dc:subject>
  <dc:creator>Medhat Elmasry</dc:creator>
  <cp:lastModifiedBy>Medhat Elmasry</cp:lastModifiedBy>
  <cp:revision>323</cp:revision>
  <cp:lastPrinted>1601-01-01T00:00:00Z</cp:lastPrinted>
  <dcterms:created xsi:type="dcterms:W3CDTF">2001-04-12T09:11:56Z</dcterms:created>
  <dcterms:modified xsi:type="dcterms:W3CDTF">2022-01-07T17:20:03Z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">
    <vt:lpwstr>Document</vt:lpwstr>
  </property>
  <property fmtid="{D5CDD505-2E9C-101B-9397-08002B2CF9AE}" pid="3" name="xd_Signature">
    <vt:lpwstr/>
  </property>
  <property fmtid="{D5CDD505-2E9C-101B-9397-08002B2CF9AE}" pid="4" name="TemplateUrl">
    <vt:lpwstr/>
  </property>
  <property fmtid="{D5CDD505-2E9C-101B-9397-08002B2CF9AE}" pid="5" name="xd_ProgID">
    <vt:lpwstr/>
  </property>
  <property fmtid="{D5CDD505-2E9C-101B-9397-08002B2CF9AE}" pid="6" name="_dlc_DocIdItemGuid">
    <vt:lpwstr>5de91d5d-a62a-42f0-9503-0c114f1a9c3d</vt:lpwstr>
  </property>
  <property fmtid="{D5CDD505-2E9C-101B-9397-08002B2CF9AE}" pid="7" name="ContentTypeId">
    <vt:lpwstr>0x010100516100B53BEBC34089DF91FE3CB12594</vt:lpwstr>
  </property>
  <property fmtid="{D5CDD505-2E9C-101B-9397-08002B2CF9AE}" pid="8" name="Order">
    <vt:r8>16400</vt:r8>
  </property>
</Properties>
</file>