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F8F80-43DE-0745-9F53-4753D8023370}" v="73" dt="2025-10-30T14:46:18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90" d="100"/>
          <a:sy n="90" d="100"/>
        </p:scale>
        <p:origin x="2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custSel addSld modSld">
      <pc:chgData name="Medhat Elmasry" userId="405e238c19f61b9e" providerId="LiveId" clId="{FDECEA60-4432-5C1E-B4FA-7BC519CADCB5}" dt="2025-10-30T14:48:41.930" v="168" actId="20577"/>
      <pc:docMkLst>
        <pc:docMk/>
      </pc:docMkLst>
      <pc:sldChg chg="modSp mod">
        <pc:chgData name="Medhat Elmasry" userId="405e238c19f61b9e" providerId="LiveId" clId="{FDECEA60-4432-5C1E-B4FA-7BC519CADCB5}" dt="2025-10-30T14:41:02.489" v="0" actId="33524"/>
        <pc:sldMkLst>
          <pc:docMk/>
          <pc:sldMk cId="282538281" sldId="257"/>
        </pc:sldMkLst>
        <pc:spChg chg="mod">
          <ac:chgData name="Medhat Elmasry" userId="405e238c19f61b9e" providerId="LiveId" clId="{FDECEA60-4432-5C1E-B4FA-7BC519CADCB5}" dt="2025-10-30T14:41:02.489" v="0" actId="33524"/>
          <ac:spMkLst>
            <pc:docMk/>
            <pc:sldMk cId="282538281" sldId="257"/>
            <ac:spMk id="3" creationId="{D87FC33E-C03C-4905-9A7E-4A483B36387F}"/>
          </ac:spMkLst>
        </pc:spChg>
      </pc:sldChg>
      <pc:sldChg chg="addSp delSp modSp mod">
        <pc:chgData name="Medhat Elmasry" userId="405e238c19f61b9e" providerId="LiveId" clId="{FDECEA60-4432-5C1E-B4FA-7BC519CADCB5}" dt="2025-10-30T14:44:49.262" v="103" actId="1037"/>
        <pc:sldMkLst>
          <pc:docMk/>
          <pc:sldMk cId="153932620" sldId="258"/>
        </pc:sldMkLst>
        <pc:spChg chg="mod">
          <ac:chgData name="Medhat Elmasry" userId="405e238c19f61b9e" providerId="LiveId" clId="{FDECEA60-4432-5C1E-B4FA-7BC519CADCB5}" dt="2025-10-30T14:44:34.283" v="92" actId="1035"/>
          <ac:spMkLst>
            <pc:docMk/>
            <pc:sldMk cId="153932620" sldId="258"/>
            <ac:spMk id="7" creationId="{948DFEDE-345C-4B11-8A06-3198CB1B76CC}"/>
          </ac:spMkLst>
        </pc:spChg>
        <pc:spChg chg="mod">
          <ac:chgData name="Medhat Elmasry" userId="405e238c19f61b9e" providerId="LiveId" clId="{FDECEA60-4432-5C1E-B4FA-7BC519CADCB5}" dt="2025-10-30T14:44:34.283" v="92" actId="1035"/>
          <ac:spMkLst>
            <pc:docMk/>
            <pc:sldMk cId="153932620" sldId="258"/>
            <ac:spMk id="8" creationId="{73319038-FEFB-44C6-A993-8E41015FC06E}"/>
          </ac:spMkLst>
        </pc:spChg>
        <pc:spChg chg="mod">
          <ac:chgData name="Medhat Elmasry" userId="405e238c19f61b9e" providerId="LiveId" clId="{FDECEA60-4432-5C1E-B4FA-7BC519CADCB5}" dt="2025-10-30T14:44:34.283" v="92" actId="1035"/>
          <ac:spMkLst>
            <pc:docMk/>
            <pc:sldMk cId="153932620" sldId="258"/>
            <ac:spMk id="9" creationId="{587E9756-7CF5-45C1-89B3-EA20D81F0783}"/>
          </ac:spMkLst>
        </pc:spChg>
        <pc:spChg chg="mod">
          <ac:chgData name="Medhat Elmasry" userId="405e238c19f61b9e" providerId="LiveId" clId="{FDECEA60-4432-5C1E-B4FA-7BC519CADCB5}" dt="2025-10-30T14:44:34.283" v="92" actId="1035"/>
          <ac:spMkLst>
            <pc:docMk/>
            <pc:sldMk cId="153932620" sldId="258"/>
            <ac:spMk id="10" creationId="{E05A1DA9-EC70-4D93-B5D3-7C0AD18A1B40}"/>
          </ac:spMkLst>
        </pc:spChg>
        <pc:spChg chg="del">
          <ac:chgData name="Medhat Elmasry" userId="405e238c19f61b9e" providerId="LiveId" clId="{FDECEA60-4432-5C1E-B4FA-7BC519CADCB5}" dt="2025-10-30T14:43:43.797" v="77" actId="478"/>
          <ac:spMkLst>
            <pc:docMk/>
            <pc:sldMk cId="153932620" sldId="258"/>
            <ac:spMk id="11" creationId="{CCC86A5C-5328-429E-9B2F-A2DD8F5B796A}"/>
          </ac:spMkLst>
        </pc:spChg>
        <pc:spChg chg="del">
          <ac:chgData name="Medhat Elmasry" userId="405e238c19f61b9e" providerId="LiveId" clId="{FDECEA60-4432-5C1E-B4FA-7BC519CADCB5}" dt="2025-10-30T14:43:40.444" v="76" actId="478"/>
          <ac:spMkLst>
            <pc:docMk/>
            <pc:sldMk cId="153932620" sldId="258"/>
            <ac:spMk id="12" creationId="{99CFFD3C-525C-48BE-A951-2F4C8FC49FF4}"/>
          </ac:spMkLst>
        </pc:spChg>
        <pc:graphicFrameChg chg="add mod modGraphic">
          <ac:chgData name="Medhat Elmasry" userId="405e238c19f61b9e" providerId="LiveId" clId="{FDECEA60-4432-5C1E-B4FA-7BC519CADCB5}" dt="2025-10-30T14:44:49.262" v="103" actId="1037"/>
          <ac:graphicFrameMkLst>
            <pc:docMk/>
            <pc:sldMk cId="153932620" sldId="258"/>
            <ac:graphicFrameMk id="2" creationId="{B823B7CF-53EF-929B-5F72-1F4002207169}"/>
          </ac:graphicFrameMkLst>
        </pc:graphicFrameChg>
      </pc:sldChg>
      <pc:sldChg chg="addSp delSp modSp new mod modClrScheme chgLayout">
        <pc:chgData name="Medhat Elmasry" userId="405e238c19f61b9e" providerId="LiveId" clId="{FDECEA60-4432-5C1E-B4FA-7BC519CADCB5}" dt="2025-10-30T14:48:41.930" v="168" actId="20577"/>
        <pc:sldMkLst>
          <pc:docMk/>
          <pc:sldMk cId="50704545" sldId="259"/>
        </pc:sldMkLst>
        <pc:spChg chg="del mod ord">
          <ac:chgData name="Medhat Elmasry" userId="405e238c19f61b9e" providerId="LiveId" clId="{FDECEA60-4432-5C1E-B4FA-7BC519CADCB5}" dt="2025-10-30T14:46:12.468" v="105" actId="700"/>
          <ac:spMkLst>
            <pc:docMk/>
            <pc:sldMk cId="50704545" sldId="259"/>
            <ac:spMk id="2" creationId="{AB3AEE8A-D696-CD1B-FD6B-22FC1B807E13}"/>
          </ac:spMkLst>
        </pc:spChg>
        <pc:spChg chg="del">
          <ac:chgData name="Medhat Elmasry" userId="405e238c19f61b9e" providerId="LiveId" clId="{FDECEA60-4432-5C1E-B4FA-7BC519CADCB5}" dt="2025-10-30T14:46:12.468" v="105" actId="700"/>
          <ac:spMkLst>
            <pc:docMk/>
            <pc:sldMk cId="50704545" sldId="259"/>
            <ac:spMk id="3" creationId="{C9B21A8A-8CC6-71CF-33F1-52243F6EA4CB}"/>
          </ac:spMkLst>
        </pc:spChg>
        <pc:spChg chg="del mod ord">
          <ac:chgData name="Medhat Elmasry" userId="405e238c19f61b9e" providerId="LiveId" clId="{FDECEA60-4432-5C1E-B4FA-7BC519CADCB5}" dt="2025-10-30T14:46:12.468" v="105" actId="700"/>
          <ac:spMkLst>
            <pc:docMk/>
            <pc:sldMk cId="50704545" sldId="259"/>
            <ac:spMk id="4" creationId="{FE3999AB-0580-EF38-21BE-E5E6669240F6}"/>
          </ac:spMkLst>
        </pc:spChg>
        <pc:spChg chg="del">
          <ac:chgData name="Medhat Elmasry" userId="405e238c19f61b9e" providerId="LiveId" clId="{FDECEA60-4432-5C1E-B4FA-7BC519CADCB5}" dt="2025-10-30T14:46:12.468" v="105" actId="700"/>
          <ac:spMkLst>
            <pc:docMk/>
            <pc:sldMk cId="50704545" sldId="259"/>
            <ac:spMk id="5" creationId="{36E0B7B2-59A4-1324-F982-885C96EE6DCA}"/>
          </ac:spMkLst>
        </pc:spChg>
        <pc:spChg chg="del">
          <ac:chgData name="Medhat Elmasry" userId="405e238c19f61b9e" providerId="LiveId" clId="{FDECEA60-4432-5C1E-B4FA-7BC519CADCB5}" dt="2025-10-30T14:46:12.468" v="105" actId="700"/>
          <ac:spMkLst>
            <pc:docMk/>
            <pc:sldMk cId="50704545" sldId="259"/>
            <ac:spMk id="6" creationId="{226719C4-5DC1-7BBA-1752-8A873169CB76}"/>
          </ac:spMkLst>
        </pc:spChg>
        <pc:spChg chg="add mod ord">
          <ac:chgData name="Medhat Elmasry" userId="405e238c19f61b9e" providerId="LiveId" clId="{FDECEA60-4432-5C1E-B4FA-7BC519CADCB5}" dt="2025-10-30T14:47:46.332" v="157" actId="20577"/>
          <ac:spMkLst>
            <pc:docMk/>
            <pc:sldMk cId="50704545" sldId="259"/>
            <ac:spMk id="7" creationId="{039315C9-DF7E-839D-DAAD-ACE0FDCCF753}"/>
          </ac:spMkLst>
        </pc:spChg>
        <pc:spChg chg="add mod ord">
          <ac:chgData name="Medhat Elmasry" userId="405e238c19f61b9e" providerId="LiveId" clId="{FDECEA60-4432-5C1E-B4FA-7BC519CADCB5}" dt="2025-10-30T14:48:41.930" v="168" actId="20577"/>
          <ac:spMkLst>
            <pc:docMk/>
            <pc:sldMk cId="50704545" sldId="259"/>
            <ac:spMk id="8" creationId="{03908805-FA23-49A9-F0D8-BDFEF47C275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F2F1BC-5B2F-E94A-A94E-836C5A82E9DA}" type="doc">
      <dgm:prSet loTypeId="urn:microsoft.com/office/officeart/2005/8/layout/cycle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D95D41-DE6C-5643-8767-1A37DBD598FB}">
      <dgm:prSet phldrT="[Text]"/>
      <dgm:spPr/>
      <dgm:t>
        <a:bodyPr/>
        <a:lstStyle/>
        <a:p>
          <a:r>
            <a:rPr lang="en-US" dirty="0"/>
            <a:t>Performance</a:t>
          </a:r>
        </a:p>
      </dgm:t>
    </dgm:pt>
    <dgm:pt modelId="{D8B83219-716F-0548-BECC-3DDE90B2A187}" type="parTrans" cxnId="{538C7E31-0468-4B4D-B9DE-26582D991AA4}">
      <dgm:prSet/>
      <dgm:spPr/>
      <dgm:t>
        <a:bodyPr/>
        <a:lstStyle/>
        <a:p>
          <a:endParaRPr lang="en-US"/>
        </a:p>
      </dgm:t>
    </dgm:pt>
    <dgm:pt modelId="{40FEBEE7-D2DB-C24F-8337-BE968D0FF4A0}" type="sibTrans" cxnId="{538C7E31-0468-4B4D-B9DE-26582D991AA4}">
      <dgm:prSet/>
      <dgm:spPr/>
      <dgm:t>
        <a:bodyPr/>
        <a:lstStyle/>
        <a:p>
          <a:endParaRPr lang="en-US"/>
        </a:p>
      </dgm:t>
    </dgm:pt>
    <dgm:pt modelId="{64BB462B-9886-4E45-9EA3-FD86B505CA01}">
      <dgm:prSet phldrT="[Text]"/>
      <dgm:spPr/>
      <dgm:t>
        <a:bodyPr/>
        <a:lstStyle/>
        <a:p>
          <a:r>
            <a:rPr lang="en-US" dirty="0"/>
            <a:t>Developer Productivity</a:t>
          </a:r>
        </a:p>
      </dgm:t>
    </dgm:pt>
    <dgm:pt modelId="{04F4A18C-FDA7-894B-AA99-8EDE4BD7BFF6}" type="parTrans" cxnId="{C264690E-2D28-0B4A-BC06-4A7B82B9A553}">
      <dgm:prSet/>
      <dgm:spPr/>
      <dgm:t>
        <a:bodyPr/>
        <a:lstStyle/>
        <a:p>
          <a:endParaRPr lang="en-US"/>
        </a:p>
      </dgm:t>
    </dgm:pt>
    <dgm:pt modelId="{1007D22B-6D82-C646-AED4-8CA82361458E}" type="sibTrans" cxnId="{C264690E-2D28-0B4A-BC06-4A7B82B9A553}">
      <dgm:prSet/>
      <dgm:spPr/>
      <dgm:t>
        <a:bodyPr/>
        <a:lstStyle/>
        <a:p>
          <a:endParaRPr lang="en-US"/>
        </a:p>
      </dgm:t>
    </dgm:pt>
    <dgm:pt modelId="{8AEFE8E2-ED07-AB40-A123-D24D859A2E2D}">
      <dgm:prSet phldrT="[Text]"/>
      <dgm:spPr/>
      <dgm:t>
        <a:bodyPr/>
        <a:lstStyle/>
        <a:p>
          <a:r>
            <a:rPr lang="en-US" dirty="0"/>
            <a:t>Ease of getting started</a:t>
          </a:r>
        </a:p>
      </dgm:t>
    </dgm:pt>
    <dgm:pt modelId="{628CAC51-E453-8A4B-92A1-CE8C21009721}" type="parTrans" cxnId="{C394FD83-BDDC-894C-9F18-521809A4F245}">
      <dgm:prSet/>
      <dgm:spPr/>
      <dgm:t>
        <a:bodyPr/>
        <a:lstStyle/>
        <a:p>
          <a:endParaRPr lang="en-US"/>
        </a:p>
      </dgm:t>
    </dgm:pt>
    <dgm:pt modelId="{09C2290A-2C0D-944E-98AC-5A7FB8FB043F}" type="sibTrans" cxnId="{C394FD83-BDDC-894C-9F18-521809A4F245}">
      <dgm:prSet/>
      <dgm:spPr/>
      <dgm:t>
        <a:bodyPr/>
        <a:lstStyle/>
        <a:p>
          <a:endParaRPr lang="en-US"/>
        </a:p>
      </dgm:t>
    </dgm:pt>
    <dgm:pt modelId="{CA13BDAE-1468-934F-AAC4-5ABE2F4021DF}">
      <dgm:prSet phldrT="[Text]"/>
      <dgm:spPr/>
      <dgm:t>
        <a:bodyPr/>
        <a:lstStyle/>
        <a:p>
          <a:r>
            <a:rPr lang="en-US" dirty="0"/>
            <a:t>Wide Audience</a:t>
          </a:r>
        </a:p>
      </dgm:t>
    </dgm:pt>
    <dgm:pt modelId="{580F8FAE-9F31-E948-84F2-F17B4667944B}" type="parTrans" cxnId="{18336A5C-0216-234C-BDD2-A13DAFDBDD3E}">
      <dgm:prSet/>
      <dgm:spPr/>
      <dgm:t>
        <a:bodyPr/>
        <a:lstStyle/>
        <a:p>
          <a:endParaRPr lang="en-US"/>
        </a:p>
      </dgm:t>
    </dgm:pt>
    <dgm:pt modelId="{121B8714-5A6E-EB4D-A8E4-25E1AC39C0CA}" type="sibTrans" cxnId="{18336A5C-0216-234C-BDD2-A13DAFDBDD3E}">
      <dgm:prSet/>
      <dgm:spPr/>
      <dgm:t>
        <a:bodyPr/>
        <a:lstStyle/>
        <a:p>
          <a:endParaRPr lang="en-US"/>
        </a:p>
      </dgm:t>
    </dgm:pt>
    <dgm:pt modelId="{97052E15-F82B-3348-B81C-AAAA86A9AA71}" type="pres">
      <dgm:prSet presAssocID="{86F2F1BC-5B2F-E94A-A94E-836C5A82E9DA}" presName="cycle" presStyleCnt="0">
        <dgm:presLayoutVars>
          <dgm:dir/>
          <dgm:resizeHandles val="exact"/>
        </dgm:presLayoutVars>
      </dgm:prSet>
      <dgm:spPr/>
    </dgm:pt>
    <dgm:pt modelId="{ACD4E6BE-B3A0-5641-A47A-54BDC7B9B99B}" type="pres">
      <dgm:prSet presAssocID="{12D95D41-DE6C-5643-8767-1A37DBD598FB}" presName="node" presStyleLbl="node1" presStyleIdx="0" presStyleCnt="4">
        <dgm:presLayoutVars>
          <dgm:bulletEnabled val="1"/>
        </dgm:presLayoutVars>
      </dgm:prSet>
      <dgm:spPr/>
    </dgm:pt>
    <dgm:pt modelId="{E7E1ABC4-34D2-964A-BF32-F7EE7646748D}" type="pres">
      <dgm:prSet presAssocID="{12D95D41-DE6C-5643-8767-1A37DBD598FB}" presName="spNode" presStyleCnt="0"/>
      <dgm:spPr/>
    </dgm:pt>
    <dgm:pt modelId="{33E8642A-9644-0840-9AF6-C284ACB6ED84}" type="pres">
      <dgm:prSet presAssocID="{40FEBEE7-D2DB-C24F-8337-BE968D0FF4A0}" presName="sibTrans" presStyleLbl="sibTrans1D1" presStyleIdx="0" presStyleCnt="4"/>
      <dgm:spPr/>
    </dgm:pt>
    <dgm:pt modelId="{907DB6C4-A8E4-A245-84D7-C49513D735DC}" type="pres">
      <dgm:prSet presAssocID="{64BB462B-9886-4E45-9EA3-FD86B505CA01}" presName="node" presStyleLbl="node1" presStyleIdx="1" presStyleCnt="4">
        <dgm:presLayoutVars>
          <dgm:bulletEnabled val="1"/>
        </dgm:presLayoutVars>
      </dgm:prSet>
      <dgm:spPr/>
    </dgm:pt>
    <dgm:pt modelId="{C140BF90-4D82-9945-81AA-704340C4B1AE}" type="pres">
      <dgm:prSet presAssocID="{64BB462B-9886-4E45-9EA3-FD86B505CA01}" presName="spNode" presStyleCnt="0"/>
      <dgm:spPr/>
    </dgm:pt>
    <dgm:pt modelId="{6244532B-7386-6249-B052-FB016E6EE8EC}" type="pres">
      <dgm:prSet presAssocID="{1007D22B-6D82-C646-AED4-8CA82361458E}" presName="sibTrans" presStyleLbl="sibTrans1D1" presStyleIdx="1" presStyleCnt="4"/>
      <dgm:spPr/>
    </dgm:pt>
    <dgm:pt modelId="{4FF54E48-855C-5C47-882E-7D1E853007C9}" type="pres">
      <dgm:prSet presAssocID="{8AEFE8E2-ED07-AB40-A123-D24D859A2E2D}" presName="node" presStyleLbl="node1" presStyleIdx="2" presStyleCnt="4">
        <dgm:presLayoutVars>
          <dgm:bulletEnabled val="1"/>
        </dgm:presLayoutVars>
      </dgm:prSet>
      <dgm:spPr/>
    </dgm:pt>
    <dgm:pt modelId="{F4931868-3917-494D-BF6E-207ED7160140}" type="pres">
      <dgm:prSet presAssocID="{8AEFE8E2-ED07-AB40-A123-D24D859A2E2D}" presName="spNode" presStyleCnt="0"/>
      <dgm:spPr/>
    </dgm:pt>
    <dgm:pt modelId="{B0A4B80C-3F76-C94A-A48D-F9100A0F47D7}" type="pres">
      <dgm:prSet presAssocID="{09C2290A-2C0D-944E-98AC-5A7FB8FB043F}" presName="sibTrans" presStyleLbl="sibTrans1D1" presStyleIdx="2" presStyleCnt="4"/>
      <dgm:spPr/>
    </dgm:pt>
    <dgm:pt modelId="{D08AD6C6-8BF2-9F44-8D13-31F60907FD24}" type="pres">
      <dgm:prSet presAssocID="{CA13BDAE-1468-934F-AAC4-5ABE2F4021DF}" presName="node" presStyleLbl="node1" presStyleIdx="3" presStyleCnt="4">
        <dgm:presLayoutVars>
          <dgm:bulletEnabled val="1"/>
        </dgm:presLayoutVars>
      </dgm:prSet>
      <dgm:spPr/>
    </dgm:pt>
    <dgm:pt modelId="{DAD541B6-5784-1B49-836D-0126F7060E21}" type="pres">
      <dgm:prSet presAssocID="{CA13BDAE-1468-934F-AAC4-5ABE2F4021DF}" presName="spNode" presStyleCnt="0"/>
      <dgm:spPr/>
    </dgm:pt>
    <dgm:pt modelId="{03B581C0-7EE9-0F44-A453-1C96DCDF7298}" type="pres">
      <dgm:prSet presAssocID="{121B8714-5A6E-EB4D-A8E4-25E1AC39C0CA}" presName="sibTrans" presStyleLbl="sibTrans1D1" presStyleIdx="3" presStyleCnt="4"/>
      <dgm:spPr/>
    </dgm:pt>
  </dgm:ptLst>
  <dgm:cxnLst>
    <dgm:cxn modelId="{49B7A808-4334-8242-AFEC-9A8299B037FB}" type="presOf" srcId="{12D95D41-DE6C-5643-8767-1A37DBD598FB}" destId="{ACD4E6BE-B3A0-5641-A47A-54BDC7B9B99B}" srcOrd="0" destOrd="0" presId="urn:microsoft.com/office/officeart/2005/8/layout/cycle6"/>
    <dgm:cxn modelId="{C264690E-2D28-0B4A-BC06-4A7B82B9A553}" srcId="{86F2F1BC-5B2F-E94A-A94E-836C5A82E9DA}" destId="{64BB462B-9886-4E45-9EA3-FD86B505CA01}" srcOrd="1" destOrd="0" parTransId="{04F4A18C-FDA7-894B-AA99-8EDE4BD7BFF6}" sibTransId="{1007D22B-6D82-C646-AED4-8CA82361458E}"/>
    <dgm:cxn modelId="{C5A17C10-E1F3-1543-B9FA-F0A3B397C71C}" type="presOf" srcId="{64BB462B-9886-4E45-9EA3-FD86B505CA01}" destId="{907DB6C4-A8E4-A245-84D7-C49513D735DC}" srcOrd="0" destOrd="0" presId="urn:microsoft.com/office/officeart/2005/8/layout/cycle6"/>
    <dgm:cxn modelId="{8BCD8113-3A29-DB41-870F-CE6F9AD4F37B}" type="presOf" srcId="{86F2F1BC-5B2F-E94A-A94E-836C5A82E9DA}" destId="{97052E15-F82B-3348-B81C-AAAA86A9AA71}" srcOrd="0" destOrd="0" presId="urn:microsoft.com/office/officeart/2005/8/layout/cycle6"/>
    <dgm:cxn modelId="{538C7E31-0468-4B4D-B9DE-26582D991AA4}" srcId="{86F2F1BC-5B2F-E94A-A94E-836C5A82E9DA}" destId="{12D95D41-DE6C-5643-8767-1A37DBD598FB}" srcOrd="0" destOrd="0" parTransId="{D8B83219-716F-0548-BECC-3DDE90B2A187}" sibTransId="{40FEBEE7-D2DB-C24F-8337-BE968D0FF4A0}"/>
    <dgm:cxn modelId="{18336A5C-0216-234C-BDD2-A13DAFDBDD3E}" srcId="{86F2F1BC-5B2F-E94A-A94E-836C5A82E9DA}" destId="{CA13BDAE-1468-934F-AAC4-5ABE2F4021DF}" srcOrd="3" destOrd="0" parTransId="{580F8FAE-9F31-E948-84F2-F17B4667944B}" sibTransId="{121B8714-5A6E-EB4D-A8E4-25E1AC39C0CA}"/>
    <dgm:cxn modelId="{C394FD83-BDDC-894C-9F18-521809A4F245}" srcId="{86F2F1BC-5B2F-E94A-A94E-836C5A82E9DA}" destId="{8AEFE8E2-ED07-AB40-A123-D24D859A2E2D}" srcOrd="2" destOrd="0" parTransId="{628CAC51-E453-8A4B-92A1-CE8C21009721}" sibTransId="{09C2290A-2C0D-944E-98AC-5A7FB8FB043F}"/>
    <dgm:cxn modelId="{0D6EC192-4B09-2849-B25D-12147C9F37FB}" type="presOf" srcId="{40FEBEE7-D2DB-C24F-8337-BE968D0FF4A0}" destId="{33E8642A-9644-0840-9AF6-C284ACB6ED84}" srcOrd="0" destOrd="0" presId="urn:microsoft.com/office/officeart/2005/8/layout/cycle6"/>
    <dgm:cxn modelId="{C6536094-D370-B949-B087-ECD460157CEC}" type="presOf" srcId="{09C2290A-2C0D-944E-98AC-5A7FB8FB043F}" destId="{B0A4B80C-3F76-C94A-A48D-F9100A0F47D7}" srcOrd="0" destOrd="0" presId="urn:microsoft.com/office/officeart/2005/8/layout/cycle6"/>
    <dgm:cxn modelId="{A15489A3-A304-5348-A572-68E52AD9FAA3}" type="presOf" srcId="{1007D22B-6D82-C646-AED4-8CA82361458E}" destId="{6244532B-7386-6249-B052-FB016E6EE8EC}" srcOrd="0" destOrd="0" presId="urn:microsoft.com/office/officeart/2005/8/layout/cycle6"/>
    <dgm:cxn modelId="{9B476DD2-55F5-7745-8054-80DB1BDE4AB9}" type="presOf" srcId="{CA13BDAE-1468-934F-AAC4-5ABE2F4021DF}" destId="{D08AD6C6-8BF2-9F44-8D13-31F60907FD24}" srcOrd="0" destOrd="0" presId="urn:microsoft.com/office/officeart/2005/8/layout/cycle6"/>
    <dgm:cxn modelId="{6C583CE2-8BE1-694F-9513-57A02B32CCBD}" type="presOf" srcId="{121B8714-5A6E-EB4D-A8E4-25E1AC39C0CA}" destId="{03B581C0-7EE9-0F44-A453-1C96DCDF7298}" srcOrd="0" destOrd="0" presId="urn:microsoft.com/office/officeart/2005/8/layout/cycle6"/>
    <dgm:cxn modelId="{E1DB15F2-4DCC-7143-9BC0-53CFE296CCF3}" type="presOf" srcId="{8AEFE8E2-ED07-AB40-A123-D24D859A2E2D}" destId="{4FF54E48-855C-5C47-882E-7D1E853007C9}" srcOrd="0" destOrd="0" presId="urn:microsoft.com/office/officeart/2005/8/layout/cycle6"/>
    <dgm:cxn modelId="{57E0185E-9A1A-CF40-A8D3-758C4B70DFF9}" type="presParOf" srcId="{97052E15-F82B-3348-B81C-AAAA86A9AA71}" destId="{ACD4E6BE-B3A0-5641-A47A-54BDC7B9B99B}" srcOrd="0" destOrd="0" presId="urn:microsoft.com/office/officeart/2005/8/layout/cycle6"/>
    <dgm:cxn modelId="{89A60771-4C51-1D49-9534-942C3197C3E8}" type="presParOf" srcId="{97052E15-F82B-3348-B81C-AAAA86A9AA71}" destId="{E7E1ABC4-34D2-964A-BF32-F7EE7646748D}" srcOrd="1" destOrd="0" presId="urn:microsoft.com/office/officeart/2005/8/layout/cycle6"/>
    <dgm:cxn modelId="{DE938729-6659-2F4D-8DF4-C3717A856A90}" type="presParOf" srcId="{97052E15-F82B-3348-B81C-AAAA86A9AA71}" destId="{33E8642A-9644-0840-9AF6-C284ACB6ED84}" srcOrd="2" destOrd="0" presId="urn:microsoft.com/office/officeart/2005/8/layout/cycle6"/>
    <dgm:cxn modelId="{FEE87DD8-5284-FC4B-8295-78D59CFAC739}" type="presParOf" srcId="{97052E15-F82B-3348-B81C-AAAA86A9AA71}" destId="{907DB6C4-A8E4-A245-84D7-C49513D735DC}" srcOrd="3" destOrd="0" presId="urn:microsoft.com/office/officeart/2005/8/layout/cycle6"/>
    <dgm:cxn modelId="{AE835726-045F-884C-8CBE-1622B27AD909}" type="presParOf" srcId="{97052E15-F82B-3348-B81C-AAAA86A9AA71}" destId="{C140BF90-4D82-9945-81AA-704340C4B1AE}" srcOrd="4" destOrd="0" presId="urn:microsoft.com/office/officeart/2005/8/layout/cycle6"/>
    <dgm:cxn modelId="{FE288AF5-A9CE-E545-8213-C17C4683713E}" type="presParOf" srcId="{97052E15-F82B-3348-B81C-AAAA86A9AA71}" destId="{6244532B-7386-6249-B052-FB016E6EE8EC}" srcOrd="5" destOrd="0" presId="urn:microsoft.com/office/officeart/2005/8/layout/cycle6"/>
    <dgm:cxn modelId="{3B4CBEEB-E0D0-1F40-9D3D-E407DF431AAD}" type="presParOf" srcId="{97052E15-F82B-3348-B81C-AAAA86A9AA71}" destId="{4FF54E48-855C-5C47-882E-7D1E853007C9}" srcOrd="6" destOrd="0" presId="urn:microsoft.com/office/officeart/2005/8/layout/cycle6"/>
    <dgm:cxn modelId="{5B574C06-3853-3E46-8AFF-8225B4882EA3}" type="presParOf" srcId="{97052E15-F82B-3348-B81C-AAAA86A9AA71}" destId="{F4931868-3917-494D-BF6E-207ED7160140}" srcOrd="7" destOrd="0" presId="urn:microsoft.com/office/officeart/2005/8/layout/cycle6"/>
    <dgm:cxn modelId="{DB3A2026-19FB-DF49-9F6D-E2048B26329A}" type="presParOf" srcId="{97052E15-F82B-3348-B81C-AAAA86A9AA71}" destId="{B0A4B80C-3F76-C94A-A48D-F9100A0F47D7}" srcOrd="8" destOrd="0" presId="urn:microsoft.com/office/officeart/2005/8/layout/cycle6"/>
    <dgm:cxn modelId="{3D67B9C5-0B93-E246-933B-D82315B534DE}" type="presParOf" srcId="{97052E15-F82B-3348-B81C-AAAA86A9AA71}" destId="{D08AD6C6-8BF2-9F44-8D13-31F60907FD24}" srcOrd="9" destOrd="0" presId="urn:microsoft.com/office/officeart/2005/8/layout/cycle6"/>
    <dgm:cxn modelId="{82413D67-BB8B-2C47-81FB-2A41848231D3}" type="presParOf" srcId="{97052E15-F82B-3348-B81C-AAAA86A9AA71}" destId="{DAD541B6-5784-1B49-836D-0126F7060E21}" srcOrd="10" destOrd="0" presId="urn:microsoft.com/office/officeart/2005/8/layout/cycle6"/>
    <dgm:cxn modelId="{4D726192-1D5E-FB49-886E-7859B63CB100}" type="presParOf" srcId="{97052E15-F82B-3348-B81C-AAAA86A9AA71}" destId="{03B581C0-7EE9-0F44-A453-1C96DCDF7298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4E6BE-B3A0-5641-A47A-54BDC7B9B99B}">
      <dsp:nvSpPr>
        <dsp:cNvPr id="0" name=""/>
        <dsp:cNvSpPr/>
      </dsp:nvSpPr>
      <dsp:spPr>
        <a:xfrm>
          <a:off x="2099568" y="1699"/>
          <a:ext cx="1094696" cy="711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Performance</a:t>
          </a:r>
        </a:p>
      </dsp:txBody>
      <dsp:txXfrm>
        <a:off x="2134303" y="36434"/>
        <a:ext cx="1025226" cy="642082"/>
      </dsp:txXfrm>
    </dsp:sp>
    <dsp:sp modelId="{33E8642A-9644-0840-9AF6-C284ACB6ED84}">
      <dsp:nvSpPr>
        <dsp:cNvPr id="0" name=""/>
        <dsp:cNvSpPr/>
      </dsp:nvSpPr>
      <dsp:spPr>
        <a:xfrm>
          <a:off x="1472454" y="357475"/>
          <a:ext cx="2348924" cy="2348924"/>
        </a:xfrm>
        <a:custGeom>
          <a:avLst/>
          <a:gdLst/>
          <a:ahLst/>
          <a:cxnLst/>
          <a:rect l="0" t="0" r="0" b="0"/>
          <a:pathLst>
            <a:path>
              <a:moveTo>
                <a:pt x="1729678" y="139524"/>
              </a:moveTo>
              <a:arcTo wR="1174462" hR="1174462" stAng="17892743" swAng="26231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DB6C4-A8E4-A245-84D7-C49513D735DC}">
      <dsp:nvSpPr>
        <dsp:cNvPr id="0" name=""/>
        <dsp:cNvSpPr/>
      </dsp:nvSpPr>
      <dsp:spPr>
        <a:xfrm>
          <a:off x="3274030" y="1176161"/>
          <a:ext cx="1094696" cy="711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Developer Productivity</a:t>
          </a:r>
        </a:p>
      </dsp:txBody>
      <dsp:txXfrm>
        <a:off x="3308765" y="1210896"/>
        <a:ext cx="1025226" cy="642082"/>
      </dsp:txXfrm>
    </dsp:sp>
    <dsp:sp modelId="{6244532B-7386-6249-B052-FB016E6EE8EC}">
      <dsp:nvSpPr>
        <dsp:cNvPr id="0" name=""/>
        <dsp:cNvSpPr/>
      </dsp:nvSpPr>
      <dsp:spPr>
        <a:xfrm>
          <a:off x="1472454" y="357475"/>
          <a:ext cx="2348924" cy="2348924"/>
        </a:xfrm>
        <a:custGeom>
          <a:avLst/>
          <a:gdLst/>
          <a:ahLst/>
          <a:cxnLst/>
          <a:rect l="0" t="0" r="0" b="0"/>
          <a:pathLst>
            <a:path>
              <a:moveTo>
                <a:pt x="2291009" y="1538720"/>
              </a:moveTo>
              <a:arcTo wR="1174462" hR="1174462" stAng="1084093" swAng="26231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F54E48-855C-5C47-882E-7D1E853007C9}">
      <dsp:nvSpPr>
        <dsp:cNvPr id="0" name=""/>
        <dsp:cNvSpPr/>
      </dsp:nvSpPr>
      <dsp:spPr>
        <a:xfrm>
          <a:off x="2099568" y="2350623"/>
          <a:ext cx="1094696" cy="711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Ease of getting started</a:t>
          </a:r>
        </a:p>
      </dsp:txBody>
      <dsp:txXfrm>
        <a:off x="2134303" y="2385358"/>
        <a:ext cx="1025226" cy="642082"/>
      </dsp:txXfrm>
    </dsp:sp>
    <dsp:sp modelId="{B0A4B80C-3F76-C94A-A48D-F9100A0F47D7}">
      <dsp:nvSpPr>
        <dsp:cNvPr id="0" name=""/>
        <dsp:cNvSpPr/>
      </dsp:nvSpPr>
      <dsp:spPr>
        <a:xfrm>
          <a:off x="1472454" y="357475"/>
          <a:ext cx="2348924" cy="2348924"/>
        </a:xfrm>
        <a:custGeom>
          <a:avLst/>
          <a:gdLst/>
          <a:ahLst/>
          <a:cxnLst/>
          <a:rect l="0" t="0" r="0" b="0"/>
          <a:pathLst>
            <a:path>
              <a:moveTo>
                <a:pt x="619245" y="2209399"/>
              </a:moveTo>
              <a:arcTo wR="1174462" hR="1174462" stAng="7092743" swAng="26231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8AD6C6-8BF2-9F44-8D13-31F60907FD24}">
      <dsp:nvSpPr>
        <dsp:cNvPr id="0" name=""/>
        <dsp:cNvSpPr/>
      </dsp:nvSpPr>
      <dsp:spPr>
        <a:xfrm>
          <a:off x="925106" y="1176161"/>
          <a:ext cx="1094696" cy="711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Wide Audience</a:t>
          </a:r>
        </a:p>
      </dsp:txBody>
      <dsp:txXfrm>
        <a:off x="959841" y="1210896"/>
        <a:ext cx="1025226" cy="642082"/>
      </dsp:txXfrm>
    </dsp:sp>
    <dsp:sp modelId="{03B581C0-7EE9-0F44-A453-1C96DCDF7298}">
      <dsp:nvSpPr>
        <dsp:cNvPr id="0" name=""/>
        <dsp:cNvSpPr/>
      </dsp:nvSpPr>
      <dsp:spPr>
        <a:xfrm>
          <a:off x="1472454" y="357475"/>
          <a:ext cx="2348924" cy="2348924"/>
        </a:xfrm>
        <a:custGeom>
          <a:avLst/>
          <a:gdLst/>
          <a:ahLst/>
          <a:cxnLst/>
          <a:rect l="0" t="0" r="0" b="0"/>
          <a:pathLst>
            <a:path>
              <a:moveTo>
                <a:pt x="57915" y="810203"/>
              </a:moveTo>
              <a:arcTo wR="1174462" hR="1174462" stAng="11884093" swAng="26231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61AA-E258-443F-948D-E321291CB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19D78-9A21-436C-9D9B-0C9C58AD4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8E0-006B-4888-B457-315E07756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C094F-9539-4F8E-80A4-C0582697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3A7F-F8AA-4FF2-B7CE-399A5C4C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77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6518-2735-4F51-BFF3-5E62DFE0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9374-A9C9-44BD-BBEE-F7934AAF1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E04B8-10CE-4CBF-9852-A90FC3E9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96B7-795B-4B80-8CA7-167A5570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C98E-B2D0-4311-A2C0-D39C06E8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620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7D59-D8CB-4085-8146-0D4CF2982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09D75-981A-4F68-BA1E-8C84BD30D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DFBB9-0088-4344-8329-E0F86E70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BD145-27FD-4469-9493-D38B1B2A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29BD2-B8EF-4B2A-BAEA-20323D4F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830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90A11-5814-48D1-8D91-898033F5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E4DC9-9647-4EEE-80E1-CBE0F253A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987-95EE-4BA7-9CD9-87B467AE2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E20E3-397C-4408-B051-FFBCC40E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A2738-F5A4-49D1-93BC-A3D15BA8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44F65-C08F-4E11-94CF-0D5F3755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51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097B-5450-4D20-A454-D3B4E934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B2616-FF55-41E5-A466-DFA34E5D7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2BDDA-620F-40D3-AC5E-A90CE0182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18466-8A54-4465-9073-227B7498A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A7046-BEF9-4FD4-B065-EC2801893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C445A-D9DD-40FF-B636-5A2CC96C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7E657-3F7D-4EFC-9973-61BB82E3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674AE2-868F-469E-AB7F-1FC50D5F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656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1645-D3F7-4B8E-839B-1434495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19828-5F8D-4E15-BAB0-FCA37984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50B5A-388C-462F-B122-25BDA7F3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FBE5E-83BF-47DA-89CE-7ED88BF2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048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AB9193-399B-4110-BB0E-1E9CA355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F7AEF-27D8-4A83-9B93-4822E6C3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F7ED9-C18C-4596-BE82-4B15E1D0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182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5938-62DF-41F1-858F-553D6F44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2778-9CCE-4686-976A-D54168918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7129B-129E-42A9-A585-EC5BBFC62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EA7F2-40DE-4831-9B81-86A24CE0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EECDD-88FE-4A9F-B826-26B0BB3E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D7916-4DCF-410F-8EEC-008B461D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79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0F83-36C8-4C51-B5F0-215731D8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D3164-E989-4B5C-8B39-D33D8BA60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A9C61-360F-4AD2-A32C-18D931E39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CFCBF-E64C-4FF3-BAC3-3B5B9F69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2B84B-3CA5-4A7B-BE9E-04EA8973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38EEE-E9EF-4CEE-9FF4-0E97DD6B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37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B5F6-BC3C-4560-856F-2096667F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55617-0B4D-44E9-B502-DCBF9537C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4855B-F71B-49DD-9C78-DA9EB514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9FF3-6535-4EE2-ADD7-1D2B0926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DC3B6-D4BE-436B-904E-1EE4D22F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38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38E36-F1D9-4283-A11D-B6BB4B306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4695E-E2DB-4AFE-8403-731396677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D910E-EFFF-4585-BADA-B9E115B4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A825B-FB57-4764-A431-1C7B3D1B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5381-41C2-46FF-8A73-9DFECEF9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09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A1D4D-F8C1-4A03-8FA3-FDDB957A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8B3DB-9A40-4C50-A070-D09BDB4CB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F3147-AB5F-49C9-B529-910F4B4B3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08E76-DC50-4583-AFA5-ADA72B1FFC80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ED6E-013C-4D5B-BDF2-D778EFFC6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2E8EE-43C7-4067-B0C4-7EE5054EC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8F59E-52E3-4F41-A71F-58C8B6A59A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469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04D6-FCDE-4662-98E2-85D072F19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gRPC</a:t>
            </a:r>
            <a:r>
              <a:rPr lang="en-CA" dirty="0"/>
              <a:t> in 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E3BD2-006D-476E-86CE-5D02D9D0E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Medhat Elmasry</a:t>
            </a:r>
          </a:p>
        </p:txBody>
      </p:sp>
    </p:spTree>
    <p:extLst>
      <p:ext uri="{BB962C8B-B14F-4D97-AF65-F5344CB8AC3E}">
        <p14:creationId xmlns:p14="http://schemas.microsoft.com/office/powerpoint/2010/main" val="225277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4875-9E02-4500-9E16-EB7DCC0F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</a:t>
            </a:r>
            <a:r>
              <a:rPr lang="en-CA" dirty="0" err="1"/>
              <a:t>gRPC</a:t>
            </a:r>
            <a:r>
              <a:rPr lang="en-CA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C33E-C03C-4905-9A7E-4A483B363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Popular open-source RPC framework</a:t>
            </a:r>
          </a:p>
          <a:p>
            <a:pPr lvl="1"/>
            <a:r>
              <a:rPr lang="en-CA" dirty="0"/>
              <a:t>Largest RPC mindshare</a:t>
            </a:r>
          </a:p>
          <a:p>
            <a:pPr lvl="1"/>
            <a:r>
              <a:rPr lang="en-CA" dirty="0"/>
              <a:t>Cloud Native Computing Foundation project</a:t>
            </a:r>
          </a:p>
          <a:p>
            <a:r>
              <a:rPr lang="en-CA" dirty="0"/>
              <a:t>Built with modern technologies</a:t>
            </a:r>
          </a:p>
          <a:p>
            <a:pPr lvl="1"/>
            <a:r>
              <a:rPr lang="en-CA" dirty="0"/>
              <a:t>HTTP/2</a:t>
            </a:r>
          </a:p>
          <a:p>
            <a:pPr lvl="1"/>
            <a:r>
              <a:rPr lang="en-CA" dirty="0" err="1"/>
              <a:t>Protobuf</a:t>
            </a:r>
            <a:endParaRPr lang="en-CA" dirty="0"/>
          </a:p>
          <a:p>
            <a:r>
              <a:rPr lang="en-CA" dirty="0"/>
              <a:t>Designed for modern apps</a:t>
            </a:r>
          </a:p>
          <a:p>
            <a:pPr lvl="1"/>
            <a:r>
              <a:rPr lang="en-CA" dirty="0"/>
              <a:t>High performance</a:t>
            </a:r>
          </a:p>
          <a:p>
            <a:pPr lvl="1"/>
            <a:r>
              <a:rPr lang="en-CA" dirty="0"/>
              <a:t>Platform independent</a:t>
            </a:r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AC7C4-2A06-4198-BCC6-81CAC5801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279" y="1471082"/>
            <a:ext cx="3515216" cy="87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A35F80-8EB3-4A14-BF53-F1C2DA4B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402" y="3819113"/>
            <a:ext cx="5563376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590D8B-2AA9-4560-AC42-A54B973B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Remote Procedure Calls vs HTTP APIs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8DFEDE-345C-4B11-8A06-3198CB1B7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04713"/>
            <a:ext cx="5157787" cy="823912"/>
          </a:xfrm>
        </p:spPr>
        <p:txBody>
          <a:bodyPr/>
          <a:lstStyle/>
          <a:p>
            <a:r>
              <a:rPr lang="en-CA" dirty="0" err="1"/>
              <a:t>gRPC</a:t>
            </a:r>
            <a:r>
              <a:rPr lang="en-CA" dirty="0"/>
              <a:t> Remote Procedure Calls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319038-FEFB-44C6-A993-8E41015FC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28625"/>
            <a:ext cx="5157787" cy="2176395"/>
          </a:xfrm>
        </p:spPr>
        <p:txBody>
          <a:bodyPr>
            <a:normAutofit/>
          </a:bodyPr>
          <a:lstStyle/>
          <a:p>
            <a:r>
              <a:rPr lang="en-CA" sz="2400" dirty="0"/>
              <a:t>Contract first (proto file)</a:t>
            </a:r>
          </a:p>
          <a:p>
            <a:r>
              <a:rPr lang="en-CA" sz="2400" dirty="0"/>
              <a:t>Content is binary for computers</a:t>
            </a:r>
          </a:p>
          <a:p>
            <a:r>
              <a:rPr lang="en-CA" sz="2400" dirty="0"/>
              <a:t>Hides remoting complexity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7E9756-7CF5-45C1-89B3-EA20D81F0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04713"/>
            <a:ext cx="5183188" cy="823912"/>
          </a:xfrm>
        </p:spPr>
        <p:txBody>
          <a:bodyPr/>
          <a:lstStyle/>
          <a:p>
            <a:r>
              <a:rPr lang="en-CA" dirty="0"/>
              <a:t>HTTP APIs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5A1DA9-EC70-4D93-B5D3-7C0AD18A1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28625"/>
            <a:ext cx="5528256" cy="2176395"/>
          </a:xfrm>
        </p:spPr>
        <p:txBody>
          <a:bodyPr>
            <a:normAutofit/>
          </a:bodyPr>
          <a:lstStyle/>
          <a:p>
            <a:r>
              <a:rPr lang="en-CA" sz="2400" dirty="0"/>
              <a:t>Content first (URL, HTTP method, JSON)</a:t>
            </a:r>
          </a:p>
          <a:p>
            <a:r>
              <a:rPr lang="en-CA" sz="2400" dirty="0"/>
              <a:t>Content is human readable</a:t>
            </a:r>
          </a:p>
          <a:p>
            <a:r>
              <a:rPr lang="en-CA" sz="2400" dirty="0"/>
              <a:t>Emphasises HTTP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823B7CF-53EF-929B-5F72-1F40022071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558955"/>
              </p:ext>
            </p:extLst>
          </p:nvPr>
        </p:nvGraphicFramePr>
        <p:xfrm>
          <a:off x="2595524" y="3429000"/>
          <a:ext cx="5293833" cy="306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932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9315C9-DF7E-839D-DAAD-ACE0FDCC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gRPC</a:t>
            </a:r>
            <a:r>
              <a:rPr lang="en-US" dirty="0"/>
              <a:t> and .NET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908805-FA23-49A9-F0D8-BDFEF47C2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gRPC</a:t>
            </a:r>
            <a:r>
              <a:rPr lang="en-US" dirty="0"/>
              <a:t> is a method of web communication like CORBA, WCF, .NET Remoting, SOAP,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Relies on known configuration shared between client and server.</a:t>
            </a:r>
          </a:p>
          <a:p>
            <a:r>
              <a:rPr lang="en-US" dirty="0"/>
              <a:t>Contracts are called protocol buffers.</a:t>
            </a:r>
          </a:p>
          <a:p>
            <a:r>
              <a:rPr lang="en-US" dirty="0"/>
              <a:t>Communicates with a binary stream, more efficient than services that use JSON or XML.</a:t>
            </a:r>
          </a:p>
          <a:p>
            <a:r>
              <a:rPr lang="en-US" dirty="0"/>
              <a:t>Server app is equivalent to </a:t>
            </a:r>
            <a:r>
              <a:rPr lang="en-US" dirty="0" err="1"/>
              <a:t>WebAPI</a:t>
            </a:r>
            <a:endParaRPr lang="en-US" dirty="0"/>
          </a:p>
          <a:p>
            <a:r>
              <a:rPr lang="en-US" dirty="0"/>
              <a:t>proto files define contract between server &amp; client</a:t>
            </a:r>
          </a:p>
          <a:p>
            <a:r>
              <a:rPr lang="en-US" dirty="0" err="1"/>
              <a:t>Nuget</a:t>
            </a:r>
            <a:r>
              <a:rPr lang="en-US" dirty="0"/>
              <a:t> packages</a:t>
            </a:r>
          </a:p>
          <a:p>
            <a:pPr lvl="1"/>
            <a:r>
              <a:rPr lang="en-US" dirty="0" err="1"/>
              <a:t>Google.Protobuf</a:t>
            </a:r>
            <a:endParaRPr lang="en-US" dirty="0"/>
          </a:p>
          <a:p>
            <a:pPr lvl="1"/>
            <a:r>
              <a:rPr lang="en-US" dirty="0" err="1"/>
              <a:t>Grpc.Net.Client</a:t>
            </a:r>
            <a:endParaRPr lang="en-US" dirty="0"/>
          </a:p>
          <a:p>
            <a:pPr lvl="1"/>
            <a:r>
              <a:rPr lang="en-US" dirty="0" err="1"/>
              <a:t>Grpc.Tools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0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0DD59E-F3AF-FC4D-BB15-022BAFB752C2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172</Words>
  <Application>Microsoft Macintosh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gRPC in .NET</vt:lpstr>
      <vt:lpstr>What is gRPC?</vt:lpstr>
      <vt:lpstr>Remote Procedure Calls vs HTTP APIs </vt:lpstr>
      <vt:lpstr>gRPC and .NET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gRPC in .NET</dc:title>
  <dc:creator>Medhat Elmasry</dc:creator>
  <cp:lastModifiedBy>Medhat Elmasry</cp:lastModifiedBy>
  <cp:revision>1</cp:revision>
  <dcterms:created xsi:type="dcterms:W3CDTF">2021-11-12T17:04:15Z</dcterms:created>
  <dcterms:modified xsi:type="dcterms:W3CDTF">2025-10-30T14:49:45Z</dcterms:modified>
</cp:coreProperties>
</file>