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9"/>
    <p:sldMasterId id="2147483780" r:id="rId10"/>
  </p:sldMasterIdLst>
  <p:notesMasterIdLst>
    <p:notesMasterId r:id="rId20"/>
  </p:notesMasterIdLst>
  <p:handoutMasterIdLst>
    <p:handoutMasterId r:id="rId21"/>
  </p:handoutMasterIdLst>
  <p:sldIdLst>
    <p:sldId id="256" r:id="rId11"/>
    <p:sldId id="260" r:id="rId12"/>
    <p:sldId id="257" r:id="rId13"/>
    <p:sldId id="258" r:id="rId14"/>
    <p:sldId id="259" r:id="rId15"/>
    <p:sldId id="262" r:id="rId16"/>
    <p:sldId id="263" r:id="rId17"/>
    <p:sldId id="264" r:id="rId18"/>
    <p:sldId id="261" r:id="rId19"/>
  </p:sldIdLst>
  <p:sldSz cx="12192000" cy="6858000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2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2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1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custSel modSld">
      <pc:chgData name="Medhat Elmasry" userId="405e238c19f61b9e" providerId="LiveId" clId="{FDECEA60-4432-5C1E-B4FA-7BC519CADCB5}" dt="2025-10-30T15:01:13.466" v="0" actId="313"/>
      <pc:docMkLst>
        <pc:docMk/>
      </pc:docMkLst>
      <pc:sldChg chg="modSp mod">
        <pc:chgData name="Medhat Elmasry" userId="405e238c19f61b9e" providerId="LiveId" clId="{FDECEA60-4432-5C1E-B4FA-7BC519CADCB5}" dt="2025-10-30T15:01:13.466" v="0" actId="313"/>
        <pc:sldMkLst>
          <pc:docMk/>
          <pc:sldMk cId="958571212" sldId="258"/>
        </pc:sldMkLst>
        <pc:spChg chg="mod">
          <ac:chgData name="Medhat Elmasry" userId="405e238c19f61b9e" providerId="LiveId" clId="{FDECEA60-4432-5C1E-B4FA-7BC519CADCB5}" dt="2025-10-30T15:01:13.466" v="0" actId="313"/>
          <ac:spMkLst>
            <pc:docMk/>
            <pc:sldMk cId="958571212" sldId="25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73EBDA3-C6A3-4B49-A9B0-9EB1D1B70447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BE43A9-C327-43FA-98CE-66C4388FE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58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12C705D-A4A3-4315-9E3E-11CB46D46D92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95F0540-CCFA-4EDF-9B84-F0F4F103A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8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https://andrewlock.net/adding-localisation-to-an-asp-net-core-application/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5F0540-CCFA-4EDF-9B84-F0F4F103A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2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customXml" Target="../../customXml/item6.xml"/><Relationship Id="rId7" Type="http://schemas.openxmlformats.org/officeDocument/2006/relationships/image" Target="../media/image13.png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4.xml"/><Relationship Id="rId6" Type="http://schemas.openxmlformats.org/officeDocument/2006/relationships/slideMaster" Target="../slideMasters/slideMaster1.xml"/><Relationship Id="rId5" Type="http://schemas.openxmlformats.org/officeDocument/2006/relationships/customXml" Target="../../customXml/item8.xml"/><Relationship Id="rId4" Type="http://schemas.openxmlformats.org/officeDocument/2006/relationships/customXml" Target="../../customXml/item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_0000_Layer Comp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37084" y="439137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34" name="Rectangle 33"/>
          <p:cNvSpPr/>
          <p:nvPr/>
        </p:nvSpPr>
        <p:spPr>
          <a:xfrm flipH="1">
            <a:off x="6337085" y="5328105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5" name="Rectangle 34"/>
          <p:cNvSpPr/>
          <p:nvPr/>
        </p:nvSpPr>
        <p:spPr>
          <a:xfrm flipH="1">
            <a:off x="5732245" y="5325274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6" name="Rectangle 35"/>
          <p:cNvSpPr/>
          <p:nvPr/>
        </p:nvSpPr>
        <p:spPr>
          <a:xfrm flipH="1">
            <a:off x="6006639" y="499564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338860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28797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0686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1_Layer Comp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09555" y="546949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11323153" y="5436446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1323153" y="510678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09556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099494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75448" y="543687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2381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25600" y="30760"/>
            <a:ext cx="6502400" cy="2255241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7576823" y="814505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7" name="Rectangle 16"/>
          <p:cNvSpPr/>
          <p:nvPr/>
        </p:nvSpPr>
        <p:spPr>
          <a:xfrm>
            <a:off x="7576823" y="484842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727200" y="152401"/>
            <a:ext cx="4741333" cy="1341967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23573" y="1536672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20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29119" y="814931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38836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1_Layer Comp 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10272" r="17057" b="745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77803" y="449235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2" name="Rectangle 11"/>
          <p:cNvSpPr/>
          <p:nvPr/>
        </p:nvSpPr>
        <p:spPr>
          <a:xfrm flipH="1">
            <a:off x="877804" y="5338204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272964" y="5335372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547357" y="5005742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78703" y="869447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7806" y="3884501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8372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C12_Sam_001_16x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0"/>
            <a:ext cx="12188388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79116" y="546949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79116" y="957582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69056" y="3957947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7079116" y="5435917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 flipH="1">
            <a:off x="6474277" y="5433086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6748671" y="5103455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224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57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0755" y="408297"/>
            <a:ext cx="4742232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3" name="Rectangle 12"/>
          <p:cNvSpPr/>
          <p:nvPr/>
        </p:nvSpPr>
        <p:spPr>
          <a:xfrm flipH="1">
            <a:off x="870756" y="5297265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265916" y="5294434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 flipH="1">
            <a:off x="540310" y="4964803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78703" y="869447"/>
            <a:ext cx="4741333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77806" y="3884501"/>
            <a:ext cx="4140473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1093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0003_Layer Comp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978108" y="327542"/>
            <a:ext cx="4245403" cy="516795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978109" y="1734558"/>
            <a:ext cx="4245400" cy="1954348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3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65633" y="4706300"/>
            <a:ext cx="3870355" cy="572695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296920" y="5567950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2" name="Rectangle 31"/>
          <p:cNvSpPr/>
          <p:nvPr/>
        </p:nvSpPr>
        <p:spPr>
          <a:xfrm>
            <a:off x="11296919" y="5238287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/>
          <p:cNvSpPr/>
          <p:nvPr/>
        </p:nvSpPr>
        <p:spPr>
          <a:xfrm>
            <a:off x="10148156" y="5568518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4047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369422" y="619519"/>
            <a:ext cx="9736667" cy="36307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369424" y="1794192"/>
            <a:ext cx="9735691" cy="1107016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780096" y="2902661"/>
            <a:ext cx="9325019" cy="559473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192" y="4323287"/>
            <a:ext cx="531825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1037629" y="3993657"/>
            <a:ext cx="257431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369424" y="4323508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2298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17748" y="2544587"/>
            <a:ext cx="10434725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0803" y="4023363"/>
            <a:ext cx="9760180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1959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817748" y="2544587"/>
            <a:ext cx="10434725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0803" y="4023363"/>
            <a:ext cx="9760180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5808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7748" y="2544587"/>
            <a:ext cx="10434725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90803" y="4023363"/>
            <a:ext cx="9760180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8885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 descr="WIN11_Sarah_01_PP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32" b="-232"/>
          <a:stretch/>
        </p:blipFill>
        <p:spPr>
          <a:xfrm>
            <a:off x="474689" y="1687908"/>
            <a:ext cx="3657600" cy="3657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60042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239" y="1683559"/>
            <a:ext cx="3652424" cy="365242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57209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357" y="1687908"/>
            <a:ext cx="3645408" cy="36454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01086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195784" y="455928"/>
            <a:ext cx="7526131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590944" y="5409002"/>
            <a:ext cx="531825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4195784" y="5409002"/>
            <a:ext cx="1075355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195787" y="902181"/>
            <a:ext cx="5840967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859254" y="2915885"/>
            <a:ext cx="5180380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581" y="1690573"/>
            <a:ext cx="3639631" cy="36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35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32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20842"/>
            <a:ext cx="10972800" cy="49053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3200" dirty="0" smtClean="0"/>
            </a:lvl1pPr>
            <a:lvl2pPr>
              <a:defRPr lang="en-US" sz="2800" dirty="0" smtClean="0"/>
            </a:lvl2pPr>
            <a:lvl3pPr>
              <a:defRPr lang="en-US" sz="20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02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10972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73323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22413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878515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32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7998606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54834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6"/>
            <a:ext cx="5386917" cy="639763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74" y="1535116"/>
            <a:ext cx="5389033" cy="639763"/>
          </a:xfrm>
          <a:solidFill>
            <a:schemeClr val="accent5">
              <a:lumMod val="20000"/>
              <a:lumOff val="80000"/>
            </a:schemeClr>
          </a:solidFill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705202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6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74" y="1535116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698242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3"/>
            <a:ext cx="4011084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297542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3"/>
            <a:ext cx="6815667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3"/>
            <a:ext cx="4011084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1932381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74775"/>
            <a:ext cx="7315200" cy="4114800"/>
          </a:xfrm>
        </p:spPr>
        <p:txBody>
          <a:bodyPr/>
          <a:lstStyle>
            <a:lvl1pPr marL="0" indent="0">
              <a:buNone/>
              <a:defRPr sz="240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70542"/>
            <a:ext cx="73152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6896789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74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570542"/>
            <a:ext cx="73152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435738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354" y="18372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2581380" y="3833295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599056" y="1827674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8009467" y="1841373"/>
            <a:ext cx="3549192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19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9376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09467" y="1841372"/>
            <a:ext cx="3549192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2589376" y="382388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9017" y="3818470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6" name="Rectangle 25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2825722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354" y="18372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2581380" y="3833295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599056" y="1827674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8009467" y="1841373"/>
            <a:ext cx="3549192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281944"/>
            <a:ext cx="10992476" cy="582841"/>
          </a:xfrm>
        </p:spPr>
        <p:txBody>
          <a:bodyPr vert="horz" lIns="91440" tIns="0" rIns="91440" bIns="45720" rtlCol="0" anchor="t" anchorCtr="0">
            <a:noAutofit/>
          </a:bodyPr>
          <a:lstStyle>
            <a:lvl1pPr>
              <a:defRPr lang="en-US" b="0" dirty="0">
                <a:solidFill>
                  <a:srgbClr val="0072C6"/>
                </a:solidFill>
              </a:defRPr>
            </a:lvl1pPr>
          </a:lstStyle>
          <a:p>
            <a:pPr lvl="0"/>
            <a:r>
              <a:rPr lang="en-US" dirty="0"/>
              <a:t>title of text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19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9376" y="1826687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09467" y="1841372"/>
            <a:ext cx="3549192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2589376" y="382388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9017" y="3818470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7790491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8935" y="1841373"/>
            <a:ext cx="29972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8" y="1841376"/>
            <a:ext cx="385984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702889" y="1841373"/>
            <a:ext cx="3884011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8" y="3819120"/>
            <a:ext cx="1879129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1380" y="381912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702889" y="1841373"/>
            <a:ext cx="3884011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9056" y="1841375"/>
            <a:ext cx="385984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829356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8935" y="1841373"/>
            <a:ext cx="29972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8" y="1841376"/>
            <a:ext cx="385984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702889" y="1841373"/>
            <a:ext cx="3884011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8" y="3819120"/>
            <a:ext cx="1879129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81380" y="381912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702889" y="1841373"/>
            <a:ext cx="3884011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9056" y="1841375"/>
            <a:ext cx="385984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4147787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74407" y="1833539"/>
            <a:ext cx="4990304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9671204" y="1855349"/>
            <a:ext cx="1879128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671204" y="3819117"/>
            <a:ext cx="1879128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1836718"/>
            <a:ext cx="1879128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86200" y="3819119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2581380" y="1836718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679200" y="1842602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679200" y="381709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606940" y="1834684"/>
            <a:ext cx="1871133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181503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74407" y="1833539"/>
            <a:ext cx="4990304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9671204" y="1855349"/>
            <a:ext cx="1879128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671204" y="3819117"/>
            <a:ext cx="1879128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1836718"/>
            <a:ext cx="1879128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18"/>
            <a:ext cx="1879128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581377" y="1836715"/>
            <a:ext cx="1879128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86200" y="3819119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2581380" y="1836718"/>
            <a:ext cx="18796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679200" y="1842602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679200" y="3817090"/>
            <a:ext cx="187113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606940" y="1834684"/>
            <a:ext cx="1871133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7423885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2602023" y="1856586"/>
            <a:ext cx="571500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19"/>
            <a:ext cx="1879128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428139" y="1856582"/>
            <a:ext cx="3166533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0711" y="3806422"/>
            <a:ext cx="1871133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3588" y="1856583"/>
            <a:ext cx="18796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428139" y="1856583"/>
            <a:ext cx="3166533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341406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2602023" y="1856586"/>
            <a:ext cx="571500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19"/>
            <a:ext cx="1879128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428139" y="1856582"/>
            <a:ext cx="3166533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0711" y="3806422"/>
            <a:ext cx="1871133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3588" y="1856583"/>
            <a:ext cx="18796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428139" y="1856583"/>
            <a:ext cx="3166533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5422522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18"/>
            <a:ext cx="1879128" cy="1870668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12219" y="1868083"/>
            <a:ext cx="8970952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4060" y="1852515"/>
            <a:ext cx="1871133" cy="1859168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4067" y="3804720"/>
            <a:ext cx="1879127" cy="1872369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612219" y="1868083"/>
            <a:ext cx="8970952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210750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24060" y="1856583"/>
            <a:ext cx="1879128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24063" y="3806423"/>
            <a:ext cx="1879128" cy="1856153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12219" y="1853569"/>
            <a:ext cx="8970952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4060" y="1853567"/>
            <a:ext cx="1871133" cy="1858600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624063" y="3806421"/>
            <a:ext cx="1879127" cy="1856153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2612219" y="1868083"/>
            <a:ext cx="8970952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176756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843" y="18304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0589" y="0"/>
            <a:ext cx="11591411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5"/>
            <a:ext cx="526219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8009467" y="1828803"/>
            <a:ext cx="3549192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1828803"/>
            <a:ext cx="3859915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3819122"/>
            <a:ext cx="1879128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23"/>
            <a:ext cx="1879128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009467" y="3819123"/>
            <a:ext cx="3549192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6" y="1825646"/>
            <a:ext cx="3859915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8584" y="3818470"/>
            <a:ext cx="18796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009467" y="1825646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009467" y="3819122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581383" y="3819122"/>
            <a:ext cx="1877591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02509" y="1"/>
            <a:ext cx="11589495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2547842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99843" y="1830469"/>
            <a:ext cx="3263900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8009467" y="1828803"/>
            <a:ext cx="3549192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599056" y="1828803"/>
            <a:ext cx="3859915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99056" y="3819122"/>
            <a:ext cx="1879128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581380" y="3819123"/>
            <a:ext cx="1879128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009467" y="3819123"/>
            <a:ext cx="3549192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99056" y="1825646"/>
            <a:ext cx="3859915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598584" y="3818470"/>
            <a:ext cx="18796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009467" y="1825646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009467" y="3819122"/>
            <a:ext cx="3549192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581383" y="3819122"/>
            <a:ext cx="1877591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"/>
            <a:ext cx="115824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2043995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66804"/>
            <a:ext cx="11176000" cy="2210863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08581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63084" y="1905000"/>
            <a:ext cx="10720917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46480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411557"/>
            <a:ext cx="5486400" cy="2129815"/>
          </a:xfrm>
        </p:spPr>
        <p:txBody>
          <a:bodyPr/>
          <a:lstStyle>
            <a:lvl1pPr marL="191237" indent="-191237">
              <a:lnSpc>
                <a:spcPct val="90000"/>
              </a:lnSpc>
              <a:defRPr sz="1575"/>
            </a:lvl1pPr>
            <a:lvl2pPr marL="378753" indent="-183051">
              <a:lnSpc>
                <a:spcPct val="90000"/>
              </a:lnSpc>
              <a:defRPr sz="1350"/>
            </a:lvl2pPr>
            <a:lvl3pPr marL="536504" indent="-162216">
              <a:lnSpc>
                <a:spcPct val="90000"/>
              </a:lnSpc>
              <a:defRPr sz="1125"/>
            </a:lvl3pPr>
            <a:lvl4pPr marL="690536" indent="-154031">
              <a:lnSpc>
                <a:spcPct val="90000"/>
              </a:lnSpc>
              <a:defRPr sz="1013"/>
            </a:lvl4pPr>
            <a:lvl5pPr marL="852752" indent="-15775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1557"/>
            <a:ext cx="5486400" cy="2129815"/>
          </a:xfrm>
        </p:spPr>
        <p:txBody>
          <a:bodyPr/>
          <a:lstStyle>
            <a:lvl1pPr marL="195702" indent="-195702">
              <a:lnSpc>
                <a:spcPct val="90000"/>
              </a:lnSpc>
              <a:defRPr sz="1575"/>
            </a:lvl1pPr>
            <a:lvl2pPr marL="378753" indent="-191237">
              <a:lnSpc>
                <a:spcPct val="90000"/>
              </a:lnSpc>
              <a:defRPr sz="1350"/>
            </a:lvl2pPr>
            <a:lvl3pPr marL="540969" indent="-170402">
              <a:lnSpc>
                <a:spcPct val="90000"/>
              </a:lnSpc>
              <a:defRPr sz="1125"/>
            </a:lvl3pPr>
            <a:lvl4pPr marL="690536" indent="-149567">
              <a:lnSpc>
                <a:spcPct val="90000"/>
              </a:lnSpc>
              <a:defRPr sz="1013"/>
            </a:lvl4pPr>
            <a:lvl5pPr marL="852752" indent="-15403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79323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669" y="1905003"/>
            <a:ext cx="10242551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3667" y="4344991"/>
            <a:ext cx="10242551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5155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7200265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1"/>
            <a:ext cx="11379200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6400" y="1143000"/>
            <a:ext cx="11379200" cy="5029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200" y="62865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286500"/>
            <a:ext cx="6604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52001" y="6286500"/>
            <a:ext cx="2247899" cy="457200"/>
          </a:xfrm>
          <a:prstGeom prst="rect">
            <a:avLst/>
          </a:prstGeom>
        </p:spPr>
        <p:txBody>
          <a:bodyPr/>
          <a:lstStyle>
            <a:lvl1pPr>
              <a:defRPr sz="1200" dirty="0" smtClean="0"/>
            </a:lvl1pPr>
          </a:lstStyle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05545"/>
      </p:ext>
    </p:extLst>
  </p:cSld>
  <p:clrMapOvr>
    <a:masterClrMapping/>
  </p:clrMapOvr>
  <p:transition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20650"/>
            <a:ext cx="11684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990600"/>
            <a:ext cx="56388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990600"/>
            <a:ext cx="56388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xfrm>
            <a:off x="55880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203200" y="6245225"/>
            <a:ext cx="5080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14185"/>
      </p:ext>
    </p:extLst>
  </p:cSld>
  <p:clrMapOvr>
    <a:masterClrMapping/>
  </p:clrMapOvr>
  <p:transition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973394" y="1411552"/>
            <a:ext cx="10229337" cy="2053960"/>
          </a:xfrm>
        </p:spPr>
        <p:txBody>
          <a:bodyPr/>
          <a:lstStyle>
            <a:lvl1pPr>
              <a:lnSpc>
                <a:spcPct val="78000"/>
              </a:lnSpc>
              <a:defRPr/>
            </a:lvl1pPr>
            <a:lvl2pPr>
              <a:lnSpc>
                <a:spcPct val="78000"/>
              </a:lnSpc>
              <a:defRPr/>
            </a:lvl2pPr>
            <a:lvl3pPr>
              <a:lnSpc>
                <a:spcPct val="78000"/>
              </a:lnSpc>
              <a:defRPr/>
            </a:lvl3pPr>
            <a:lvl4pPr>
              <a:lnSpc>
                <a:spcPct val="78000"/>
              </a:lnSpc>
              <a:defRPr/>
            </a:lvl4pPr>
            <a:lvl5pPr>
              <a:lnSpc>
                <a:spcPct val="78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516072" y="152400"/>
            <a:ext cx="11167928" cy="6093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81526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1861" y="34711"/>
            <a:ext cx="11277600" cy="914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000" spc="-113" baseline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21861" y="1143000"/>
            <a:ext cx="11277600" cy="5334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90000"/>
              </a:lnSpc>
              <a:buFont typeface="Arial" pitchFamily="34" charset="0"/>
              <a:buChar char="•"/>
              <a:defRPr sz="24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lnSpc>
                <a:spcPct val="90000"/>
              </a:lnSpc>
              <a:buFont typeface="Arial" pitchFamily="34" charset="0"/>
              <a:buChar char="•"/>
              <a:defRPr sz="21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WP SemiLight" pitchFamily="34" charset="0"/>
                <a:ea typeface="Segoe UI" pitchFamily="34" charset="0"/>
                <a:cs typeface="Segoe UI" pitchFamily="34" charset="0"/>
              </a:defRPr>
            </a:lvl2pPr>
            <a:lvl3pPr>
              <a:lnSpc>
                <a:spcPct val="90000"/>
              </a:lnSpc>
              <a:buFont typeface="Arial" pitchFamily="34" charset="0"/>
              <a:buChar char="•"/>
              <a:defRPr sz="1800" spc="-113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lnSpc>
                <a:spcPct val="90000"/>
              </a:lnSpc>
              <a:buFont typeface="Arial" pitchFamily="34" charset="0"/>
              <a:buChar char="•"/>
              <a:defRPr sz="1200" baseline="0"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buFont typeface="Arial" pitchFamily="34" charset="0"/>
              <a:buChar char="•"/>
              <a:defRPr sz="10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21573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200" y="62865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286500"/>
            <a:ext cx="6604000" cy="4572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52001" y="6286500"/>
            <a:ext cx="2247899" cy="457200"/>
          </a:xfrm>
          <a:prstGeom prst="rect">
            <a:avLst/>
          </a:prstGeom>
        </p:spPr>
        <p:txBody>
          <a:bodyPr/>
          <a:lstStyle>
            <a:lvl1pPr>
              <a:defRPr sz="1600" dirty="0" smtClean="0">
                <a:latin typeface="+mj-lt"/>
              </a:defRPr>
            </a:lvl1pPr>
          </a:lstStyle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07874"/>
      </p:ext>
    </p:extLst>
  </p:cSld>
  <p:clrMapOvr>
    <a:masterClrMapping/>
  </p:clrMapOvr>
  <p:transition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324135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528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208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8635870" y="0"/>
            <a:ext cx="3556129" cy="6858000"/>
          </a:xfrm>
          <a:prstGeom prst="rect">
            <a:avLst/>
          </a:prstGeom>
          <a:solidFill>
            <a:srgbClr val="EEEEEE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39" y="2720520"/>
            <a:ext cx="8270507" cy="896552"/>
          </a:xfrm>
          <a:noFill/>
        </p:spPr>
        <p:txBody>
          <a:bodyPr lIns="9144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2745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238" y="1644658"/>
            <a:ext cx="8270507" cy="1075862"/>
          </a:xfrm>
          <a:noFill/>
        </p:spPr>
        <p:txBody>
          <a:bodyPr lIns="91440" tIns="91440" rIns="91440" bIns="91440" anchor="t" anchorCtr="0"/>
          <a:lstStyle>
            <a:lvl1pPr>
              <a:defRPr sz="5882" spc="-78" baseline="0">
                <a:solidFill>
                  <a:srgbClr val="0072C6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343940" y="6043943"/>
            <a:ext cx="1613565" cy="345696"/>
          </a:xfrm>
          <a:prstGeom prst="rect">
            <a:avLst/>
          </a:prstGeom>
        </p:spPr>
      </p:pic>
      <p:grpSp>
        <p:nvGrpSpPr>
          <p:cNvPr id="49" name="Group 48"/>
          <p:cNvGrpSpPr/>
          <p:nvPr userDrawn="1"/>
        </p:nvGrpSpPr>
        <p:grpSpPr>
          <a:xfrm>
            <a:off x="9076073" y="1662045"/>
            <a:ext cx="2750426" cy="3533909"/>
            <a:chOff x="4173933" y="1990739"/>
            <a:chExt cx="2457160" cy="3156656"/>
          </a:xfrm>
        </p:grpSpPr>
        <p:sp>
          <p:nvSpPr>
            <p:cNvPr id="50" name="Freeform 8"/>
            <p:cNvSpPr>
              <a:spLocks noEditPoints="1"/>
            </p:cNvSpPr>
            <p:nvPr/>
          </p:nvSpPr>
          <p:spPr bwMode="auto">
            <a:xfrm>
              <a:off x="4825097" y="2367213"/>
              <a:ext cx="1197063" cy="1195470"/>
            </a:xfrm>
            <a:custGeom>
              <a:avLst/>
              <a:gdLst>
                <a:gd name="T0" fmla="*/ 670 w 1598"/>
                <a:gd name="T1" fmla="*/ 1577 h 1597"/>
                <a:gd name="T2" fmla="*/ 760 w 1598"/>
                <a:gd name="T3" fmla="*/ 1597 h 1597"/>
                <a:gd name="T4" fmla="*/ 917 w 1598"/>
                <a:gd name="T5" fmla="*/ 1569 h 1597"/>
                <a:gd name="T6" fmla="*/ 839 w 1598"/>
                <a:gd name="T7" fmla="*/ 1597 h 1597"/>
                <a:gd name="T8" fmla="*/ 516 w 1598"/>
                <a:gd name="T9" fmla="*/ 1535 h 1597"/>
                <a:gd name="T10" fmla="*/ 602 w 1598"/>
                <a:gd name="T11" fmla="*/ 1573 h 1597"/>
                <a:gd name="T12" fmla="*/ 1070 w 1598"/>
                <a:gd name="T13" fmla="*/ 1529 h 1597"/>
                <a:gd name="T14" fmla="*/ 997 w 1598"/>
                <a:gd name="T15" fmla="*/ 1573 h 1597"/>
                <a:gd name="T16" fmla="*/ 374 w 1598"/>
                <a:gd name="T17" fmla="*/ 1463 h 1597"/>
                <a:gd name="T18" fmla="*/ 452 w 1598"/>
                <a:gd name="T19" fmla="*/ 1517 h 1597"/>
                <a:gd name="T20" fmla="*/ 1211 w 1598"/>
                <a:gd name="T21" fmla="*/ 1460 h 1597"/>
                <a:gd name="T22" fmla="*/ 1147 w 1598"/>
                <a:gd name="T23" fmla="*/ 1517 h 1597"/>
                <a:gd name="T24" fmla="*/ 249 w 1598"/>
                <a:gd name="T25" fmla="*/ 1364 h 1597"/>
                <a:gd name="T26" fmla="*/ 317 w 1598"/>
                <a:gd name="T27" fmla="*/ 1433 h 1597"/>
                <a:gd name="T28" fmla="*/ 1336 w 1598"/>
                <a:gd name="T29" fmla="*/ 1363 h 1597"/>
                <a:gd name="T30" fmla="*/ 1282 w 1598"/>
                <a:gd name="T31" fmla="*/ 1432 h 1597"/>
                <a:gd name="T32" fmla="*/ 146 w 1598"/>
                <a:gd name="T33" fmla="*/ 1242 h 1597"/>
                <a:gd name="T34" fmla="*/ 201 w 1598"/>
                <a:gd name="T35" fmla="*/ 1323 h 1597"/>
                <a:gd name="T36" fmla="*/ 1438 w 1598"/>
                <a:gd name="T37" fmla="*/ 1244 h 1597"/>
                <a:gd name="T38" fmla="*/ 1398 w 1598"/>
                <a:gd name="T39" fmla="*/ 1323 h 1597"/>
                <a:gd name="T40" fmla="*/ 71 w 1598"/>
                <a:gd name="T41" fmla="*/ 1102 h 1597"/>
                <a:gd name="T42" fmla="*/ 110 w 1598"/>
                <a:gd name="T43" fmla="*/ 1192 h 1597"/>
                <a:gd name="T44" fmla="*/ 1515 w 1598"/>
                <a:gd name="T45" fmla="*/ 1106 h 1597"/>
                <a:gd name="T46" fmla="*/ 1489 w 1598"/>
                <a:gd name="T47" fmla="*/ 1192 h 1597"/>
                <a:gd name="T48" fmla="*/ 25 w 1598"/>
                <a:gd name="T49" fmla="*/ 949 h 1597"/>
                <a:gd name="T50" fmla="*/ 47 w 1598"/>
                <a:gd name="T51" fmla="*/ 1046 h 1597"/>
                <a:gd name="T52" fmla="*/ 1562 w 1598"/>
                <a:gd name="T53" fmla="*/ 956 h 1597"/>
                <a:gd name="T54" fmla="*/ 1552 w 1598"/>
                <a:gd name="T55" fmla="*/ 1045 h 1597"/>
                <a:gd name="T56" fmla="*/ 10 w 1598"/>
                <a:gd name="T57" fmla="*/ 790 h 1597"/>
                <a:gd name="T58" fmla="*/ 16 w 1598"/>
                <a:gd name="T59" fmla="*/ 890 h 1597"/>
                <a:gd name="T60" fmla="*/ 1574 w 1598"/>
                <a:gd name="T61" fmla="*/ 878 h 1597"/>
                <a:gd name="T62" fmla="*/ 1598 w 1598"/>
                <a:gd name="T63" fmla="*/ 797 h 1597"/>
                <a:gd name="T64" fmla="*/ 14 w 1598"/>
                <a:gd name="T65" fmla="*/ 730 h 1597"/>
                <a:gd name="T66" fmla="*/ 28 w 1598"/>
                <a:gd name="T67" fmla="*/ 631 h 1597"/>
                <a:gd name="T68" fmla="*/ 1584 w 1598"/>
                <a:gd name="T69" fmla="*/ 727 h 1597"/>
                <a:gd name="T70" fmla="*/ 1581 w 1598"/>
                <a:gd name="T71" fmla="*/ 637 h 1597"/>
                <a:gd name="T72" fmla="*/ 46 w 1598"/>
                <a:gd name="T73" fmla="*/ 574 h 1597"/>
                <a:gd name="T74" fmla="*/ 78 w 1598"/>
                <a:gd name="T75" fmla="*/ 480 h 1597"/>
                <a:gd name="T76" fmla="*/ 1551 w 1598"/>
                <a:gd name="T77" fmla="*/ 571 h 1597"/>
                <a:gd name="T78" fmla="*/ 1533 w 1598"/>
                <a:gd name="T79" fmla="*/ 482 h 1597"/>
                <a:gd name="T80" fmla="*/ 109 w 1598"/>
                <a:gd name="T81" fmla="*/ 427 h 1597"/>
                <a:gd name="T82" fmla="*/ 157 w 1598"/>
                <a:gd name="T83" fmla="*/ 341 h 1597"/>
                <a:gd name="T84" fmla="*/ 1488 w 1598"/>
                <a:gd name="T85" fmla="*/ 425 h 1597"/>
                <a:gd name="T86" fmla="*/ 1454 w 1598"/>
                <a:gd name="T87" fmla="*/ 341 h 1597"/>
                <a:gd name="T88" fmla="*/ 200 w 1598"/>
                <a:gd name="T89" fmla="*/ 296 h 1597"/>
                <a:gd name="T90" fmla="*/ 262 w 1598"/>
                <a:gd name="T91" fmla="*/ 221 h 1597"/>
                <a:gd name="T92" fmla="*/ 1396 w 1598"/>
                <a:gd name="T93" fmla="*/ 294 h 1597"/>
                <a:gd name="T94" fmla="*/ 1348 w 1598"/>
                <a:gd name="T95" fmla="*/ 219 h 1597"/>
                <a:gd name="T96" fmla="*/ 315 w 1598"/>
                <a:gd name="T97" fmla="*/ 186 h 1597"/>
                <a:gd name="T98" fmla="*/ 389 w 1598"/>
                <a:gd name="T99" fmla="*/ 125 h 1597"/>
                <a:gd name="T100" fmla="*/ 1281 w 1598"/>
                <a:gd name="T101" fmla="*/ 184 h 1597"/>
                <a:gd name="T102" fmla="*/ 1220 w 1598"/>
                <a:gd name="T103" fmla="*/ 120 h 1597"/>
                <a:gd name="T104" fmla="*/ 451 w 1598"/>
                <a:gd name="T105" fmla="*/ 101 h 1597"/>
                <a:gd name="T106" fmla="*/ 533 w 1598"/>
                <a:gd name="T107" fmla="*/ 56 h 1597"/>
                <a:gd name="T108" fmla="*/ 1145 w 1598"/>
                <a:gd name="T109" fmla="*/ 100 h 1597"/>
                <a:gd name="T110" fmla="*/ 1075 w 1598"/>
                <a:gd name="T111" fmla="*/ 49 h 1597"/>
                <a:gd name="T112" fmla="*/ 600 w 1598"/>
                <a:gd name="T113" fmla="*/ 46 h 1597"/>
                <a:gd name="T114" fmla="*/ 688 w 1598"/>
                <a:gd name="T115" fmla="*/ 18 h 1597"/>
                <a:gd name="T116" fmla="*/ 995 w 1598"/>
                <a:gd name="T117" fmla="*/ 45 h 1597"/>
                <a:gd name="T118" fmla="*/ 919 w 1598"/>
                <a:gd name="T119" fmla="*/ 9 h 1597"/>
                <a:gd name="T120" fmla="*/ 758 w 1598"/>
                <a:gd name="T121" fmla="*/ 21 h 1597"/>
                <a:gd name="T122" fmla="*/ 848 w 1598"/>
                <a:gd name="T123" fmla="*/ 12 h 1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98" h="1597">
                  <a:moveTo>
                    <a:pt x="760" y="1597"/>
                  </a:moveTo>
                  <a:cubicBezTo>
                    <a:pt x="759" y="1597"/>
                    <a:pt x="759" y="1597"/>
                    <a:pt x="759" y="1597"/>
                  </a:cubicBezTo>
                  <a:cubicBezTo>
                    <a:pt x="732" y="1595"/>
                    <a:pt x="705" y="1593"/>
                    <a:pt x="679" y="1589"/>
                  </a:cubicBezTo>
                  <a:cubicBezTo>
                    <a:pt x="673" y="1588"/>
                    <a:pt x="669" y="1583"/>
                    <a:pt x="670" y="1577"/>
                  </a:cubicBezTo>
                  <a:cubicBezTo>
                    <a:pt x="671" y="1572"/>
                    <a:pt x="676" y="1568"/>
                    <a:pt x="682" y="1569"/>
                  </a:cubicBezTo>
                  <a:cubicBezTo>
                    <a:pt x="707" y="1573"/>
                    <a:pt x="734" y="1575"/>
                    <a:pt x="760" y="1577"/>
                  </a:cubicBezTo>
                  <a:cubicBezTo>
                    <a:pt x="766" y="1577"/>
                    <a:pt x="770" y="1582"/>
                    <a:pt x="770" y="1587"/>
                  </a:cubicBezTo>
                  <a:cubicBezTo>
                    <a:pt x="769" y="1592"/>
                    <a:pt x="765" y="1597"/>
                    <a:pt x="760" y="1597"/>
                  </a:cubicBezTo>
                  <a:close/>
                  <a:moveTo>
                    <a:pt x="839" y="1597"/>
                  </a:moveTo>
                  <a:cubicBezTo>
                    <a:pt x="834" y="1597"/>
                    <a:pt x="830" y="1592"/>
                    <a:pt x="829" y="1587"/>
                  </a:cubicBezTo>
                  <a:cubicBezTo>
                    <a:pt x="829" y="1582"/>
                    <a:pt x="833" y="1577"/>
                    <a:pt x="839" y="1577"/>
                  </a:cubicBezTo>
                  <a:cubicBezTo>
                    <a:pt x="865" y="1575"/>
                    <a:pt x="892" y="1573"/>
                    <a:pt x="917" y="1569"/>
                  </a:cubicBezTo>
                  <a:cubicBezTo>
                    <a:pt x="923" y="1568"/>
                    <a:pt x="928" y="1572"/>
                    <a:pt x="929" y="1577"/>
                  </a:cubicBezTo>
                  <a:cubicBezTo>
                    <a:pt x="930" y="1583"/>
                    <a:pt x="926" y="1588"/>
                    <a:pt x="920" y="1588"/>
                  </a:cubicBezTo>
                  <a:cubicBezTo>
                    <a:pt x="894" y="1592"/>
                    <a:pt x="867" y="1595"/>
                    <a:pt x="840" y="1597"/>
                  </a:cubicBezTo>
                  <a:lnTo>
                    <a:pt x="839" y="1597"/>
                  </a:lnTo>
                  <a:close/>
                  <a:moveTo>
                    <a:pt x="602" y="1573"/>
                  </a:moveTo>
                  <a:cubicBezTo>
                    <a:pt x="601" y="1573"/>
                    <a:pt x="600" y="1573"/>
                    <a:pt x="599" y="1572"/>
                  </a:cubicBezTo>
                  <a:cubicBezTo>
                    <a:pt x="573" y="1566"/>
                    <a:pt x="547" y="1558"/>
                    <a:pt x="522" y="1548"/>
                  </a:cubicBezTo>
                  <a:cubicBezTo>
                    <a:pt x="517" y="1546"/>
                    <a:pt x="514" y="1541"/>
                    <a:pt x="516" y="1535"/>
                  </a:cubicBezTo>
                  <a:cubicBezTo>
                    <a:pt x="518" y="1530"/>
                    <a:pt x="524" y="1528"/>
                    <a:pt x="529" y="1530"/>
                  </a:cubicBezTo>
                  <a:cubicBezTo>
                    <a:pt x="554" y="1539"/>
                    <a:pt x="579" y="1547"/>
                    <a:pt x="604" y="1553"/>
                  </a:cubicBezTo>
                  <a:cubicBezTo>
                    <a:pt x="610" y="1554"/>
                    <a:pt x="613" y="1560"/>
                    <a:pt x="612" y="1565"/>
                  </a:cubicBezTo>
                  <a:cubicBezTo>
                    <a:pt x="610" y="1570"/>
                    <a:pt x="606" y="1573"/>
                    <a:pt x="602" y="1573"/>
                  </a:cubicBezTo>
                  <a:close/>
                  <a:moveTo>
                    <a:pt x="997" y="1573"/>
                  </a:moveTo>
                  <a:cubicBezTo>
                    <a:pt x="993" y="1573"/>
                    <a:pt x="989" y="1570"/>
                    <a:pt x="987" y="1565"/>
                  </a:cubicBezTo>
                  <a:cubicBezTo>
                    <a:pt x="986" y="1560"/>
                    <a:pt x="989" y="1554"/>
                    <a:pt x="995" y="1553"/>
                  </a:cubicBezTo>
                  <a:cubicBezTo>
                    <a:pt x="1020" y="1546"/>
                    <a:pt x="1045" y="1538"/>
                    <a:pt x="1070" y="1529"/>
                  </a:cubicBezTo>
                  <a:cubicBezTo>
                    <a:pt x="1075" y="1527"/>
                    <a:pt x="1081" y="1530"/>
                    <a:pt x="1083" y="1535"/>
                  </a:cubicBezTo>
                  <a:cubicBezTo>
                    <a:pt x="1085" y="1540"/>
                    <a:pt x="1082" y="1546"/>
                    <a:pt x="1077" y="1548"/>
                  </a:cubicBezTo>
                  <a:cubicBezTo>
                    <a:pt x="1052" y="1557"/>
                    <a:pt x="1026" y="1565"/>
                    <a:pt x="1000" y="1572"/>
                  </a:cubicBezTo>
                  <a:cubicBezTo>
                    <a:pt x="999" y="1572"/>
                    <a:pt x="998" y="1573"/>
                    <a:pt x="997" y="1573"/>
                  </a:cubicBezTo>
                  <a:close/>
                  <a:moveTo>
                    <a:pt x="452" y="1517"/>
                  </a:moveTo>
                  <a:cubicBezTo>
                    <a:pt x="451" y="1517"/>
                    <a:pt x="449" y="1517"/>
                    <a:pt x="448" y="1516"/>
                  </a:cubicBezTo>
                  <a:cubicBezTo>
                    <a:pt x="424" y="1505"/>
                    <a:pt x="400" y="1491"/>
                    <a:pt x="377" y="1477"/>
                  </a:cubicBezTo>
                  <a:cubicBezTo>
                    <a:pt x="372" y="1474"/>
                    <a:pt x="371" y="1468"/>
                    <a:pt x="374" y="1463"/>
                  </a:cubicBezTo>
                  <a:cubicBezTo>
                    <a:pt x="377" y="1459"/>
                    <a:pt x="383" y="1457"/>
                    <a:pt x="388" y="1460"/>
                  </a:cubicBezTo>
                  <a:cubicBezTo>
                    <a:pt x="410" y="1474"/>
                    <a:pt x="433" y="1487"/>
                    <a:pt x="457" y="1498"/>
                  </a:cubicBezTo>
                  <a:cubicBezTo>
                    <a:pt x="462" y="1501"/>
                    <a:pt x="464" y="1507"/>
                    <a:pt x="461" y="1512"/>
                  </a:cubicBezTo>
                  <a:cubicBezTo>
                    <a:pt x="459" y="1515"/>
                    <a:pt x="456" y="1517"/>
                    <a:pt x="452" y="1517"/>
                  </a:cubicBezTo>
                  <a:close/>
                  <a:moveTo>
                    <a:pt x="1147" y="1517"/>
                  </a:moveTo>
                  <a:cubicBezTo>
                    <a:pt x="1143" y="1517"/>
                    <a:pt x="1139" y="1515"/>
                    <a:pt x="1138" y="1511"/>
                  </a:cubicBezTo>
                  <a:cubicBezTo>
                    <a:pt x="1135" y="1506"/>
                    <a:pt x="1137" y="1501"/>
                    <a:pt x="1142" y="1498"/>
                  </a:cubicBezTo>
                  <a:cubicBezTo>
                    <a:pt x="1166" y="1487"/>
                    <a:pt x="1189" y="1474"/>
                    <a:pt x="1211" y="1460"/>
                  </a:cubicBezTo>
                  <a:cubicBezTo>
                    <a:pt x="1216" y="1457"/>
                    <a:pt x="1222" y="1458"/>
                    <a:pt x="1225" y="1463"/>
                  </a:cubicBezTo>
                  <a:cubicBezTo>
                    <a:pt x="1228" y="1468"/>
                    <a:pt x="1226" y="1474"/>
                    <a:pt x="1222" y="1477"/>
                  </a:cubicBezTo>
                  <a:cubicBezTo>
                    <a:pt x="1199" y="1491"/>
                    <a:pt x="1175" y="1504"/>
                    <a:pt x="1151" y="1516"/>
                  </a:cubicBezTo>
                  <a:cubicBezTo>
                    <a:pt x="1150" y="1517"/>
                    <a:pt x="1148" y="1517"/>
                    <a:pt x="1147" y="1517"/>
                  </a:cubicBezTo>
                  <a:close/>
                  <a:moveTo>
                    <a:pt x="317" y="1433"/>
                  </a:moveTo>
                  <a:cubicBezTo>
                    <a:pt x="315" y="1433"/>
                    <a:pt x="313" y="1432"/>
                    <a:pt x="311" y="1431"/>
                  </a:cubicBezTo>
                  <a:cubicBezTo>
                    <a:pt x="289" y="1414"/>
                    <a:pt x="269" y="1397"/>
                    <a:pt x="249" y="1378"/>
                  </a:cubicBezTo>
                  <a:cubicBezTo>
                    <a:pt x="245" y="1374"/>
                    <a:pt x="245" y="1368"/>
                    <a:pt x="249" y="1364"/>
                  </a:cubicBezTo>
                  <a:cubicBezTo>
                    <a:pt x="253" y="1360"/>
                    <a:pt x="259" y="1360"/>
                    <a:pt x="263" y="1364"/>
                  </a:cubicBezTo>
                  <a:cubicBezTo>
                    <a:pt x="282" y="1382"/>
                    <a:pt x="302" y="1399"/>
                    <a:pt x="323" y="1415"/>
                  </a:cubicBezTo>
                  <a:cubicBezTo>
                    <a:pt x="327" y="1418"/>
                    <a:pt x="328" y="1425"/>
                    <a:pt x="325" y="1429"/>
                  </a:cubicBezTo>
                  <a:cubicBezTo>
                    <a:pt x="323" y="1432"/>
                    <a:pt x="320" y="1433"/>
                    <a:pt x="317" y="1433"/>
                  </a:cubicBezTo>
                  <a:close/>
                  <a:moveTo>
                    <a:pt x="1282" y="1432"/>
                  </a:moveTo>
                  <a:cubicBezTo>
                    <a:pt x="1279" y="1432"/>
                    <a:pt x="1276" y="1431"/>
                    <a:pt x="1274" y="1429"/>
                  </a:cubicBezTo>
                  <a:cubicBezTo>
                    <a:pt x="1271" y="1424"/>
                    <a:pt x="1271" y="1418"/>
                    <a:pt x="1276" y="1415"/>
                  </a:cubicBezTo>
                  <a:cubicBezTo>
                    <a:pt x="1297" y="1399"/>
                    <a:pt x="1317" y="1381"/>
                    <a:pt x="1336" y="1363"/>
                  </a:cubicBezTo>
                  <a:cubicBezTo>
                    <a:pt x="1340" y="1359"/>
                    <a:pt x="1346" y="1360"/>
                    <a:pt x="1350" y="1364"/>
                  </a:cubicBezTo>
                  <a:cubicBezTo>
                    <a:pt x="1354" y="1368"/>
                    <a:pt x="1353" y="1374"/>
                    <a:pt x="1349" y="1378"/>
                  </a:cubicBezTo>
                  <a:cubicBezTo>
                    <a:pt x="1330" y="1396"/>
                    <a:pt x="1309" y="1414"/>
                    <a:pt x="1288" y="1430"/>
                  </a:cubicBezTo>
                  <a:cubicBezTo>
                    <a:pt x="1286" y="1432"/>
                    <a:pt x="1284" y="1432"/>
                    <a:pt x="1282" y="1432"/>
                  </a:cubicBezTo>
                  <a:close/>
                  <a:moveTo>
                    <a:pt x="201" y="1323"/>
                  </a:moveTo>
                  <a:cubicBezTo>
                    <a:pt x="198" y="1323"/>
                    <a:pt x="196" y="1322"/>
                    <a:pt x="194" y="1320"/>
                  </a:cubicBezTo>
                  <a:cubicBezTo>
                    <a:pt x="176" y="1299"/>
                    <a:pt x="159" y="1278"/>
                    <a:pt x="144" y="1256"/>
                  </a:cubicBezTo>
                  <a:cubicBezTo>
                    <a:pt x="141" y="1251"/>
                    <a:pt x="142" y="1245"/>
                    <a:pt x="146" y="1242"/>
                  </a:cubicBezTo>
                  <a:cubicBezTo>
                    <a:pt x="151" y="1239"/>
                    <a:pt x="157" y="1240"/>
                    <a:pt x="160" y="1244"/>
                  </a:cubicBezTo>
                  <a:cubicBezTo>
                    <a:pt x="175" y="1266"/>
                    <a:pt x="192" y="1287"/>
                    <a:pt x="209" y="1307"/>
                  </a:cubicBezTo>
                  <a:cubicBezTo>
                    <a:pt x="212" y="1311"/>
                    <a:pt x="212" y="1317"/>
                    <a:pt x="208" y="1321"/>
                  </a:cubicBezTo>
                  <a:cubicBezTo>
                    <a:pt x="206" y="1322"/>
                    <a:pt x="203" y="1323"/>
                    <a:pt x="201" y="1323"/>
                  </a:cubicBezTo>
                  <a:close/>
                  <a:moveTo>
                    <a:pt x="1398" y="1323"/>
                  </a:moveTo>
                  <a:cubicBezTo>
                    <a:pt x="1395" y="1323"/>
                    <a:pt x="1393" y="1322"/>
                    <a:pt x="1391" y="1320"/>
                  </a:cubicBezTo>
                  <a:cubicBezTo>
                    <a:pt x="1387" y="1317"/>
                    <a:pt x="1386" y="1310"/>
                    <a:pt x="1390" y="1306"/>
                  </a:cubicBezTo>
                  <a:cubicBezTo>
                    <a:pt x="1407" y="1286"/>
                    <a:pt x="1423" y="1265"/>
                    <a:pt x="1438" y="1244"/>
                  </a:cubicBezTo>
                  <a:cubicBezTo>
                    <a:pt x="1441" y="1239"/>
                    <a:pt x="1448" y="1238"/>
                    <a:pt x="1452" y="1241"/>
                  </a:cubicBezTo>
                  <a:cubicBezTo>
                    <a:pt x="1457" y="1244"/>
                    <a:pt x="1458" y="1251"/>
                    <a:pt x="1455" y="1255"/>
                  </a:cubicBezTo>
                  <a:cubicBezTo>
                    <a:pt x="1439" y="1277"/>
                    <a:pt x="1423" y="1299"/>
                    <a:pt x="1405" y="1319"/>
                  </a:cubicBezTo>
                  <a:cubicBezTo>
                    <a:pt x="1403" y="1321"/>
                    <a:pt x="1400" y="1323"/>
                    <a:pt x="1398" y="1323"/>
                  </a:cubicBezTo>
                  <a:close/>
                  <a:moveTo>
                    <a:pt x="110" y="1192"/>
                  </a:moveTo>
                  <a:cubicBezTo>
                    <a:pt x="106" y="1192"/>
                    <a:pt x="103" y="1191"/>
                    <a:pt x="101" y="1187"/>
                  </a:cubicBezTo>
                  <a:cubicBezTo>
                    <a:pt x="88" y="1164"/>
                    <a:pt x="76" y="1139"/>
                    <a:pt x="65" y="1115"/>
                  </a:cubicBezTo>
                  <a:cubicBezTo>
                    <a:pt x="63" y="1110"/>
                    <a:pt x="65" y="1104"/>
                    <a:pt x="71" y="1102"/>
                  </a:cubicBezTo>
                  <a:cubicBezTo>
                    <a:pt x="76" y="1099"/>
                    <a:pt x="81" y="1102"/>
                    <a:pt x="84" y="1107"/>
                  </a:cubicBezTo>
                  <a:cubicBezTo>
                    <a:pt x="94" y="1131"/>
                    <a:pt x="106" y="1155"/>
                    <a:pt x="119" y="1177"/>
                  </a:cubicBezTo>
                  <a:cubicBezTo>
                    <a:pt x="121" y="1182"/>
                    <a:pt x="119" y="1188"/>
                    <a:pt x="115" y="1191"/>
                  </a:cubicBezTo>
                  <a:cubicBezTo>
                    <a:pt x="113" y="1192"/>
                    <a:pt x="111" y="1192"/>
                    <a:pt x="110" y="1192"/>
                  </a:cubicBezTo>
                  <a:close/>
                  <a:moveTo>
                    <a:pt x="1489" y="1192"/>
                  </a:moveTo>
                  <a:cubicBezTo>
                    <a:pt x="1487" y="1192"/>
                    <a:pt x="1485" y="1191"/>
                    <a:pt x="1484" y="1190"/>
                  </a:cubicBezTo>
                  <a:cubicBezTo>
                    <a:pt x="1479" y="1188"/>
                    <a:pt x="1477" y="1182"/>
                    <a:pt x="1480" y="1177"/>
                  </a:cubicBezTo>
                  <a:cubicBezTo>
                    <a:pt x="1493" y="1154"/>
                    <a:pt x="1505" y="1130"/>
                    <a:pt x="1515" y="1106"/>
                  </a:cubicBezTo>
                  <a:cubicBezTo>
                    <a:pt x="1517" y="1101"/>
                    <a:pt x="1523" y="1099"/>
                    <a:pt x="1528" y="1101"/>
                  </a:cubicBezTo>
                  <a:cubicBezTo>
                    <a:pt x="1533" y="1103"/>
                    <a:pt x="1535" y="1109"/>
                    <a:pt x="1533" y="1114"/>
                  </a:cubicBezTo>
                  <a:cubicBezTo>
                    <a:pt x="1523" y="1139"/>
                    <a:pt x="1511" y="1163"/>
                    <a:pt x="1498" y="1186"/>
                  </a:cubicBezTo>
                  <a:cubicBezTo>
                    <a:pt x="1496" y="1190"/>
                    <a:pt x="1492" y="1192"/>
                    <a:pt x="1489" y="1192"/>
                  </a:cubicBezTo>
                  <a:close/>
                  <a:moveTo>
                    <a:pt x="47" y="1046"/>
                  </a:moveTo>
                  <a:cubicBezTo>
                    <a:pt x="42" y="1046"/>
                    <a:pt x="38" y="1043"/>
                    <a:pt x="37" y="1039"/>
                  </a:cubicBezTo>
                  <a:cubicBezTo>
                    <a:pt x="29" y="1013"/>
                    <a:pt x="22" y="987"/>
                    <a:pt x="17" y="961"/>
                  </a:cubicBezTo>
                  <a:cubicBezTo>
                    <a:pt x="16" y="955"/>
                    <a:pt x="19" y="950"/>
                    <a:pt x="25" y="949"/>
                  </a:cubicBezTo>
                  <a:cubicBezTo>
                    <a:pt x="30" y="948"/>
                    <a:pt x="35" y="951"/>
                    <a:pt x="36" y="957"/>
                  </a:cubicBezTo>
                  <a:cubicBezTo>
                    <a:pt x="42" y="982"/>
                    <a:pt x="48" y="1008"/>
                    <a:pt x="56" y="1033"/>
                  </a:cubicBezTo>
                  <a:cubicBezTo>
                    <a:pt x="58" y="1038"/>
                    <a:pt x="55" y="1044"/>
                    <a:pt x="50" y="1045"/>
                  </a:cubicBezTo>
                  <a:cubicBezTo>
                    <a:pt x="49" y="1046"/>
                    <a:pt x="48" y="1046"/>
                    <a:pt x="47" y="1046"/>
                  </a:cubicBezTo>
                  <a:close/>
                  <a:moveTo>
                    <a:pt x="1552" y="1045"/>
                  </a:moveTo>
                  <a:cubicBezTo>
                    <a:pt x="1551" y="1045"/>
                    <a:pt x="1550" y="1045"/>
                    <a:pt x="1549" y="1045"/>
                  </a:cubicBezTo>
                  <a:cubicBezTo>
                    <a:pt x="1543" y="1043"/>
                    <a:pt x="1541" y="1037"/>
                    <a:pt x="1542" y="1032"/>
                  </a:cubicBezTo>
                  <a:cubicBezTo>
                    <a:pt x="1550" y="1007"/>
                    <a:pt x="1557" y="981"/>
                    <a:pt x="1562" y="956"/>
                  </a:cubicBezTo>
                  <a:cubicBezTo>
                    <a:pt x="1563" y="950"/>
                    <a:pt x="1568" y="947"/>
                    <a:pt x="1574" y="948"/>
                  </a:cubicBezTo>
                  <a:cubicBezTo>
                    <a:pt x="1579" y="949"/>
                    <a:pt x="1583" y="954"/>
                    <a:pt x="1582" y="960"/>
                  </a:cubicBezTo>
                  <a:cubicBezTo>
                    <a:pt x="1576" y="986"/>
                    <a:pt x="1569" y="1012"/>
                    <a:pt x="1561" y="1038"/>
                  </a:cubicBezTo>
                  <a:cubicBezTo>
                    <a:pt x="1560" y="1042"/>
                    <a:pt x="1556" y="1045"/>
                    <a:pt x="1552" y="1045"/>
                  </a:cubicBezTo>
                  <a:close/>
                  <a:moveTo>
                    <a:pt x="15" y="890"/>
                  </a:moveTo>
                  <a:cubicBezTo>
                    <a:pt x="9" y="890"/>
                    <a:pt x="5" y="886"/>
                    <a:pt x="5" y="881"/>
                  </a:cubicBezTo>
                  <a:cubicBezTo>
                    <a:pt x="2" y="854"/>
                    <a:pt x="1" y="827"/>
                    <a:pt x="0" y="800"/>
                  </a:cubicBezTo>
                  <a:cubicBezTo>
                    <a:pt x="0" y="794"/>
                    <a:pt x="5" y="790"/>
                    <a:pt x="10" y="790"/>
                  </a:cubicBezTo>
                  <a:cubicBezTo>
                    <a:pt x="10" y="790"/>
                    <a:pt x="10" y="790"/>
                    <a:pt x="10" y="790"/>
                  </a:cubicBezTo>
                  <a:cubicBezTo>
                    <a:pt x="16" y="790"/>
                    <a:pt x="20" y="794"/>
                    <a:pt x="20" y="800"/>
                  </a:cubicBezTo>
                  <a:cubicBezTo>
                    <a:pt x="21" y="826"/>
                    <a:pt x="22" y="853"/>
                    <a:pt x="24" y="879"/>
                  </a:cubicBezTo>
                  <a:cubicBezTo>
                    <a:pt x="25" y="884"/>
                    <a:pt x="21" y="889"/>
                    <a:pt x="16" y="890"/>
                  </a:cubicBezTo>
                  <a:lnTo>
                    <a:pt x="15" y="890"/>
                  </a:lnTo>
                  <a:close/>
                  <a:moveTo>
                    <a:pt x="1584" y="889"/>
                  </a:moveTo>
                  <a:cubicBezTo>
                    <a:pt x="1583" y="889"/>
                    <a:pt x="1583" y="889"/>
                    <a:pt x="1583" y="889"/>
                  </a:cubicBezTo>
                  <a:cubicBezTo>
                    <a:pt x="1577" y="888"/>
                    <a:pt x="1573" y="883"/>
                    <a:pt x="1574" y="878"/>
                  </a:cubicBezTo>
                  <a:cubicBezTo>
                    <a:pt x="1576" y="852"/>
                    <a:pt x="1578" y="825"/>
                    <a:pt x="1578" y="799"/>
                  </a:cubicBezTo>
                  <a:cubicBezTo>
                    <a:pt x="1578" y="797"/>
                    <a:pt x="1578" y="797"/>
                    <a:pt x="1578" y="797"/>
                  </a:cubicBezTo>
                  <a:cubicBezTo>
                    <a:pt x="1578" y="792"/>
                    <a:pt x="1582" y="787"/>
                    <a:pt x="1588" y="787"/>
                  </a:cubicBezTo>
                  <a:cubicBezTo>
                    <a:pt x="1593" y="787"/>
                    <a:pt x="1598" y="792"/>
                    <a:pt x="1598" y="797"/>
                  </a:cubicBezTo>
                  <a:cubicBezTo>
                    <a:pt x="1598" y="799"/>
                    <a:pt x="1598" y="799"/>
                    <a:pt x="1598" y="799"/>
                  </a:cubicBezTo>
                  <a:cubicBezTo>
                    <a:pt x="1598" y="826"/>
                    <a:pt x="1596" y="853"/>
                    <a:pt x="1594" y="880"/>
                  </a:cubicBezTo>
                  <a:cubicBezTo>
                    <a:pt x="1593" y="885"/>
                    <a:pt x="1589" y="889"/>
                    <a:pt x="1584" y="889"/>
                  </a:cubicBezTo>
                  <a:close/>
                  <a:moveTo>
                    <a:pt x="14" y="730"/>
                  </a:moveTo>
                  <a:cubicBezTo>
                    <a:pt x="13" y="730"/>
                    <a:pt x="13" y="730"/>
                    <a:pt x="13" y="730"/>
                  </a:cubicBezTo>
                  <a:cubicBezTo>
                    <a:pt x="8" y="730"/>
                    <a:pt x="4" y="725"/>
                    <a:pt x="4" y="719"/>
                  </a:cubicBezTo>
                  <a:cubicBezTo>
                    <a:pt x="7" y="692"/>
                    <a:pt x="11" y="665"/>
                    <a:pt x="16" y="639"/>
                  </a:cubicBezTo>
                  <a:cubicBezTo>
                    <a:pt x="18" y="634"/>
                    <a:pt x="23" y="630"/>
                    <a:pt x="28" y="631"/>
                  </a:cubicBezTo>
                  <a:cubicBezTo>
                    <a:pt x="34" y="632"/>
                    <a:pt x="37" y="638"/>
                    <a:pt x="36" y="643"/>
                  </a:cubicBezTo>
                  <a:cubicBezTo>
                    <a:pt x="31" y="669"/>
                    <a:pt x="27" y="695"/>
                    <a:pt x="24" y="721"/>
                  </a:cubicBezTo>
                  <a:cubicBezTo>
                    <a:pt x="24" y="726"/>
                    <a:pt x="19" y="730"/>
                    <a:pt x="14" y="730"/>
                  </a:cubicBezTo>
                  <a:close/>
                  <a:moveTo>
                    <a:pt x="1584" y="727"/>
                  </a:moveTo>
                  <a:cubicBezTo>
                    <a:pt x="1578" y="727"/>
                    <a:pt x="1574" y="724"/>
                    <a:pt x="1574" y="718"/>
                  </a:cubicBezTo>
                  <a:cubicBezTo>
                    <a:pt x="1571" y="692"/>
                    <a:pt x="1567" y="666"/>
                    <a:pt x="1562" y="641"/>
                  </a:cubicBezTo>
                  <a:cubicBezTo>
                    <a:pt x="1560" y="635"/>
                    <a:pt x="1564" y="630"/>
                    <a:pt x="1569" y="629"/>
                  </a:cubicBezTo>
                  <a:cubicBezTo>
                    <a:pt x="1575" y="628"/>
                    <a:pt x="1580" y="631"/>
                    <a:pt x="1581" y="637"/>
                  </a:cubicBezTo>
                  <a:cubicBezTo>
                    <a:pt x="1587" y="663"/>
                    <a:pt x="1591" y="690"/>
                    <a:pt x="1593" y="716"/>
                  </a:cubicBezTo>
                  <a:cubicBezTo>
                    <a:pt x="1594" y="722"/>
                    <a:pt x="1590" y="727"/>
                    <a:pt x="1585" y="727"/>
                  </a:cubicBezTo>
                  <a:lnTo>
                    <a:pt x="1584" y="727"/>
                  </a:lnTo>
                  <a:close/>
                  <a:moveTo>
                    <a:pt x="46" y="574"/>
                  </a:moveTo>
                  <a:cubicBezTo>
                    <a:pt x="45" y="574"/>
                    <a:pt x="44" y="574"/>
                    <a:pt x="43" y="573"/>
                  </a:cubicBezTo>
                  <a:cubicBezTo>
                    <a:pt x="38" y="572"/>
                    <a:pt x="35" y="566"/>
                    <a:pt x="37" y="561"/>
                  </a:cubicBezTo>
                  <a:cubicBezTo>
                    <a:pt x="45" y="535"/>
                    <a:pt x="54" y="510"/>
                    <a:pt x="65" y="485"/>
                  </a:cubicBezTo>
                  <a:cubicBezTo>
                    <a:pt x="67" y="480"/>
                    <a:pt x="73" y="477"/>
                    <a:pt x="78" y="480"/>
                  </a:cubicBezTo>
                  <a:cubicBezTo>
                    <a:pt x="83" y="482"/>
                    <a:pt x="85" y="488"/>
                    <a:pt x="83" y="493"/>
                  </a:cubicBezTo>
                  <a:cubicBezTo>
                    <a:pt x="73" y="517"/>
                    <a:pt x="63" y="542"/>
                    <a:pt x="56" y="567"/>
                  </a:cubicBezTo>
                  <a:cubicBezTo>
                    <a:pt x="54" y="571"/>
                    <a:pt x="50" y="574"/>
                    <a:pt x="46" y="574"/>
                  </a:cubicBezTo>
                  <a:close/>
                  <a:moveTo>
                    <a:pt x="1551" y="571"/>
                  </a:moveTo>
                  <a:cubicBezTo>
                    <a:pt x="1547" y="571"/>
                    <a:pt x="1543" y="569"/>
                    <a:pt x="1542" y="564"/>
                  </a:cubicBezTo>
                  <a:cubicBezTo>
                    <a:pt x="1534" y="539"/>
                    <a:pt x="1525" y="514"/>
                    <a:pt x="1514" y="490"/>
                  </a:cubicBezTo>
                  <a:cubicBezTo>
                    <a:pt x="1512" y="485"/>
                    <a:pt x="1514" y="479"/>
                    <a:pt x="1519" y="477"/>
                  </a:cubicBezTo>
                  <a:cubicBezTo>
                    <a:pt x="1524" y="475"/>
                    <a:pt x="1530" y="477"/>
                    <a:pt x="1533" y="482"/>
                  </a:cubicBezTo>
                  <a:cubicBezTo>
                    <a:pt x="1543" y="507"/>
                    <a:pt x="1553" y="533"/>
                    <a:pt x="1561" y="558"/>
                  </a:cubicBezTo>
                  <a:cubicBezTo>
                    <a:pt x="1562" y="564"/>
                    <a:pt x="1560" y="569"/>
                    <a:pt x="1554" y="571"/>
                  </a:cubicBezTo>
                  <a:cubicBezTo>
                    <a:pt x="1553" y="571"/>
                    <a:pt x="1552" y="571"/>
                    <a:pt x="1551" y="571"/>
                  </a:cubicBezTo>
                  <a:close/>
                  <a:moveTo>
                    <a:pt x="109" y="427"/>
                  </a:moveTo>
                  <a:cubicBezTo>
                    <a:pt x="107" y="427"/>
                    <a:pt x="106" y="427"/>
                    <a:pt x="104" y="426"/>
                  </a:cubicBezTo>
                  <a:cubicBezTo>
                    <a:pt x="99" y="423"/>
                    <a:pt x="98" y="417"/>
                    <a:pt x="100" y="412"/>
                  </a:cubicBezTo>
                  <a:cubicBezTo>
                    <a:pt x="113" y="389"/>
                    <a:pt x="128" y="366"/>
                    <a:pt x="143" y="344"/>
                  </a:cubicBezTo>
                  <a:cubicBezTo>
                    <a:pt x="146" y="339"/>
                    <a:pt x="152" y="338"/>
                    <a:pt x="157" y="341"/>
                  </a:cubicBezTo>
                  <a:cubicBezTo>
                    <a:pt x="161" y="344"/>
                    <a:pt x="163" y="350"/>
                    <a:pt x="159" y="355"/>
                  </a:cubicBezTo>
                  <a:cubicBezTo>
                    <a:pt x="144" y="377"/>
                    <a:pt x="130" y="399"/>
                    <a:pt x="118" y="422"/>
                  </a:cubicBezTo>
                  <a:cubicBezTo>
                    <a:pt x="116" y="425"/>
                    <a:pt x="112" y="427"/>
                    <a:pt x="109" y="427"/>
                  </a:cubicBezTo>
                  <a:close/>
                  <a:moveTo>
                    <a:pt x="1488" y="425"/>
                  </a:moveTo>
                  <a:cubicBezTo>
                    <a:pt x="1484" y="425"/>
                    <a:pt x="1481" y="423"/>
                    <a:pt x="1479" y="420"/>
                  </a:cubicBezTo>
                  <a:cubicBezTo>
                    <a:pt x="1466" y="397"/>
                    <a:pt x="1452" y="374"/>
                    <a:pt x="1437" y="353"/>
                  </a:cubicBezTo>
                  <a:cubicBezTo>
                    <a:pt x="1434" y="348"/>
                    <a:pt x="1435" y="342"/>
                    <a:pt x="1440" y="339"/>
                  </a:cubicBezTo>
                  <a:cubicBezTo>
                    <a:pt x="1444" y="336"/>
                    <a:pt x="1451" y="337"/>
                    <a:pt x="1454" y="341"/>
                  </a:cubicBezTo>
                  <a:cubicBezTo>
                    <a:pt x="1469" y="363"/>
                    <a:pt x="1484" y="387"/>
                    <a:pt x="1497" y="410"/>
                  </a:cubicBezTo>
                  <a:cubicBezTo>
                    <a:pt x="1499" y="415"/>
                    <a:pt x="1498" y="421"/>
                    <a:pt x="1493" y="424"/>
                  </a:cubicBezTo>
                  <a:cubicBezTo>
                    <a:pt x="1491" y="424"/>
                    <a:pt x="1490" y="425"/>
                    <a:pt x="1488" y="425"/>
                  </a:cubicBezTo>
                  <a:close/>
                  <a:moveTo>
                    <a:pt x="200" y="296"/>
                  </a:moveTo>
                  <a:cubicBezTo>
                    <a:pt x="198" y="296"/>
                    <a:pt x="195" y="295"/>
                    <a:pt x="194" y="294"/>
                  </a:cubicBezTo>
                  <a:cubicBezTo>
                    <a:pt x="189" y="290"/>
                    <a:pt x="189" y="284"/>
                    <a:pt x="192" y="280"/>
                  </a:cubicBezTo>
                  <a:cubicBezTo>
                    <a:pt x="210" y="259"/>
                    <a:pt x="229" y="239"/>
                    <a:pt x="248" y="221"/>
                  </a:cubicBezTo>
                  <a:cubicBezTo>
                    <a:pt x="252" y="217"/>
                    <a:pt x="258" y="217"/>
                    <a:pt x="262" y="221"/>
                  </a:cubicBezTo>
                  <a:cubicBezTo>
                    <a:pt x="266" y="225"/>
                    <a:pt x="266" y="232"/>
                    <a:pt x="262" y="235"/>
                  </a:cubicBezTo>
                  <a:cubicBezTo>
                    <a:pt x="243" y="253"/>
                    <a:pt x="225" y="273"/>
                    <a:pt x="208" y="293"/>
                  </a:cubicBezTo>
                  <a:cubicBezTo>
                    <a:pt x="206" y="295"/>
                    <a:pt x="203" y="296"/>
                    <a:pt x="200" y="296"/>
                  </a:cubicBezTo>
                  <a:close/>
                  <a:moveTo>
                    <a:pt x="1396" y="294"/>
                  </a:moveTo>
                  <a:cubicBezTo>
                    <a:pt x="1394" y="294"/>
                    <a:pt x="1391" y="293"/>
                    <a:pt x="1389" y="291"/>
                  </a:cubicBezTo>
                  <a:cubicBezTo>
                    <a:pt x="1372" y="271"/>
                    <a:pt x="1353" y="252"/>
                    <a:pt x="1334" y="234"/>
                  </a:cubicBezTo>
                  <a:cubicBezTo>
                    <a:pt x="1330" y="230"/>
                    <a:pt x="1330" y="223"/>
                    <a:pt x="1334" y="219"/>
                  </a:cubicBezTo>
                  <a:cubicBezTo>
                    <a:pt x="1338" y="215"/>
                    <a:pt x="1344" y="215"/>
                    <a:pt x="1348" y="219"/>
                  </a:cubicBezTo>
                  <a:cubicBezTo>
                    <a:pt x="1368" y="238"/>
                    <a:pt x="1387" y="257"/>
                    <a:pt x="1404" y="278"/>
                  </a:cubicBezTo>
                  <a:cubicBezTo>
                    <a:pt x="1408" y="282"/>
                    <a:pt x="1407" y="288"/>
                    <a:pt x="1403" y="292"/>
                  </a:cubicBezTo>
                  <a:cubicBezTo>
                    <a:pt x="1401" y="293"/>
                    <a:pt x="1399" y="294"/>
                    <a:pt x="1396" y="294"/>
                  </a:cubicBezTo>
                  <a:close/>
                  <a:moveTo>
                    <a:pt x="315" y="186"/>
                  </a:moveTo>
                  <a:cubicBezTo>
                    <a:pt x="313" y="186"/>
                    <a:pt x="310" y="185"/>
                    <a:pt x="308" y="182"/>
                  </a:cubicBezTo>
                  <a:cubicBezTo>
                    <a:pt x="304" y="178"/>
                    <a:pt x="305" y="172"/>
                    <a:pt x="309" y="168"/>
                  </a:cubicBezTo>
                  <a:cubicBezTo>
                    <a:pt x="331" y="152"/>
                    <a:pt x="353" y="136"/>
                    <a:pt x="376" y="122"/>
                  </a:cubicBezTo>
                  <a:cubicBezTo>
                    <a:pt x="380" y="119"/>
                    <a:pt x="386" y="120"/>
                    <a:pt x="389" y="125"/>
                  </a:cubicBezTo>
                  <a:cubicBezTo>
                    <a:pt x="392" y="130"/>
                    <a:pt x="391" y="136"/>
                    <a:pt x="386" y="139"/>
                  </a:cubicBezTo>
                  <a:cubicBezTo>
                    <a:pt x="364" y="153"/>
                    <a:pt x="342" y="168"/>
                    <a:pt x="322" y="184"/>
                  </a:cubicBezTo>
                  <a:cubicBezTo>
                    <a:pt x="320" y="185"/>
                    <a:pt x="318" y="186"/>
                    <a:pt x="315" y="186"/>
                  </a:cubicBezTo>
                  <a:close/>
                  <a:moveTo>
                    <a:pt x="1281" y="184"/>
                  </a:moveTo>
                  <a:cubicBezTo>
                    <a:pt x="1279" y="184"/>
                    <a:pt x="1276" y="184"/>
                    <a:pt x="1275" y="182"/>
                  </a:cubicBezTo>
                  <a:cubicBezTo>
                    <a:pt x="1254" y="166"/>
                    <a:pt x="1232" y="151"/>
                    <a:pt x="1210" y="137"/>
                  </a:cubicBezTo>
                  <a:cubicBezTo>
                    <a:pt x="1205" y="134"/>
                    <a:pt x="1204" y="128"/>
                    <a:pt x="1207" y="124"/>
                  </a:cubicBezTo>
                  <a:cubicBezTo>
                    <a:pt x="1209" y="119"/>
                    <a:pt x="1216" y="117"/>
                    <a:pt x="1220" y="120"/>
                  </a:cubicBezTo>
                  <a:cubicBezTo>
                    <a:pt x="1243" y="135"/>
                    <a:pt x="1265" y="150"/>
                    <a:pt x="1287" y="167"/>
                  </a:cubicBezTo>
                  <a:cubicBezTo>
                    <a:pt x="1291" y="170"/>
                    <a:pt x="1292" y="176"/>
                    <a:pt x="1289" y="181"/>
                  </a:cubicBezTo>
                  <a:cubicBezTo>
                    <a:pt x="1287" y="183"/>
                    <a:pt x="1284" y="184"/>
                    <a:pt x="1281" y="184"/>
                  </a:cubicBezTo>
                  <a:close/>
                  <a:moveTo>
                    <a:pt x="451" y="101"/>
                  </a:moveTo>
                  <a:cubicBezTo>
                    <a:pt x="447" y="101"/>
                    <a:pt x="443" y="99"/>
                    <a:pt x="442" y="96"/>
                  </a:cubicBezTo>
                  <a:cubicBezTo>
                    <a:pt x="439" y="91"/>
                    <a:pt x="441" y="85"/>
                    <a:pt x="446" y="82"/>
                  </a:cubicBezTo>
                  <a:cubicBezTo>
                    <a:pt x="470" y="70"/>
                    <a:pt x="495" y="60"/>
                    <a:pt x="521" y="50"/>
                  </a:cubicBezTo>
                  <a:cubicBezTo>
                    <a:pt x="526" y="48"/>
                    <a:pt x="531" y="51"/>
                    <a:pt x="533" y="56"/>
                  </a:cubicBezTo>
                  <a:cubicBezTo>
                    <a:pt x="535" y="61"/>
                    <a:pt x="533" y="67"/>
                    <a:pt x="527" y="69"/>
                  </a:cubicBezTo>
                  <a:cubicBezTo>
                    <a:pt x="503" y="78"/>
                    <a:pt x="479" y="89"/>
                    <a:pt x="455" y="100"/>
                  </a:cubicBezTo>
                  <a:cubicBezTo>
                    <a:pt x="454" y="101"/>
                    <a:pt x="452" y="101"/>
                    <a:pt x="451" y="101"/>
                  </a:cubicBezTo>
                  <a:close/>
                  <a:moveTo>
                    <a:pt x="1145" y="100"/>
                  </a:moveTo>
                  <a:cubicBezTo>
                    <a:pt x="1144" y="100"/>
                    <a:pt x="1142" y="100"/>
                    <a:pt x="1141" y="99"/>
                  </a:cubicBezTo>
                  <a:cubicBezTo>
                    <a:pt x="1117" y="88"/>
                    <a:pt x="1093" y="77"/>
                    <a:pt x="1068" y="68"/>
                  </a:cubicBezTo>
                  <a:cubicBezTo>
                    <a:pt x="1063" y="66"/>
                    <a:pt x="1060" y="60"/>
                    <a:pt x="1062" y="55"/>
                  </a:cubicBezTo>
                  <a:cubicBezTo>
                    <a:pt x="1064" y="50"/>
                    <a:pt x="1070" y="47"/>
                    <a:pt x="1075" y="49"/>
                  </a:cubicBezTo>
                  <a:cubicBezTo>
                    <a:pt x="1100" y="59"/>
                    <a:pt x="1125" y="69"/>
                    <a:pt x="1150" y="81"/>
                  </a:cubicBezTo>
                  <a:cubicBezTo>
                    <a:pt x="1155" y="84"/>
                    <a:pt x="1157" y="90"/>
                    <a:pt x="1154" y="95"/>
                  </a:cubicBezTo>
                  <a:cubicBezTo>
                    <a:pt x="1152" y="98"/>
                    <a:pt x="1149" y="100"/>
                    <a:pt x="1145" y="100"/>
                  </a:cubicBezTo>
                  <a:close/>
                  <a:moveTo>
                    <a:pt x="600" y="46"/>
                  </a:moveTo>
                  <a:cubicBezTo>
                    <a:pt x="596" y="46"/>
                    <a:pt x="592" y="43"/>
                    <a:pt x="591" y="38"/>
                  </a:cubicBezTo>
                  <a:cubicBezTo>
                    <a:pt x="589" y="33"/>
                    <a:pt x="592" y="27"/>
                    <a:pt x="598" y="26"/>
                  </a:cubicBezTo>
                  <a:cubicBezTo>
                    <a:pt x="624" y="19"/>
                    <a:pt x="650" y="14"/>
                    <a:pt x="677" y="10"/>
                  </a:cubicBezTo>
                  <a:cubicBezTo>
                    <a:pt x="682" y="9"/>
                    <a:pt x="687" y="13"/>
                    <a:pt x="688" y="18"/>
                  </a:cubicBezTo>
                  <a:cubicBezTo>
                    <a:pt x="689" y="23"/>
                    <a:pt x="685" y="29"/>
                    <a:pt x="680" y="29"/>
                  </a:cubicBezTo>
                  <a:cubicBezTo>
                    <a:pt x="654" y="33"/>
                    <a:pt x="628" y="39"/>
                    <a:pt x="603" y="45"/>
                  </a:cubicBezTo>
                  <a:cubicBezTo>
                    <a:pt x="602" y="46"/>
                    <a:pt x="601" y="46"/>
                    <a:pt x="600" y="46"/>
                  </a:cubicBezTo>
                  <a:close/>
                  <a:moveTo>
                    <a:pt x="995" y="45"/>
                  </a:moveTo>
                  <a:cubicBezTo>
                    <a:pt x="995" y="45"/>
                    <a:pt x="994" y="45"/>
                    <a:pt x="993" y="45"/>
                  </a:cubicBezTo>
                  <a:cubicBezTo>
                    <a:pt x="968" y="38"/>
                    <a:pt x="942" y="33"/>
                    <a:pt x="916" y="29"/>
                  </a:cubicBezTo>
                  <a:cubicBezTo>
                    <a:pt x="910" y="28"/>
                    <a:pt x="906" y="23"/>
                    <a:pt x="907" y="18"/>
                  </a:cubicBezTo>
                  <a:cubicBezTo>
                    <a:pt x="908" y="12"/>
                    <a:pt x="913" y="8"/>
                    <a:pt x="919" y="9"/>
                  </a:cubicBezTo>
                  <a:cubicBezTo>
                    <a:pt x="945" y="13"/>
                    <a:pt x="972" y="19"/>
                    <a:pt x="998" y="25"/>
                  </a:cubicBezTo>
                  <a:cubicBezTo>
                    <a:pt x="1003" y="27"/>
                    <a:pt x="1007" y="32"/>
                    <a:pt x="1005" y="37"/>
                  </a:cubicBezTo>
                  <a:cubicBezTo>
                    <a:pt x="1004" y="42"/>
                    <a:pt x="1000" y="45"/>
                    <a:pt x="995" y="45"/>
                  </a:cubicBezTo>
                  <a:close/>
                  <a:moveTo>
                    <a:pt x="758" y="21"/>
                  </a:moveTo>
                  <a:cubicBezTo>
                    <a:pt x="753" y="21"/>
                    <a:pt x="748" y="17"/>
                    <a:pt x="748" y="12"/>
                  </a:cubicBezTo>
                  <a:cubicBezTo>
                    <a:pt x="748" y="6"/>
                    <a:pt x="752" y="2"/>
                    <a:pt x="757" y="1"/>
                  </a:cubicBezTo>
                  <a:cubicBezTo>
                    <a:pt x="784" y="0"/>
                    <a:pt x="811" y="0"/>
                    <a:pt x="838" y="1"/>
                  </a:cubicBezTo>
                  <a:cubicBezTo>
                    <a:pt x="844" y="2"/>
                    <a:pt x="848" y="6"/>
                    <a:pt x="848" y="12"/>
                  </a:cubicBezTo>
                  <a:cubicBezTo>
                    <a:pt x="847" y="17"/>
                    <a:pt x="843" y="22"/>
                    <a:pt x="837" y="21"/>
                  </a:cubicBezTo>
                  <a:cubicBezTo>
                    <a:pt x="811" y="20"/>
                    <a:pt x="784" y="20"/>
                    <a:pt x="758" y="21"/>
                  </a:cubicBez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4378042" y="5054831"/>
              <a:ext cx="2073439" cy="92564"/>
            </a:xfrm>
            <a:prstGeom prst="ellipse">
              <a:avLst/>
            </a:pr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6002951" y="4381427"/>
              <a:ext cx="150418" cy="115705"/>
            </a:xfrm>
            <a:custGeom>
              <a:avLst/>
              <a:gdLst>
                <a:gd name="T0" fmla="*/ 0 w 65"/>
                <a:gd name="T1" fmla="*/ 16 h 50"/>
                <a:gd name="T2" fmla="*/ 31 w 65"/>
                <a:gd name="T3" fmla="*/ 0 h 50"/>
                <a:gd name="T4" fmla="*/ 65 w 65"/>
                <a:gd name="T5" fmla="*/ 33 h 50"/>
                <a:gd name="T6" fmla="*/ 65 w 65"/>
                <a:gd name="T7" fmla="*/ 47 h 50"/>
                <a:gd name="T8" fmla="*/ 58 w 65"/>
                <a:gd name="T9" fmla="*/ 50 h 50"/>
                <a:gd name="T10" fmla="*/ 11 w 65"/>
                <a:gd name="T11" fmla="*/ 34 h 50"/>
                <a:gd name="T12" fmla="*/ 0 w 65"/>
                <a:gd name="T13" fmla="*/ 1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50">
                  <a:moveTo>
                    <a:pt x="0" y="16"/>
                  </a:moveTo>
                  <a:lnTo>
                    <a:pt x="31" y="0"/>
                  </a:lnTo>
                  <a:lnTo>
                    <a:pt x="65" y="33"/>
                  </a:lnTo>
                  <a:lnTo>
                    <a:pt x="65" y="47"/>
                  </a:lnTo>
                  <a:lnTo>
                    <a:pt x="58" y="50"/>
                  </a:lnTo>
                  <a:lnTo>
                    <a:pt x="11" y="34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2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5417483" y="3666368"/>
              <a:ext cx="657206" cy="768283"/>
            </a:xfrm>
            <a:custGeom>
              <a:avLst/>
              <a:gdLst>
                <a:gd name="T0" fmla="*/ 0 w 284"/>
                <a:gd name="T1" fmla="*/ 25 h 332"/>
                <a:gd name="T2" fmla="*/ 257 w 284"/>
                <a:gd name="T3" fmla="*/ 332 h 332"/>
                <a:gd name="T4" fmla="*/ 284 w 284"/>
                <a:gd name="T5" fmla="*/ 310 h 332"/>
                <a:gd name="T6" fmla="*/ 62 w 284"/>
                <a:gd name="T7" fmla="*/ 0 h 332"/>
                <a:gd name="T8" fmla="*/ 0 w 284"/>
                <a:gd name="T9" fmla="*/ 25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332">
                  <a:moveTo>
                    <a:pt x="0" y="25"/>
                  </a:moveTo>
                  <a:lnTo>
                    <a:pt x="257" y="332"/>
                  </a:lnTo>
                  <a:lnTo>
                    <a:pt x="284" y="310"/>
                  </a:lnTo>
                  <a:lnTo>
                    <a:pt x="62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Freeform 53"/>
            <p:cNvSpPr>
              <a:spLocks/>
            </p:cNvSpPr>
            <p:nvPr/>
          </p:nvSpPr>
          <p:spPr bwMode="auto">
            <a:xfrm>
              <a:off x="5259717" y="3670996"/>
              <a:ext cx="155046" cy="978868"/>
            </a:xfrm>
            <a:custGeom>
              <a:avLst/>
              <a:gdLst>
                <a:gd name="T0" fmla="*/ 67 w 67"/>
                <a:gd name="T1" fmla="*/ 423 h 423"/>
                <a:gd name="T2" fmla="*/ 67 w 67"/>
                <a:gd name="T3" fmla="*/ 28 h 423"/>
                <a:gd name="T4" fmla="*/ 0 w 67"/>
                <a:gd name="T5" fmla="*/ 0 h 423"/>
                <a:gd name="T6" fmla="*/ 32 w 67"/>
                <a:gd name="T7" fmla="*/ 423 h 423"/>
                <a:gd name="T8" fmla="*/ 67 w 67"/>
                <a:gd name="T9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423">
                  <a:moveTo>
                    <a:pt x="67" y="423"/>
                  </a:moveTo>
                  <a:lnTo>
                    <a:pt x="67" y="28"/>
                  </a:lnTo>
                  <a:lnTo>
                    <a:pt x="0" y="0"/>
                  </a:lnTo>
                  <a:lnTo>
                    <a:pt x="32" y="423"/>
                  </a:lnTo>
                  <a:lnTo>
                    <a:pt x="67" y="423"/>
                  </a:lnTo>
                  <a:close/>
                </a:path>
              </a:pathLst>
            </a:custGeom>
            <a:solidFill>
              <a:srgbClr val="0072C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Freeform 54"/>
            <p:cNvSpPr>
              <a:spLocks/>
            </p:cNvSpPr>
            <p:nvPr/>
          </p:nvSpPr>
          <p:spPr bwMode="auto">
            <a:xfrm>
              <a:off x="4739042" y="3080899"/>
              <a:ext cx="32397" cy="94879"/>
            </a:xfrm>
            <a:custGeom>
              <a:avLst/>
              <a:gdLst>
                <a:gd name="T0" fmla="*/ 9 w 14"/>
                <a:gd name="T1" fmla="*/ 0 h 41"/>
                <a:gd name="T2" fmla="*/ 0 w 14"/>
                <a:gd name="T3" fmla="*/ 40 h 41"/>
                <a:gd name="T4" fmla="*/ 5 w 14"/>
                <a:gd name="T5" fmla="*/ 41 h 41"/>
                <a:gd name="T6" fmla="*/ 14 w 14"/>
                <a:gd name="T7" fmla="*/ 1 h 41"/>
                <a:gd name="T8" fmla="*/ 9 w 14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1">
                  <a:moveTo>
                    <a:pt x="9" y="0"/>
                  </a:moveTo>
                  <a:lnTo>
                    <a:pt x="0" y="40"/>
                  </a:lnTo>
                  <a:lnTo>
                    <a:pt x="5" y="41"/>
                  </a:lnTo>
                  <a:lnTo>
                    <a:pt x="14" y="1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Freeform 55"/>
            <p:cNvSpPr>
              <a:spLocks/>
            </p:cNvSpPr>
            <p:nvPr/>
          </p:nvSpPr>
          <p:spPr bwMode="auto">
            <a:xfrm>
              <a:off x="6060397" y="3080899"/>
              <a:ext cx="30084" cy="94879"/>
            </a:xfrm>
            <a:custGeom>
              <a:avLst/>
              <a:gdLst>
                <a:gd name="T0" fmla="*/ 5 w 13"/>
                <a:gd name="T1" fmla="*/ 0 h 41"/>
                <a:gd name="T2" fmla="*/ 13 w 13"/>
                <a:gd name="T3" fmla="*/ 40 h 41"/>
                <a:gd name="T4" fmla="*/ 8 w 13"/>
                <a:gd name="T5" fmla="*/ 41 h 41"/>
                <a:gd name="T6" fmla="*/ 0 w 13"/>
                <a:gd name="T7" fmla="*/ 1 h 41"/>
                <a:gd name="T8" fmla="*/ 5 w 1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41">
                  <a:moveTo>
                    <a:pt x="5" y="0"/>
                  </a:moveTo>
                  <a:lnTo>
                    <a:pt x="13" y="40"/>
                  </a:lnTo>
                  <a:lnTo>
                    <a:pt x="8" y="41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val 28"/>
            <p:cNvSpPr>
              <a:spLocks noChangeArrowheads="1"/>
            </p:cNvSpPr>
            <p:nvPr/>
          </p:nvSpPr>
          <p:spPr bwMode="auto">
            <a:xfrm>
              <a:off x="5206492" y="4696145"/>
              <a:ext cx="416539" cy="416539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Freeform 29"/>
            <p:cNvSpPr>
              <a:spLocks/>
            </p:cNvSpPr>
            <p:nvPr/>
          </p:nvSpPr>
          <p:spPr bwMode="auto">
            <a:xfrm>
              <a:off x="5206492" y="4883588"/>
              <a:ext cx="416539" cy="229097"/>
            </a:xfrm>
            <a:custGeom>
              <a:avLst/>
              <a:gdLst>
                <a:gd name="T0" fmla="*/ 192 w 383"/>
                <a:gd name="T1" fmla="*/ 210 h 210"/>
                <a:gd name="T2" fmla="*/ 383 w 383"/>
                <a:gd name="T3" fmla="*/ 18 h 210"/>
                <a:gd name="T4" fmla="*/ 382 w 383"/>
                <a:gd name="T5" fmla="*/ 0 h 210"/>
                <a:gd name="T6" fmla="*/ 192 w 383"/>
                <a:gd name="T7" fmla="*/ 173 h 210"/>
                <a:gd name="T8" fmla="*/ 1 w 383"/>
                <a:gd name="T9" fmla="*/ 0 h 210"/>
                <a:gd name="T10" fmla="*/ 0 w 383"/>
                <a:gd name="T11" fmla="*/ 18 h 210"/>
                <a:gd name="T12" fmla="*/ 192 w 383"/>
                <a:gd name="T13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3" h="210">
                  <a:moveTo>
                    <a:pt x="192" y="210"/>
                  </a:moveTo>
                  <a:cubicBezTo>
                    <a:pt x="298" y="210"/>
                    <a:pt x="383" y="124"/>
                    <a:pt x="383" y="18"/>
                  </a:cubicBezTo>
                  <a:cubicBezTo>
                    <a:pt x="383" y="12"/>
                    <a:pt x="383" y="6"/>
                    <a:pt x="382" y="0"/>
                  </a:cubicBezTo>
                  <a:cubicBezTo>
                    <a:pt x="373" y="97"/>
                    <a:pt x="291" y="173"/>
                    <a:pt x="192" y="173"/>
                  </a:cubicBezTo>
                  <a:cubicBezTo>
                    <a:pt x="92" y="173"/>
                    <a:pt x="10" y="97"/>
                    <a:pt x="1" y="0"/>
                  </a:cubicBezTo>
                  <a:cubicBezTo>
                    <a:pt x="0" y="6"/>
                    <a:pt x="0" y="12"/>
                    <a:pt x="0" y="18"/>
                  </a:cubicBezTo>
                  <a:cubicBezTo>
                    <a:pt x="0" y="124"/>
                    <a:pt x="86" y="210"/>
                    <a:pt x="192" y="210"/>
                  </a:cubicBezTo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Freeform 30"/>
            <p:cNvSpPr>
              <a:spLocks/>
            </p:cNvSpPr>
            <p:nvPr/>
          </p:nvSpPr>
          <p:spPr bwMode="auto">
            <a:xfrm>
              <a:off x="5299056" y="4649863"/>
              <a:ext cx="113392" cy="131905"/>
            </a:xfrm>
            <a:custGeom>
              <a:avLst/>
              <a:gdLst>
                <a:gd name="T0" fmla="*/ 49 w 49"/>
                <a:gd name="T1" fmla="*/ 0 h 57"/>
                <a:gd name="T2" fmla="*/ 15 w 49"/>
                <a:gd name="T3" fmla="*/ 0 h 57"/>
                <a:gd name="T4" fmla="*/ 0 w 49"/>
                <a:gd name="T5" fmla="*/ 44 h 57"/>
                <a:gd name="T6" fmla="*/ 6 w 49"/>
                <a:gd name="T7" fmla="*/ 57 h 57"/>
                <a:gd name="T8" fmla="*/ 14 w 49"/>
                <a:gd name="T9" fmla="*/ 57 h 57"/>
                <a:gd name="T10" fmla="*/ 49 w 49"/>
                <a:gd name="T11" fmla="*/ 19 h 57"/>
                <a:gd name="T12" fmla="*/ 49 w 49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7">
                  <a:moveTo>
                    <a:pt x="49" y="0"/>
                  </a:moveTo>
                  <a:lnTo>
                    <a:pt x="15" y="0"/>
                  </a:lnTo>
                  <a:lnTo>
                    <a:pt x="0" y="44"/>
                  </a:lnTo>
                  <a:lnTo>
                    <a:pt x="6" y="57"/>
                  </a:lnTo>
                  <a:lnTo>
                    <a:pt x="14" y="57"/>
                  </a:lnTo>
                  <a:lnTo>
                    <a:pt x="49" y="1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002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60" name="Group 59"/>
            <p:cNvGrpSpPr>
              <a:grpSpLocks noChangeAspect="1"/>
            </p:cNvGrpSpPr>
            <p:nvPr>
              <p:custDataLst>
                <p:custData r:id="rId1"/>
              </p:custDataLst>
            </p:nvPr>
          </p:nvGrpSpPr>
          <p:grpSpPr>
            <a:xfrm>
              <a:off x="4696944" y="2059194"/>
              <a:ext cx="415996" cy="234364"/>
              <a:chOff x="3370263" y="896938"/>
              <a:chExt cx="450850" cy="254000"/>
            </a:xfrm>
            <a:solidFill>
              <a:srgbClr val="0072C6"/>
            </a:solidFill>
          </p:grpSpPr>
          <p:sp>
            <p:nvSpPr>
              <p:cNvPr id="88" name="Freeform 107"/>
              <p:cNvSpPr>
                <a:spLocks noEditPoints="1"/>
              </p:cNvSpPr>
              <p:nvPr/>
            </p:nvSpPr>
            <p:spPr bwMode="auto">
              <a:xfrm>
                <a:off x="3370263" y="896938"/>
                <a:ext cx="450850" cy="254000"/>
              </a:xfrm>
              <a:custGeom>
                <a:avLst/>
                <a:gdLst>
                  <a:gd name="T0" fmla="*/ 268 w 284"/>
                  <a:gd name="T1" fmla="*/ 0 h 160"/>
                  <a:gd name="T2" fmla="*/ 16 w 284"/>
                  <a:gd name="T3" fmla="*/ 0 h 160"/>
                  <a:gd name="T4" fmla="*/ 16 w 284"/>
                  <a:gd name="T5" fmla="*/ 0 h 160"/>
                  <a:gd name="T6" fmla="*/ 10 w 284"/>
                  <a:gd name="T7" fmla="*/ 2 h 160"/>
                  <a:gd name="T8" fmla="*/ 6 w 284"/>
                  <a:gd name="T9" fmla="*/ 6 h 160"/>
                  <a:gd name="T10" fmla="*/ 2 w 284"/>
                  <a:gd name="T11" fmla="*/ 10 h 160"/>
                  <a:gd name="T12" fmla="*/ 0 w 284"/>
                  <a:gd name="T13" fmla="*/ 16 h 160"/>
                  <a:gd name="T14" fmla="*/ 0 w 284"/>
                  <a:gd name="T15" fmla="*/ 144 h 160"/>
                  <a:gd name="T16" fmla="*/ 0 w 284"/>
                  <a:gd name="T17" fmla="*/ 144 h 160"/>
                  <a:gd name="T18" fmla="*/ 2 w 284"/>
                  <a:gd name="T19" fmla="*/ 150 h 160"/>
                  <a:gd name="T20" fmla="*/ 6 w 284"/>
                  <a:gd name="T21" fmla="*/ 156 h 160"/>
                  <a:gd name="T22" fmla="*/ 10 w 284"/>
                  <a:gd name="T23" fmla="*/ 160 h 160"/>
                  <a:gd name="T24" fmla="*/ 16 w 284"/>
                  <a:gd name="T25" fmla="*/ 160 h 160"/>
                  <a:gd name="T26" fmla="*/ 268 w 284"/>
                  <a:gd name="T27" fmla="*/ 160 h 160"/>
                  <a:gd name="T28" fmla="*/ 268 w 284"/>
                  <a:gd name="T29" fmla="*/ 160 h 160"/>
                  <a:gd name="T30" fmla="*/ 274 w 284"/>
                  <a:gd name="T31" fmla="*/ 160 h 160"/>
                  <a:gd name="T32" fmla="*/ 280 w 284"/>
                  <a:gd name="T33" fmla="*/ 156 h 160"/>
                  <a:gd name="T34" fmla="*/ 282 w 284"/>
                  <a:gd name="T35" fmla="*/ 150 h 160"/>
                  <a:gd name="T36" fmla="*/ 284 w 284"/>
                  <a:gd name="T37" fmla="*/ 144 h 160"/>
                  <a:gd name="T38" fmla="*/ 284 w 284"/>
                  <a:gd name="T39" fmla="*/ 16 h 160"/>
                  <a:gd name="T40" fmla="*/ 284 w 284"/>
                  <a:gd name="T41" fmla="*/ 16 h 160"/>
                  <a:gd name="T42" fmla="*/ 282 w 284"/>
                  <a:gd name="T43" fmla="*/ 10 h 160"/>
                  <a:gd name="T44" fmla="*/ 280 w 284"/>
                  <a:gd name="T45" fmla="*/ 6 h 160"/>
                  <a:gd name="T46" fmla="*/ 274 w 284"/>
                  <a:gd name="T47" fmla="*/ 2 h 160"/>
                  <a:gd name="T48" fmla="*/ 268 w 284"/>
                  <a:gd name="T49" fmla="*/ 0 h 160"/>
                  <a:gd name="T50" fmla="*/ 268 w 284"/>
                  <a:gd name="T51" fmla="*/ 0 h 160"/>
                  <a:gd name="T52" fmla="*/ 256 w 284"/>
                  <a:gd name="T53" fmla="*/ 136 h 160"/>
                  <a:gd name="T54" fmla="*/ 28 w 284"/>
                  <a:gd name="T55" fmla="*/ 136 h 160"/>
                  <a:gd name="T56" fmla="*/ 28 w 284"/>
                  <a:gd name="T57" fmla="*/ 26 h 160"/>
                  <a:gd name="T58" fmla="*/ 256 w 284"/>
                  <a:gd name="T59" fmla="*/ 26 h 160"/>
                  <a:gd name="T60" fmla="*/ 256 w 284"/>
                  <a:gd name="T61" fmla="*/ 136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4" h="160">
                    <a:moveTo>
                      <a:pt x="268" y="0"/>
                    </a:moveTo>
                    <a:lnTo>
                      <a:pt x="16" y="0"/>
                    </a:lnTo>
                    <a:lnTo>
                      <a:pt x="16" y="0"/>
                    </a:lnTo>
                    <a:lnTo>
                      <a:pt x="10" y="2"/>
                    </a:lnTo>
                    <a:lnTo>
                      <a:pt x="6" y="6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2" y="150"/>
                    </a:lnTo>
                    <a:lnTo>
                      <a:pt x="6" y="156"/>
                    </a:lnTo>
                    <a:lnTo>
                      <a:pt x="10" y="160"/>
                    </a:lnTo>
                    <a:lnTo>
                      <a:pt x="16" y="160"/>
                    </a:lnTo>
                    <a:lnTo>
                      <a:pt x="268" y="160"/>
                    </a:lnTo>
                    <a:lnTo>
                      <a:pt x="268" y="160"/>
                    </a:lnTo>
                    <a:lnTo>
                      <a:pt x="274" y="160"/>
                    </a:lnTo>
                    <a:lnTo>
                      <a:pt x="280" y="156"/>
                    </a:lnTo>
                    <a:lnTo>
                      <a:pt x="282" y="150"/>
                    </a:lnTo>
                    <a:lnTo>
                      <a:pt x="284" y="144"/>
                    </a:lnTo>
                    <a:lnTo>
                      <a:pt x="284" y="16"/>
                    </a:lnTo>
                    <a:lnTo>
                      <a:pt x="284" y="16"/>
                    </a:lnTo>
                    <a:lnTo>
                      <a:pt x="282" y="10"/>
                    </a:lnTo>
                    <a:lnTo>
                      <a:pt x="280" y="6"/>
                    </a:lnTo>
                    <a:lnTo>
                      <a:pt x="274" y="2"/>
                    </a:lnTo>
                    <a:lnTo>
                      <a:pt x="268" y="0"/>
                    </a:lnTo>
                    <a:lnTo>
                      <a:pt x="268" y="0"/>
                    </a:lnTo>
                    <a:close/>
                    <a:moveTo>
                      <a:pt x="256" y="136"/>
                    </a:moveTo>
                    <a:lnTo>
                      <a:pt x="28" y="136"/>
                    </a:lnTo>
                    <a:lnTo>
                      <a:pt x="28" y="26"/>
                    </a:lnTo>
                    <a:lnTo>
                      <a:pt x="256" y="26"/>
                    </a:lnTo>
                    <a:lnTo>
                      <a:pt x="256" y="1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Freeform 108"/>
              <p:cNvSpPr>
                <a:spLocks/>
              </p:cNvSpPr>
              <p:nvPr/>
            </p:nvSpPr>
            <p:spPr bwMode="auto">
              <a:xfrm>
                <a:off x="3570288" y="966788"/>
                <a:ext cx="76200" cy="117475"/>
              </a:xfrm>
              <a:custGeom>
                <a:avLst/>
                <a:gdLst>
                  <a:gd name="T0" fmla="*/ 0 w 48"/>
                  <a:gd name="T1" fmla="*/ 0 h 74"/>
                  <a:gd name="T2" fmla="*/ 0 w 48"/>
                  <a:gd name="T3" fmla="*/ 74 h 74"/>
                  <a:gd name="T4" fmla="*/ 48 w 48"/>
                  <a:gd name="T5" fmla="*/ 36 h 74"/>
                  <a:gd name="T6" fmla="*/ 0 w 48"/>
                  <a:gd name="T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74">
                    <a:moveTo>
                      <a:pt x="0" y="0"/>
                    </a:moveTo>
                    <a:lnTo>
                      <a:pt x="0" y="74"/>
                    </a:lnTo>
                    <a:lnTo>
                      <a:pt x="48" y="3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1" name="Group 60"/>
            <p:cNvGrpSpPr>
              <a:grpSpLocks noChangeAspect="1"/>
            </p:cNvGrpSpPr>
            <p:nvPr>
              <p:custDataLst>
                <p:custData r:id="rId2"/>
              </p:custDataLst>
            </p:nvPr>
          </p:nvGrpSpPr>
          <p:grpSpPr>
            <a:xfrm>
              <a:off x="4173933" y="2731263"/>
              <a:ext cx="337455" cy="204957"/>
              <a:chOff x="4722813" y="836613"/>
              <a:chExt cx="517525" cy="314325"/>
            </a:xfrm>
            <a:solidFill>
              <a:srgbClr val="0072C6"/>
            </a:solidFill>
          </p:grpSpPr>
          <p:sp>
            <p:nvSpPr>
              <p:cNvPr id="85" name="Freeform 104"/>
              <p:cNvSpPr>
                <a:spLocks/>
              </p:cNvSpPr>
              <p:nvPr/>
            </p:nvSpPr>
            <p:spPr bwMode="auto">
              <a:xfrm>
                <a:off x="4792663" y="836613"/>
                <a:ext cx="447675" cy="254000"/>
              </a:xfrm>
              <a:custGeom>
                <a:avLst/>
                <a:gdLst>
                  <a:gd name="T0" fmla="*/ 266 w 282"/>
                  <a:gd name="T1" fmla="*/ 0 h 160"/>
                  <a:gd name="T2" fmla="*/ 14 w 282"/>
                  <a:gd name="T3" fmla="*/ 0 h 160"/>
                  <a:gd name="T4" fmla="*/ 14 w 282"/>
                  <a:gd name="T5" fmla="*/ 0 h 160"/>
                  <a:gd name="T6" fmla="*/ 8 w 282"/>
                  <a:gd name="T7" fmla="*/ 0 h 160"/>
                  <a:gd name="T8" fmla="*/ 4 w 282"/>
                  <a:gd name="T9" fmla="*/ 4 h 160"/>
                  <a:gd name="T10" fmla="*/ 0 w 282"/>
                  <a:gd name="T11" fmla="*/ 8 h 160"/>
                  <a:gd name="T12" fmla="*/ 0 w 282"/>
                  <a:gd name="T13" fmla="*/ 16 h 160"/>
                  <a:gd name="T14" fmla="*/ 0 w 282"/>
                  <a:gd name="T15" fmla="*/ 20 h 160"/>
                  <a:gd name="T16" fmla="*/ 242 w 282"/>
                  <a:gd name="T17" fmla="*/ 20 h 160"/>
                  <a:gd name="T18" fmla="*/ 242 w 282"/>
                  <a:gd name="T19" fmla="*/ 20 h 160"/>
                  <a:gd name="T20" fmla="*/ 248 w 282"/>
                  <a:gd name="T21" fmla="*/ 22 h 160"/>
                  <a:gd name="T22" fmla="*/ 254 w 282"/>
                  <a:gd name="T23" fmla="*/ 24 h 160"/>
                  <a:gd name="T24" fmla="*/ 258 w 282"/>
                  <a:gd name="T25" fmla="*/ 30 h 160"/>
                  <a:gd name="T26" fmla="*/ 258 w 282"/>
                  <a:gd name="T27" fmla="*/ 36 h 160"/>
                  <a:gd name="T28" fmla="*/ 258 w 282"/>
                  <a:gd name="T29" fmla="*/ 160 h 160"/>
                  <a:gd name="T30" fmla="*/ 266 w 282"/>
                  <a:gd name="T31" fmla="*/ 160 h 160"/>
                  <a:gd name="T32" fmla="*/ 266 w 282"/>
                  <a:gd name="T33" fmla="*/ 160 h 160"/>
                  <a:gd name="T34" fmla="*/ 272 w 282"/>
                  <a:gd name="T35" fmla="*/ 158 h 160"/>
                  <a:gd name="T36" fmla="*/ 278 w 282"/>
                  <a:gd name="T37" fmla="*/ 154 h 160"/>
                  <a:gd name="T38" fmla="*/ 282 w 282"/>
                  <a:gd name="T39" fmla="*/ 150 h 160"/>
                  <a:gd name="T40" fmla="*/ 282 w 282"/>
                  <a:gd name="T41" fmla="*/ 144 h 160"/>
                  <a:gd name="T42" fmla="*/ 282 w 282"/>
                  <a:gd name="T43" fmla="*/ 16 h 160"/>
                  <a:gd name="T44" fmla="*/ 282 w 282"/>
                  <a:gd name="T45" fmla="*/ 16 h 160"/>
                  <a:gd name="T46" fmla="*/ 282 w 282"/>
                  <a:gd name="T47" fmla="*/ 8 h 160"/>
                  <a:gd name="T48" fmla="*/ 278 w 282"/>
                  <a:gd name="T49" fmla="*/ 4 h 160"/>
                  <a:gd name="T50" fmla="*/ 272 w 282"/>
                  <a:gd name="T51" fmla="*/ 0 h 160"/>
                  <a:gd name="T52" fmla="*/ 266 w 282"/>
                  <a:gd name="T53" fmla="*/ 0 h 160"/>
                  <a:gd name="T54" fmla="*/ 266 w 282"/>
                  <a:gd name="T55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82" h="160">
                    <a:moveTo>
                      <a:pt x="266" y="0"/>
                    </a:moveTo>
                    <a:lnTo>
                      <a:pt x="14" y="0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242" y="20"/>
                    </a:lnTo>
                    <a:lnTo>
                      <a:pt x="242" y="20"/>
                    </a:lnTo>
                    <a:lnTo>
                      <a:pt x="248" y="22"/>
                    </a:lnTo>
                    <a:lnTo>
                      <a:pt x="254" y="24"/>
                    </a:lnTo>
                    <a:lnTo>
                      <a:pt x="258" y="30"/>
                    </a:lnTo>
                    <a:lnTo>
                      <a:pt x="258" y="36"/>
                    </a:lnTo>
                    <a:lnTo>
                      <a:pt x="258" y="160"/>
                    </a:lnTo>
                    <a:lnTo>
                      <a:pt x="266" y="160"/>
                    </a:lnTo>
                    <a:lnTo>
                      <a:pt x="266" y="160"/>
                    </a:lnTo>
                    <a:lnTo>
                      <a:pt x="272" y="158"/>
                    </a:lnTo>
                    <a:lnTo>
                      <a:pt x="278" y="154"/>
                    </a:lnTo>
                    <a:lnTo>
                      <a:pt x="282" y="150"/>
                    </a:lnTo>
                    <a:lnTo>
                      <a:pt x="282" y="144"/>
                    </a:lnTo>
                    <a:lnTo>
                      <a:pt x="282" y="16"/>
                    </a:lnTo>
                    <a:lnTo>
                      <a:pt x="282" y="16"/>
                    </a:lnTo>
                    <a:lnTo>
                      <a:pt x="282" y="8"/>
                    </a:lnTo>
                    <a:lnTo>
                      <a:pt x="278" y="4"/>
                    </a:lnTo>
                    <a:lnTo>
                      <a:pt x="272" y="0"/>
                    </a:lnTo>
                    <a:lnTo>
                      <a:pt x="266" y="0"/>
                    </a:lnTo>
                    <a:lnTo>
                      <a:pt x="26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6" name="Freeform 105"/>
              <p:cNvSpPr>
                <a:spLocks noEditPoints="1"/>
              </p:cNvSpPr>
              <p:nvPr/>
            </p:nvSpPr>
            <p:spPr bwMode="auto">
              <a:xfrm>
                <a:off x="4722813" y="896938"/>
                <a:ext cx="447675" cy="254000"/>
              </a:xfrm>
              <a:custGeom>
                <a:avLst/>
                <a:gdLst>
                  <a:gd name="T0" fmla="*/ 266 w 282"/>
                  <a:gd name="T1" fmla="*/ 0 h 160"/>
                  <a:gd name="T2" fmla="*/ 14 w 282"/>
                  <a:gd name="T3" fmla="*/ 0 h 160"/>
                  <a:gd name="T4" fmla="*/ 14 w 282"/>
                  <a:gd name="T5" fmla="*/ 0 h 160"/>
                  <a:gd name="T6" fmla="*/ 8 w 282"/>
                  <a:gd name="T7" fmla="*/ 2 h 160"/>
                  <a:gd name="T8" fmla="*/ 4 w 282"/>
                  <a:gd name="T9" fmla="*/ 6 h 160"/>
                  <a:gd name="T10" fmla="*/ 0 w 282"/>
                  <a:gd name="T11" fmla="*/ 10 h 160"/>
                  <a:gd name="T12" fmla="*/ 0 w 282"/>
                  <a:gd name="T13" fmla="*/ 16 h 160"/>
                  <a:gd name="T14" fmla="*/ 0 w 282"/>
                  <a:gd name="T15" fmla="*/ 144 h 160"/>
                  <a:gd name="T16" fmla="*/ 0 w 282"/>
                  <a:gd name="T17" fmla="*/ 144 h 160"/>
                  <a:gd name="T18" fmla="*/ 0 w 282"/>
                  <a:gd name="T19" fmla="*/ 150 h 160"/>
                  <a:gd name="T20" fmla="*/ 4 w 282"/>
                  <a:gd name="T21" fmla="*/ 156 h 160"/>
                  <a:gd name="T22" fmla="*/ 8 w 282"/>
                  <a:gd name="T23" fmla="*/ 160 h 160"/>
                  <a:gd name="T24" fmla="*/ 14 w 282"/>
                  <a:gd name="T25" fmla="*/ 160 h 160"/>
                  <a:gd name="T26" fmla="*/ 266 w 282"/>
                  <a:gd name="T27" fmla="*/ 160 h 160"/>
                  <a:gd name="T28" fmla="*/ 266 w 282"/>
                  <a:gd name="T29" fmla="*/ 160 h 160"/>
                  <a:gd name="T30" fmla="*/ 272 w 282"/>
                  <a:gd name="T31" fmla="*/ 160 h 160"/>
                  <a:gd name="T32" fmla="*/ 278 w 282"/>
                  <a:gd name="T33" fmla="*/ 156 h 160"/>
                  <a:gd name="T34" fmla="*/ 282 w 282"/>
                  <a:gd name="T35" fmla="*/ 150 h 160"/>
                  <a:gd name="T36" fmla="*/ 282 w 282"/>
                  <a:gd name="T37" fmla="*/ 144 h 160"/>
                  <a:gd name="T38" fmla="*/ 282 w 282"/>
                  <a:gd name="T39" fmla="*/ 16 h 160"/>
                  <a:gd name="T40" fmla="*/ 282 w 282"/>
                  <a:gd name="T41" fmla="*/ 16 h 160"/>
                  <a:gd name="T42" fmla="*/ 282 w 282"/>
                  <a:gd name="T43" fmla="*/ 10 h 160"/>
                  <a:gd name="T44" fmla="*/ 278 w 282"/>
                  <a:gd name="T45" fmla="*/ 6 h 160"/>
                  <a:gd name="T46" fmla="*/ 272 w 282"/>
                  <a:gd name="T47" fmla="*/ 2 h 160"/>
                  <a:gd name="T48" fmla="*/ 266 w 282"/>
                  <a:gd name="T49" fmla="*/ 0 h 160"/>
                  <a:gd name="T50" fmla="*/ 266 w 282"/>
                  <a:gd name="T51" fmla="*/ 0 h 160"/>
                  <a:gd name="T52" fmla="*/ 254 w 282"/>
                  <a:gd name="T53" fmla="*/ 136 h 160"/>
                  <a:gd name="T54" fmla="*/ 28 w 282"/>
                  <a:gd name="T55" fmla="*/ 136 h 160"/>
                  <a:gd name="T56" fmla="*/ 28 w 282"/>
                  <a:gd name="T57" fmla="*/ 26 h 160"/>
                  <a:gd name="T58" fmla="*/ 254 w 282"/>
                  <a:gd name="T59" fmla="*/ 26 h 160"/>
                  <a:gd name="T60" fmla="*/ 254 w 282"/>
                  <a:gd name="T61" fmla="*/ 136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2" h="160">
                    <a:moveTo>
                      <a:pt x="266" y="0"/>
                    </a:moveTo>
                    <a:lnTo>
                      <a:pt x="14" y="0"/>
                    </a:lnTo>
                    <a:lnTo>
                      <a:pt x="14" y="0"/>
                    </a:lnTo>
                    <a:lnTo>
                      <a:pt x="8" y="2"/>
                    </a:lnTo>
                    <a:lnTo>
                      <a:pt x="4" y="6"/>
                    </a:lnTo>
                    <a:lnTo>
                      <a:pt x="0" y="10"/>
                    </a:lnTo>
                    <a:lnTo>
                      <a:pt x="0" y="16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0" y="150"/>
                    </a:lnTo>
                    <a:lnTo>
                      <a:pt x="4" y="156"/>
                    </a:lnTo>
                    <a:lnTo>
                      <a:pt x="8" y="160"/>
                    </a:lnTo>
                    <a:lnTo>
                      <a:pt x="14" y="160"/>
                    </a:lnTo>
                    <a:lnTo>
                      <a:pt x="266" y="160"/>
                    </a:lnTo>
                    <a:lnTo>
                      <a:pt x="266" y="160"/>
                    </a:lnTo>
                    <a:lnTo>
                      <a:pt x="272" y="160"/>
                    </a:lnTo>
                    <a:lnTo>
                      <a:pt x="278" y="156"/>
                    </a:lnTo>
                    <a:lnTo>
                      <a:pt x="282" y="150"/>
                    </a:lnTo>
                    <a:lnTo>
                      <a:pt x="282" y="144"/>
                    </a:lnTo>
                    <a:lnTo>
                      <a:pt x="282" y="16"/>
                    </a:lnTo>
                    <a:lnTo>
                      <a:pt x="282" y="16"/>
                    </a:lnTo>
                    <a:lnTo>
                      <a:pt x="282" y="10"/>
                    </a:lnTo>
                    <a:lnTo>
                      <a:pt x="278" y="6"/>
                    </a:lnTo>
                    <a:lnTo>
                      <a:pt x="272" y="2"/>
                    </a:lnTo>
                    <a:lnTo>
                      <a:pt x="266" y="0"/>
                    </a:lnTo>
                    <a:lnTo>
                      <a:pt x="266" y="0"/>
                    </a:lnTo>
                    <a:close/>
                    <a:moveTo>
                      <a:pt x="254" y="136"/>
                    </a:moveTo>
                    <a:lnTo>
                      <a:pt x="28" y="136"/>
                    </a:lnTo>
                    <a:lnTo>
                      <a:pt x="28" y="26"/>
                    </a:lnTo>
                    <a:lnTo>
                      <a:pt x="254" y="26"/>
                    </a:lnTo>
                    <a:lnTo>
                      <a:pt x="254" y="1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Freeform 106"/>
              <p:cNvSpPr>
                <a:spLocks/>
              </p:cNvSpPr>
              <p:nvPr/>
            </p:nvSpPr>
            <p:spPr bwMode="auto">
              <a:xfrm>
                <a:off x="4919663" y="966788"/>
                <a:ext cx="76200" cy="117475"/>
              </a:xfrm>
              <a:custGeom>
                <a:avLst/>
                <a:gdLst>
                  <a:gd name="T0" fmla="*/ 0 w 48"/>
                  <a:gd name="T1" fmla="*/ 0 h 74"/>
                  <a:gd name="T2" fmla="*/ 0 w 48"/>
                  <a:gd name="T3" fmla="*/ 74 h 74"/>
                  <a:gd name="T4" fmla="*/ 48 w 48"/>
                  <a:gd name="T5" fmla="*/ 36 h 74"/>
                  <a:gd name="T6" fmla="*/ 0 w 48"/>
                  <a:gd name="T7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74">
                    <a:moveTo>
                      <a:pt x="0" y="0"/>
                    </a:moveTo>
                    <a:lnTo>
                      <a:pt x="0" y="74"/>
                    </a:lnTo>
                    <a:lnTo>
                      <a:pt x="48" y="3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62" name="Freeform 59"/>
            <p:cNvSpPr>
              <a:spLocks noChangeAspect="1" noEditPoints="1"/>
            </p:cNvSpPr>
            <p:nvPr>
              <p:custDataLst>
                <p:custData r:id="rId3"/>
              </p:custDataLst>
            </p:nvPr>
          </p:nvSpPr>
          <p:spPr bwMode="auto">
            <a:xfrm>
              <a:off x="6351773" y="2659837"/>
              <a:ext cx="279320" cy="337291"/>
            </a:xfrm>
            <a:custGeom>
              <a:avLst/>
              <a:gdLst>
                <a:gd name="T0" fmla="*/ 0 w 212"/>
                <a:gd name="T1" fmla="*/ 188 h 256"/>
                <a:gd name="T2" fmla="*/ 106 w 212"/>
                <a:gd name="T3" fmla="*/ 56 h 256"/>
                <a:gd name="T4" fmla="*/ 128 w 212"/>
                <a:gd name="T5" fmla="*/ 90 h 256"/>
                <a:gd name="T6" fmla="*/ 134 w 212"/>
                <a:gd name="T7" fmla="*/ 110 h 256"/>
                <a:gd name="T8" fmla="*/ 134 w 212"/>
                <a:gd name="T9" fmla="*/ 152 h 256"/>
                <a:gd name="T10" fmla="*/ 128 w 212"/>
                <a:gd name="T11" fmla="*/ 170 h 256"/>
                <a:gd name="T12" fmla="*/ 106 w 212"/>
                <a:gd name="T13" fmla="*/ 206 h 256"/>
                <a:gd name="T14" fmla="*/ 104 w 212"/>
                <a:gd name="T15" fmla="*/ 208 h 256"/>
                <a:gd name="T16" fmla="*/ 90 w 212"/>
                <a:gd name="T17" fmla="*/ 200 h 256"/>
                <a:gd name="T18" fmla="*/ 106 w 212"/>
                <a:gd name="T19" fmla="*/ 182 h 256"/>
                <a:gd name="T20" fmla="*/ 120 w 212"/>
                <a:gd name="T21" fmla="*/ 148 h 256"/>
                <a:gd name="T22" fmla="*/ 122 w 212"/>
                <a:gd name="T23" fmla="*/ 130 h 256"/>
                <a:gd name="T24" fmla="*/ 116 w 212"/>
                <a:gd name="T25" fmla="*/ 96 h 256"/>
                <a:gd name="T26" fmla="*/ 94 w 212"/>
                <a:gd name="T27" fmla="*/ 66 h 256"/>
                <a:gd name="T28" fmla="*/ 90 w 212"/>
                <a:gd name="T29" fmla="*/ 62 h 256"/>
                <a:gd name="T30" fmla="*/ 98 w 212"/>
                <a:gd name="T31" fmla="*/ 48 h 256"/>
                <a:gd name="T32" fmla="*/ 106 w 212"/>
                <a:gd name="T33" fmla="*/ 56 h 256"/>
                <a:gd name="T34" fmla="*/ 122 w 212"/>
                <a:gd name="T35" fmla="*/ 222 h 256"/>
                <a:gd name="T36" fmla="*/ 138 w 212"/>
                <a:gd name="T37" fmla="*/ 202 h 256"/>
                <a:gd name="T38" fmla="*/ 150 w 212"/>
                <a:gd name="T39" fmla="*/ 180 h 256"/>
                <a:gd name="T40" fmla="*/ 154 w 212"/>
                <a:gd name="T41" fmla="*/ 168 h 256"/>
                <a:gd name="T42" fmla="*/ 158 w 212"/>
                <a:gd name="T43" fmla="*/ 144 h 256"/>
                <a:gd name="T44" fmla="*/ 160 w 212"/>
                <a:gd name="T45" fmla="*/ 130 h 256"/>
                <a:gd name="T46" fmla="*/ 156 w 212"/>
                <a:gd name="T47" fmla="*/ 106 h 256"/>
                <a:gd name="T48" fmla="*/ 154 w 212"/>
                <a:gd name="T49" fmla="*/ 94 h 256"/>
                <a:gd name="T50" fmla="*/ 144 w 212"/>
                <a:gd name="T51" fmla="*/ 70 h 256"/>
                <a:gd name="T52" fmla="*/ 130 w 212"/>
                <a:gd name="T53" fmla="*/ 48 h 256"/>
                <a:gd name="T54" fmla="*/ 118 w 212"/>
                <a:gd name="T55" fmla="*/ 36 h 256"/>
                <a:gd name="T56" fmla="*/ 128 w 212"/>
                <a:gd name="T57" fmla="*/ 26 h 256"/>
                <a:gd name="T58" fmla="*/ 130 w 212"/>
                <a:gd name="T59" fmla="*/ 28 h 256"/>
                <a:gd name="T60" fmla="*/ 142 w 212"/>
                <a:gd name="T61" fmla="*/ 40 h 256"/>
                <a:gd name="T62" fmla="*/ 158 w 212"/>
                <a:gd name="T63" fmla="*/ 64 h 256"/>
                <a:gd name="T64" fmla="*/ 168 w 212"/>
                <a:gd name="T65" fmla="*/ 90 h 256"/>
                <a:gd name="T66" fmla="*/ 172 w 212"/>
                <a:gd name="T67" fmla="*/ 116 h 256"/>
                <a:gd name="T68" fmla="*/ 172 w 212"/>
                <a:gd name="T69" fmla="*/ 144 h 256"/>
                <a:gd name="T70" fmla="*/ 168 w 212"/>
                <a:gd name="T71" fmla="*/ 172 h 256"/>
                <a:gd name="T72" fmla="*/ 158 w 212"/>
                <a:gd name="T73" fmla="*/ 198 h 256"/>
                <a:gd name="T74" fmla="*/ 142 w 212"/>
                <a:gd name="T75" fmla="*/ 220 h 256"/>
                <a:gd name="T76" fmla="*/ 160 w 212"/>
                <a:gd name="T77" fmla="*/ 2 h 256"/>
                <a:gd name="T78" fmla="*/ 182 w 212"/>
                <a:gd name="T79" fmla="*/ 30 h 256"/>
                <a:gd name="T80" fmla="*/ 200 w 212"/>
                <a:gd name="T81" fmla="*/ 62 h 256"/>
                <a:gd name="T82" fmla="*/ 210 w 212"/>
                <a:gd name="T83" fmla="*/ 96 h 256"/>
                <a:gd name="T84" fmla="*/ 212 w 212"/>
                <a:gd name="T85" fmla="*/ 130 h 256"/>
                <a:gd name="T86" fmla="*/ 210 w 212"/>
                <a:gd name="T87" fmla="*/ 164 h 256"/>
                <a:gd name="T88" fmla="*/ 200 w 212"/>
                <a:gd name="T89" fmla="*/ 198 h 256"/>
                <a:gd name="T90" fmla="*/ 184 w 212"/>
                <a:gd name="T91" fmla="*/ 228 h 256"/>
                <a:gd name="T92" fmla="*/ 162 w 212"/>
                <a:gd name="T93" fmla="*/ 256 h 256"/>
                <a:gd name="T94" fmla="*/ 162 w 212"/>
                <a:gd name="T95" fmla="*/ 236 h 256"/>
                <a:gd name="T96" fmla="*/ 170 w 212"/>
                <a:gd name="T97" fmla="*/ 224 h 256"/>
                <a:gd name="T98" fmla="*/ 186 w 212"/>
                <a:gd name="T99" fmla="*/ 194 h 256"/>
                <a:gd name="T100" fmla="*/ 196 w 212"/>
                <a:gd name="T101" fmla="*/ 162 h 256"/>
                <a:gd name="T102" fmla="*/ 198 w 212"/>
                <a:gd name="T103" fmla="*/ 146 h 256"/>
                <a:gd name="T104" fmla="*/ 198 w 212"/>
                <a:gd name="T105" fmla="*/ 114 h 256"/>
                <a:gd name="T106" fmla="*/ 196 w 212"/>
                <a:gd name="T107" fmla="*/ 98 h 256"/>
                <a:gd name="T108" fmla="*/ 186 w 212"/>
                <a:gd name="T109" fmla="*/ 68 h 256"/>
                <a:gd name="T110" fmla="*/ 178 w 212"/>
                <a:gd name="T111" fmla="*/ 52 h 256"/>
                <a:gd name="T112" fmla="*/ 160 w 212"/>
                <a:gd name="T113" fmla="*/ 24 h 256"/>
                <a:gd name="T114" fmla="*/ 148 w 212"/>
                <a:gd name="T115" fmla="*/ 10 h 256"/>
                <a:gd name="T116" fmla="*/ 158 w 212"/>
                <a:gd name="T117" fmla="*/ 0 h 256"/>
                <a:gd name="T118" fmla="*/ 158 w 212"/>
                <a:gd name="T119" fmla="*/ 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2" h="256">
                  <a:moveTo>
                    <a:pt x="0" y="74"/>
                  </a:moveTo>
                  <a:lnTo>
                    <a:pt x="74" y="130"/>
                  </a:lnTo>
                  <a:lnTo>
                    <a:pt x="0" y="188"/>
                  </a:lnTo>
                  <a:lnTo>
                    <a:pt x="0" y="74"/>
                  </a:lnTo>
                  <a:close/>
                  <a:moveTo>
                    <a:pt x="106" y="56"/>
                  </a:moveTo>
                  <a:lnTo>
                    <a:pt x="106" y="56"/>
                  </a:lnTo>
                  <a:lnTo>
                    <a:pt x="118" y="72"/>
                  </a:lnTo>
                  <a:lnTo>
                    <a:pt x="118" y="72"/>
                  </a:lnTo>
                  <a:lnTo>
                    <a:pt x="128" y="90"/>
                  </a:lnTo>
                  <a:lnTo>
                    <a:pt x="128" y="90"/>
                  </a:lnTo>
                  <a:lnTo>
                    <a:pt x="134" y="110"/>
                  </a:lnTo>
                  <a:lnTo>
                    <a:pt x="134" y="110"/>
                  </a:lnTo>
                  <a:lnTo>
                    <a:pt x="136" y="130"/>
                  </a:lnTo>
                  <a:lnTo>
                    <a:pt x="136" y="130"/>
                  </a:lnTo>
                  <a:lnTo>
                    <a:pt x="134" y="152"/>
                  </a:lnTo>
                  <a:lnTo>
                    <a:pt x="134" y="152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18" y="190"/>
                  </a:lnTo>
                  <a:lnTo>
                    <a:pt x="118" y="190"/>
                  </a:lnTo>
                  <a:lnTo>
                    <a:pt x="106" y="206"/>
                  </a:lnTo>
                  <a:lnTo>
                    <a:pt x="106" y="206"/>
                  </a:lnTo>
                  <a:lnTo>
                    <a:pt x="104" y="208"/>
                  </a:lnTo>
                  <a:lnTo>
                    <a:pt x="104" y="208"/>
                  </a:lnTo>
                  <a:lnTo>
                    <a:pt x="102" y="208"/>
                  </a:lnTo>
                  <a:lnTo>
                    <a:pt x="90" y="200"/>
                  </a:lnTo>
                  <a:lnTo>
                    <a:pt x="90" y="200"/>
                  </a:lnTo>
                  <a:lnTo>
                    <a:pt x="94" y="196"/>
                  </a:lnTo>
                  <a:lnTo>
                    <a:pt x="94" y="196"/>
                  </a:lnTo>
                  <a:lnTo>
                    <a:pt x="106" y="182"/>
                  </a:lnTo>
                  <a:lnTo>
                    <a:pt x="116" y="166"/>
                  </a:lnTo>
                  <a:lnTo>
                    <a:pt x="116" y="166"/>
                  </a:lnTo>
                  <a:lnTo>
                    <a:pt x="120" y="148"/>
                  </a:lnTo>
                  <a:lnTo>
                    <a:pt x="120" y="148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0" y="114"/>
                  </a:lnTo>
                  <a:lnTo>
                    <a:pt x="116" y="96"/>
                  </a:lnTo>
                  <a:lnTo>
                    <a:pt x="116" y="96"/>
                  </a:lnTo>
                  <a:lnTo>
                    <a:pt x="106" y="80"/>
                  </a:lnTo>
                  <a:lnTo>
                    <a:pt x="106" y="80"/>
                  </a:lnTo>
                  <a:lnTo>
                    <a:pt x="94" y="66"/>
                  </a:lnTo>
                  <a:lnTo>
                    <a:pt x="94" y="66"/>
                  </a:lnTo>
                  <a:lnTo>
                    <a:pt x="90" y="62"/>
                  </a:lnTo>
                  <a:lnTo>
                    <a:pt x="90" y="62"/>
                  </a:lnTo>
                  <a:lnTo>
                    <a:pt x="86" y="58"/>
                  </a:lnTo>
                  <a:lnTo>
                    <a:pt x="98" y="48"/>
                  </a:lnTo>
                  <a:lnTo>
                    <a:pt x="98" y="48"/>
                  </a:lnTo>
                  <a:lnTo>
                    <a:pt x="102" y="52"/>
                  </a:lnTo>
                  <a:lnTo>
                    <a:pt x="102" y="52"/>
                  </a:lnTo>
                  <a:lnTo>
                    <a:pt x="106" y="56"/>
                  </a:lnTo>
                  <a:lnTo>
                    <a:pt x="106" y="56"/>
                  </a:lnTo>
                  <a:close/>
                  <a:moveTo>
                    <a:pt x="120" y="222"/>
                  </a:moveTo>
                  <a:lnTo>
                    <a:pt x="122" y="222"/>
                  </a:lnTo>
                  <a:lnTo>
                    <a:pt x="122" y="222"/>
                  </a:lnTo>
                  <a:lnTo>
                    <a:pt x="130" y="212"/>
                  </a:lnTo>
                  <a:lnTo>
                    <a:pt x="138" y="202"/>
                  </a:lnTo>
                  <a:lnTo>
                    <a:pt x="138" y="202"/>
                  </a:lnTo>
                  <a:lnTo>
                    <a:pt x="144" y="192"/>
                  </a:lnTo>
                  <a:lnTo>
                    <a:pt x="150" y="180"/>
                  </a:lnTo>
                  <a:lnTo>
                    <a:pt x="150" y="180"/>
                  </a:lnTo>
                  <a:lnTo>
                    <a:pt x="154" y="168"/>
                  </a:lnTo>
                  <a:lnTo>
                    <a:pt x="154" y="168"/>
                  </a:lnTo>
                  <a:lnTo>
                    <a:pt x="156" y="156"/>
                  </a:lnTo>
                  <a:lnTo>
                    <a:pt x="156" y="156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60" y="130"/>
                  </a:lnTo>
                  <a:lnTo>
                    <a:pt x="160" y="130"/>
                  </a:lnTo>
                  <a:lnTo>
                    <a:pt x="158" y="118"/>
                  </a:lnTo>
                  <a:lnTo>
                    <a:pt x="158" y="118"/>
                  </a:lnTo>
                  <a:lnTo>
                    <a:pt x="156" y="106"/>
                  </a:lnTo>
                  <a:lnTo>
                    <a:pt x="156" y="106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0" y="82"/>
                  </a:lnTo>
                  <a:lnTo>
                    <a:pt x="150" y="82"/>
                  </a:lnTo>
                  <a:lnTo>
                    <a:pt x="144" y="70"/>
                  </a:lnTo>
                  <a:lnTo>
                    <a:pt x="138" y="60"/>
                  </a:lnTo>
                  <a:lnTo>
                    <a:pt x="138" y="60"/>
                  </a:lnTo>
                  <a:lnTo>
                    <a:pt x="130" y="48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18" y="36"/>
                  </a:lnTo>
                  <a:lnTo>
                    <a:pt x="118" y="36"/>
                  </a:lnTo>
                  <a:lnTo>
                    <a:pt x="116" y="34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30" y="28"/>
                  </a:lnTo>
                  <a:lnTo>
                    <a:pt x="130" y="28"/>
                  </a:lnTo>
                  <a:lnTo>
                    <a:pt x="132" y="30"/>
                  </a:lnTo>
                  <a:lnTo>
                    <a:pt x="132" y="30"/>
                  </a:lnTo>
                  <a:lnTo>
                    <a:pt x="142" y="40"/>
                  </a:lnTo>
                  <a:lnTo>
                    <a:pt x="150" y="52"/>
                  </a:lnTo>
                  <a:lnTo>
                    <a:pt x="150" y="52"/>
                  </a:lnTo>
                  <a:lnTo>
                    <a:pt x="158" y="64"/>
                  </a:lnTo>
                  <a:lnTo>
                    <a:pt x="164" y="76"/>
                  </a:lnTo>
                  <a:lnTo>
                    <a:pt x="164" y="76"/>
                  </a:lnTo>
                  <a:lnTo>
                    <a:pt x="168" y="90"/>
                  </a:lnTo>
                  <a:lnTo>
                    <a:pt x="170" y="104"/>
                  </a:lnTo>
                  <a:lnTo>
                    <a:pt x="170" y="104"/>
                  </a:lnTo>
                  <a:lnTo>
                    <a:pt x="172" y="116"/>
                  </a:lnTo>
                  <a:lnTo>
                    <a:pt x="174" y="130"/>
                  </a:lnTo>
                  <a:lnTo>
                    <a:pt x="174" y="130"/>
                  </a:lnTo>
                  <a:lnTo>
                    <a:pt x="172" y="144"/>
                  </a:lnTo>
                  <a:lnTo>
                    <a:pt x="170" y="158"/>
                  </a:lnTo>
                  <a:lnTo>
                    <a:pt x="170" y="158"/>
                  </a:lnTo>
                  <a:lnTo>
                    <a:pt x="168" y="172"/>
                  </a:lnTo>
                  <a:lnTo>
                    <a:pt x="164" y="184"/>
                  </a:lnTo>
                  <a:lnTo>
                    <a:pt x="164" y="184"/>
                  </a:lnTo>
                  <a:lnTo>
                    <a:pt x="158" y="198"/>
                  </a:lnTo>
                  <a:lnTo>
                    <a:pt x="150" y="210"/>
                  </a:lnTo>
                  <a:lnTo>
                    <a:pt x="150" y="210"/>
                  </a:lnTo>
                  <a:lnTo>
                    <a:pt x="142" y="220"/>
                  </a:lnTo>
                  <a:lnTo>
                    <a:pt x="132" y="232"/>
                  </a:lnTo>
                  <a:lnTo>
                    <a:pt x="120" y="222"/>
                  </a:lnTo>
                  <a:close/>
                  <a:moveTo>
                    <a:pt x="160" y="2"/>
                  </a:moveTo>
                  <a:lnTo>
                    <a:pt x="160" y="2"/>
                  </a:lnTo>
                  <a:lnTo>
                    <a:pt x="172" y="16"/>
                  </a:lnTo>
                  <a:lnTo>
                    <a:pt x="182" y="30"/>
                  </a:lnTo>
                  <a:lnTo>
                    <a:pt x="182" y="30"/>
                  </a:lnTo>
                  <a:lnTo>
                    <a:pt x="192" y="46"/>
                  </a:lnTo>
                  <a:lnTo>
                    <a:pt x="200" y="62"/>
                  </a:lnTo>
                  <a:lnTo>
                    <a:pt x="200" y="62"/>
                  </a:lnTo>
                  <a:lnTo>
                    <a:pt x="206" y="78"/>
                  </a:lnTo>
                  <a:lnTo>
                    <a:pt x="210" y="96"/>
                  </a:lnTo>
                  <a:lnTo>
                    <a:pt x="210" y="96"/>
                  </a:lnTo>
                  <a:lnTo>
                    <a:pt x="212" y="114"/>
                  </a:lnTo>
                  <a:lnTo>
                    <a:pt x="212" y="130"/>
                  </a:lnTo>
                  <a:lnTo>
                    <a:pt x="212" y="130"/>
                  </a:lnTo>
                  <a:lnTo>
                    <a:pt x="212" y="148"/>
                  </a:lnTo>
                  <a:lnTo>
                    <a:pt x="210" y="164"/>
                  </a:lnTo>
                  <a:lnTo>
                    <a:pt x="210" y="164"/>
                  </a:lnTo>
                  <a:lnTo>
                    <a:pt x="206" y="180"/>
                  </a:lnTo>
                  <a:lnTo>
                    <a:pt x="200" y="198"/>
                  </a:lnTo>
                  <a:lnTo>
                    <a:pt x="200" y="198"/>
                  </a:lnTo>
                  <a:lnTo>
                    <a:pt x="194" y="212"/>
                  </a:lnTo>
                  <a:lnTo>
                    <a:pt x="184" y="228"/>
                  </a:lnTo>
                  <a:lnTo>
                    <a:pt x="184" y="228"/>
                  </a:lnTo>
                  <a:lnTo>
                    <a:pt x="174" y="242"/>
                  </a:lnTo>
                  <a:lnTo>
                    <a:pt x="162" y="256"/>
                  </a:lnTo>
                  <a:lnTo>
                    <a:pt x="152" y="248"/>
                  </a:lnTo>
                  <a:lnTo>
                    <a:pt x="152" y="248"/>
                  </a:lnTo>
                  <a:lnTo>
                    <a:pt x="162" y="236"/>
                  </a:lnTo>
                  <a:lnTo>
                    <a:pt x="162" y="236"/>
                  </a:lnTo>
                  <a:lnTo>
                    <a:pt x="170" y="224"/>
                  </a:lnTo>
                  <a:lnTo>
                    <a:pt x="170" y="224"/>
                  </a:lnTo>
                  <a:lnTo>
                    <a:pt x="178" y="210"/>
                  </a:lnTo>
                  <a:lnTo>
                    <a:pt x="186" y="194"/>
                  </a:lnTo>
                  <a:lnTo>
                    <a:pt x="186" y="194"/>
                  </a:lnTo>
                  <a:lnTo>
                    <a:pt x="192" y="178"/>
                  </a:lnTo>
                  <a:lnTo>
                    <a:pt x="192" y="178"/>
                  </a:lnTo>
                  <a:lnTo>
                    <a:pt x="196" y="162"/>
                  </a:lnTo>
                  <a:lnTo>
                    <a:pt x="196" y="162"/>
                  </a:lnTo>
                  <a:lnTo>
                    <a:pt x="198" y="146"/>
                  </a:lnTo>
                  <a:lnTo>
                    <a:pt x="198" y="146"/>
                  </a:lnTo>
                  <a:lnTo>
                    <a:pt x="198" y="130"/>
                  </a:lnTo>
                  <a:lnTo>
                    <a:pt x="198" y="130"/>
                  </a:lnTo>
                  <a:lnTo>
                    <a:pt x="198" y="114"/>
                  </a:lnTo>
                  <a:lnTo>
                    <a:pt x="198" y="114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2" y="82"/>
                  </a:lnTo>
                  <a:lnTo>
                    <a:pt x="192" y="82"/>
                  </a:lnTo>
                  <a:lnTo>
                    <a:pt x="186" y="68"/>
                  </a:lnTo>
                  <a:lnTo>
                    <a:pt x="186" y="68"/>
                  </a:lnTo>
                  <a:lnTo>
                    <a:pt x="178" y="52"/>
                  </a:lnTo>
                  <a:lnTo>
                    <a:pt x="178" y="52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60" y="24"/>
                  </a:lnTo>
                  <a:lnTo>
                    <a:pt x="148" y="12"/>
                  </a:lnTo>
                  <a:lnTo>
                    <a:pt x="148" y="12"/>
                  </a:lnTo>
                  <a:lnTo>
                    <a:pt x="148" y="10"/>
                  </a:lnTo>
                  <a:lnTo>
                    <a:pt x="148" y="10"/>
                  </a:lnTo>
                  <a:lnTo>
                    <a:pt x="148" y="1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8" y="2"/>
                  </a:lnTo>
                  <a:lnTo>
                    <a:pt x="158" y="2"/>
                  </a:lnTo>
                  <a:lnTo>
                    <a:pt x="160" y="2"/>
                  </a:lnTo>
                  <a:lnTo>
                    <a:pt x="160" y="2"/>
                  </a:lnTo>
                  <a:close/>
                </a:path>
              </a:pathLst>
            </a:custGeom>
            <a:solidFill>
              <a:srgbClr val="0072C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Freeform 131"/>
            <p:cNvSpPr>
              <a:spLocks noChangeAspect="1" noEditPoints="1"/>
            </p:cNvSpPr>
            <p:nvPr>
              <p:custDataLst>
                <p:custData r:id="rId4"/>
              </p:custDataLst>
            </p:nvPr>
          </p:nvSpPr>
          <p:spPr bwMode="auto">
            <a:xfrm>
              <a:off x="4576419" y="3479171"/>
              <a:ext cx="340241" cy="267244"/>
            </a:xfrm>
            <a:custGeom>
              <a:avLst/>
              <a:gdLst>
                <a:gd name="T0" fmla="*/ 62 w 275"/>
                <a:gd name="T1" fmla="*/ 5 h 216"/>
                <a:gd name="T2" fmla="*/ 62 w 275"/>
                <a:gd name="T3" fmla="*/ 212 h 216"/>
                <a:gd name="T4" fmla="*/ 0 w 275"/>
                <a:gd name="T5" fmla="*/ 212 h 216"/>
                <a:gd name="T6" fmla="*/ 0 w 275"/>
                <a:gd name="T7" fmla="*/ 5 h 216"/>
                <a:gd name="T8" fmla="*/ 62 w 275"/>
                <a:gd name="T9" fmla="*/ 5 h 216"/>
                <a:gd name="T10" fmla="*/ 50 w 275"/>
                <a:gd name="T11" fmla="*/ 29 h 216"/>
                <a:gd name="T12" fmla="*/ 12 w 275"/>
                <a:gd name="T13" fmla="*/ 29 h 216"/>
                <a:gd name="T14" fmla="*/ 12 w 275"/>
                <a:gd name="T15" fmla="*/ 41 h 216"/>
                <a:gd name="T16" fmla="*/ 50 w 275"/>
                <a:gd name="T17" fmla="*/ 41 h 216"/>
                <a:gd name="T18" fmla="*/ 50 w 275"/>
                <a:gd name="T19" fmla="*/ 29 h 216"/>
                <a:gd name="T20" fmla="*/ 50 w 275"/>
                <a:gd name="T21" fmla="*/ 53 h 216"/>
                <a:gd name="T22" fmla="*/ 12 w 275"/>
                <a:gd name="T23" fmla="*/ 53 h 216"/>
                <a:gd name="T24" fmla="*/ 12 w 275"/>
                <a:gd name="T25" fmla="*/ 66 h 216"/>
                <a:gd name="T26" fmla="*/ 50 w 275"/>
                <a:gd name="T27" fmla="*/ 66 h 216"/>
                <a:gd name="T28" fmla="*/ 50 w 275"/>
                <a:gd name="T29" fmla="*/ 53 h 216"/>
                <a:gd name="T30" fmla="*/ 134 w 275"/>
                <a:gd name="T31" fmla="*/ 5 h 216"/>
                <a:gd name="T32" fmla="*/ 134 w 275"/>
                <a:gd name="T33" fmla="*/ 212 h 216"/>
                <a:gd name="T34" fmla="*/ 74 w 275"/>
                <a:gd name="T35" fmla="*/ 212 h 216"/>
                <a:gd name="T36" fmla="*/ 74 w 275"/>
                <a:gd name="T37" fmla="*/ 5 h 216"/>
                <a:gd name="T38" fmla="*/ 134 w 275"/>
                <a:gd name="T39" fmla="*/ 5 h 216"/>
                <a:gd name="T40" fmla="*/ 122 w 275"/>
                <a:gd name="T41" fmla="*/ 29 h 216"/>
                <a:gd name="T42" fmla="*/ 86 w 275"/>
                <a:gd name="T43" fmla="*/ 29 h 216"/>
                <a:gd name="T44" fmla="*/ 86 w 275"/>
                <a:gd name="T45" fmla="*/ 41 h 216"/>
                <a:gd name="T46" fmla="*/ 122 w 275"/>
                <a:gd name="T47" fmla="*/ 41 h 216"/>
                <a:gd name="T48" fmla="*/ 122 w 275"/>
                <a:gd name="T49" fmla="*/ 29 h 216"/>
                <a:gd name="T50" fmla="*/ 122 w 275"/>
                <a:gd name="T51" fmla="*/ 53 h 216"/>
                <a:gd name="T52" fmla="*/ 86 w 275"/>
                <a:gd name="T53" fmla="*/ 53 h 216"/>
                <a:gd name="T54" fmla="*/ 86 w 275"/>
                <a:gd name="T55" fmla="*/ 66 h 216"/>
                <a:gd name="T56" fmla="*/ 122 w 275"/>
                <a:gd name="T57" fmla="*/ 66 h 216"/>
                <a:gd name="T58" fmla="*/ 122 w 275"/>
                <a:gd name="T59" fmla="*/ 53 h 216"/>
                <a:gd name="T60" fmla="*/ 275 w 275"/>
                <a:gd name="T61" fmla="*/ 195 h 216"/>
                <a:gd name="T62" fmla="*/ 218 w 275"/>
                <a:gd name="T63" fmla="*/ 216 h 216"/>
                <a:gd name="T64" fmla="*/ 147 w 275"/>
                <a:gd name="T65" fmla="*/ 21 h 216"/>
                <a:gd name="T66" fmla="*/ 204 w 275"/>
                <a:gd name="T67" fmla="*/ 0 h 216"/>
                <a:gd name="T68" fmla="*/ 275 w 275"/>
                <a:gd name="T69" fmla="*/ 19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5" h="216">
                  <a:moveTo>
                    <a:pt x="62" y="5"/>
                  </a:moveTo>
                  <a:lnTo>
                    <a:pt x="62" y="212"/>
                  </a:lnTo>
                  <a:lnTo>
                    <a:pt x="0" y="212"/>
                  </a:lnTo>
                  <a:lnTo>
                    <a:pt x="0" y="5"/>
                  </a:lnTo>
                  <a:lnTo>
                    <a:pt x="62" y="5"/>
                  </a:lnTo>
                  <a:close/>
                  <a:moveTo>
                    <a:pt x="50" y="29"/>
                  </a:moveTo>
                  <a:lnTo>
                    <a:pt x="12" y="29"/>
                  </a:lnTo>
                  <a:lnTo>
                    <a:pt x="12" y="41"/>
                  </a:lnTo>
                  <a:lnTo>
                    <a:pt x="50" y="41"/>
                  </a:lnTo>
                  <a:lnTo>
                    <a:pt x="50" y="29"/>
                  </a:lnTo>
                  <a:close/>
                  <a:moveTo>
                    <a:pt x="50" y="53"/>
                  </a:moveTo>
                  <a:lnTo>
                    <a:pt x="12" y="53"/>
                  </a:lnTo>
                  <a:lnTo>
                    <a:pt x="12" y="66"/>
                  </a:lnTo>
                  <a:lnTo>
                    <a:pt x="50" y="66"/>
                  </a:lnTo>
                  <a:lnTo>
                    <a:pt x="50" y="53"/>
                  </a:lnTo>
                  <a:close/>
                  <a:moveTo>
                    <a:pt x="134" y="5"/>
                  </a:moveTo>
                  <a:lnTo>
                    <a:pt x="134" y="212"/>
                  </a:lnTo>
                  <a:lnTo>
                    <a:pt x="74" y="212"/>
                  </a:lnTo>
                  <a:lnTo>
                    <a:pt x="74" y="5"/>
                  </a:lnTo>
                  <a:lnTo>
                    <a:pt x="134" y="5"/>
                  </a:lnTo>
                  <a:close/>
                  <a:moveTo>
                    <a:pt x="122" y="29"/>
                  </a:moveTo>
                  <a:lnTo>
                    <a:pt x="86" y="29"/>
                  </a:lnTo>
                  <a:lnTo>
                    <a:pt x="86" y="41"/>
                  </a:lnTo>
                  <a:lnTo>
                    <a:pt x="122" y="41"/>
                  </a:lnTo>
                  <a:lnTo>
                    <a:pt x="122" y="29"/>
                  </a:lnTo>
                  <a:close/>
                  <a:moveTo>
                    <a:pt x="122" y="53"/>
                  </a:moveTo>
                  <a:lnTo>
                    <a:pt x="86" y="53"/>
                  </a:lnTo>
                  <a:lnTo>
                    <a:pt x="86" y="66"/>
                  </a:lnTo>
                  <a:lnTo>
                    <a:pt x="122" y="66"/>
                  </a:lnTo>
                  <a:lnTo>
                    <a:pt x="122" y="53"/>
                  </a:lnTo>
                  <a:close/>
                  <a:moveTo>
                    <a:pt x="275" y="195"/>
                  </a:moveTo>
                  <a:lnTo>
                    <a:pt x="218" y="216"/>
                  </a:lnTo>
                  <a:lnTo>
                    <a:pt x="147" y="21"/>
                  </a:lnTo>
                  <a:lnTo>
                    <a:pt x="204" y="0"/>
                  </a:lnTo>
                  <a:lnTo>
                    <a:pt x="275" y="195"/>
                  </a:lnTo>
                  <a:close/>
                </a:path>
              </a:pathLst>
            </a:custGeom>
            <a:solidFill>
              <a:srgbClr val="0072C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5644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8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64" name="Group 63"/>
            <p:cNvGrpSpPr/>
            <p:nvPr/>
          </p:nvGrpSpPr>
          <p:grpSpPr>
            <a:xfrm>
              <a:off x="5817717" y="1990739"/>
              <a:ext cx="256972" cy="381312"/>
              <a:chOff x="8785977" y="2372203"/>
              <a:chExt cx="482479" cy="715935"/>
            </a:xfrm>
            <a:solidFill>
              <a:srgbClr val="0072C6"/>
            </a:solidFill>
          </p:grpSpPr>
          <p:sp>
            <p:nvSpPr>
              <p:cNvPr id="83" name="Freeform 28"/>
              <p:cNvSpPr>
                <a:spLocks noEditPoints="1"/>
              </p:cNvSpPr>
              <p:nvPr/>
            </p:nvSpPr>
            <p:spPr bwMode="auto">
              <a:xfrm>
                <a:off x="8785977" y="2372203"/>
                <a:ext cx="482479" cy="715935"/>
              </a:xfrm>
              <a:custGeom>
                <a:avLst/>
                <a:gdLst>
                  <a:gd name="T0" fmla="*/ 90 w 93"/>
                  <a:gd name="T1" fmla="*/ 34 h 138"/>
                  <a:gd name="T2" fmla="*/ 86 w 93"/>
                  <a:gd name="T3" fmla="*/ 23 h 138"/>
                  <a:gd name="T4" fmla="*/ 79 w 93"/>
                  <a:gd name="T5" fmla="*/ 13 h 138"/>
                  <a:gd name="T6" fmla="*/ 69 w 93"/>
                  <a:gd name="T7" fmla="*/ 6 h 138"/>
                  <a:gd name="T8" fmla="*/ 58 w 93"/>
                  <a:gd name="T9" fmla="*/ 2 h 138"/>
                  <a:gd name="T10" fmla="*/ 46 w 93"/>
                  <a:gd name="T11" fmla="*/ 0 h 138"/>
                  <a:gd name="T12" fmla="*/ 35 w 93"/>
                  <a:gd name="T13" fmla="*/ 2 h 138"/>
                  <a:gd name="T14" fmla="*/ 24 w 93"/>
                  <a:gd name="T15" fmla="*/ 6 h 138"/>
                  <a:gd name="T16" fmla="*/ 14 w 93"/>
                  <a:gd name="T17" fmla="*/ 13 h 138"/>
                  <a:gd name="T18" fmla="*/ 7 w 93"/>
                  <a:gd name="T19" fmla="*/ 23 h 138"/>
                  <a:gd name="T20" fmla="*/ 2 w 93"/>
                  <a:gd name="T21" fmla="*/ 34 h 138"/>
                  <a:gd name="T22" fmla="*/ 0 w 93"/>
                  <a:gd name="T23" fmla="*/ 46 h 138"/>
                  <a:gd name="T24" fmla="*/ 2 w 93"/>
                  <a:gd name="T25" fmla="*/ 57 h 138"/>
                  <a:gd name="T26" fmla="*/ 7 w 93"/>
                  <a:gd name="T27" fmla="*/ 68 h 138"/>
                  <a:gd name="T28" fmla="*/ 14 w 93"/>
                  <a:gd name="T29" fmla="*/ 79 h 138"/>
                  <a:gd name="T30" fmla="*/ 21 w 93"/>
                  <a:gd name="T31" fmla="*/ 138 h 138"/>
                  <a:gd name="T32" fmla="*/ 71 w 93"/>
                  <a:gd name="T33" fmla="*/ 138 h 138"/>
                  <a:gd name="T34" fmla="*/ 79 w 93"/>
                  <a:gd name="T35" fmla="*/ 79 h 138"/>
                  <a:gd name="T36" fmla="*/ 86 w 93"/>
                  <a:gd name="T37" fmla="*/ 68 h 138"/>
                  <a:gd name="T38" fmla="*/ 90 w 93"/>
                  <a:gd name="T39" fmla="*/ 57 h 138"/>
                  <a:gd name="T40" fmla="*/ 93 w 93"/>
                  <a:gd name="T41" fmla="*/ 46 h 138"/>
                  <a:gd name="T42" fmla="*/ 46 w 93"/>
                  <a:gd name="T43" fmla="*/ 72 h 138"/>
                  <a:gd name="T44" fmla="*/ 41 w 93"/>
                  <a:gd name="T45" fmla="*/ 72 h 138"/>
                  <a:gd name="T46" fmla="*/ 32 w 93"/>
                  <a:gd name="T47" fmla="*/ 67 h 138"/>
                  <a:gd name="T48" fmla="*/ 25 w 93"/>
                  <a:gd name="T49" fmla="*/ 61 h 138"/>
                  <a:gd name="T50" fmla="*/ 21 w 93"/>
                  <a:gd name="T51" fmla="*/ 52 h 138"/>
                  <a:gd name="T52" fmla="*/ 20 w 93"/>
                  <a:gd name="T53" fmla="*/ 47 h 138"/>
                  <a:gd name="T54" fmla="*/ 23 w 93"/>
                  <a:gd name="T55" fmla="*/ 37 h 138"/>
                  <a:gd name="T56" fmla="*/ 28 w 93"/>
                  <a:gd name="T57" fmla="*/ 29 h 138"/>
                  <a:gd name="T58" fmla="*/ 36 w 93"/>
                  <a:gd name="T59" fmla="*/ 23 h 138"/>
                  <a:gd name="T60" fmla="*/ 46 w 93"/>
                  <a:gd name="T61" fmla="*/ 21 h 138"/>
                  <a:gd name="T62" fmla="*/ 52 w 93"/>
                  <a:gd name="T63" fmla="*/ 22 h 138"/>
                  <a:gd name="T64" fmla="*/ 61 w 93"/>
                  <a:gd name="T65" fmla="*/ 26 h 138"/>
                  <a:gd name="T66" fmla="*/ 68 w 93"/>
                  <a:gd name="T67" fmla="*/ 32 h 138"/>
                  <a:gd name="T68" fmla="*/ 71 w 93"/>
                  <a:gd name="T69" fmla="*/ 41 h 138"/>
                  <a:gd name="T70" fmla="*/ 72 w 93"/>
                  <a:gd name="T71" fmla="*/ 47 h 138"/>
                  <a:gd name="T72" fmla="*/ 70 w 93"/>
                  <a:gd name="T73" fmla="*/ 56 h 138"/>
                  <a:gd name="T74" fmla="*/ 64 w 93"/>
                  <a:gd name="T75" fmla="*/ 65 h 138"/>
                  <a:gd name="T76" fmla="*/ 56 w 93"/>
                  <a:gd name="T77" fmla="*/ 70 h 138"/>
                  <a:gd name="T78" fmla="*/ 46 w 93"/>
                  <a:gd name="T79" fmla="*/ 7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3" h="138">
                    <a:moveTo>
                      <a:pt x="80" y="41"/>
                    </a:moveTo>
                    <a:lnTo>
                      <a:pt x="90" y="34"/>
                    </a:lnTo>
                    <a:lnTo>
                      <a:pt x="78" y="32"/>
                    </a:lnTo>
                    <a:lnTo>
                      <a:pt x="86" y="23"/>
                    </a:lnTo>
                    <a:lnTo>
                      <a:pt x="73" y="24"/>
                    </a:lnTo>
                    <a:lnTo>
                      <a:pt x="79" y="13"/>
                    </a:lnTo>
                    <a:lnTo>
                      <a:pt x="68" y="19"/>
                    </a:lnTo>
                    <a:lnTo>
                      <a:pt x="69" y="6"/>
                    </a:lnTo>
                    <a:lnTo>
                      <a:pt x="60" y="14"/>
                    </a:lnTo>
                    <a:lnTo>
                      <a:pt x="58" y="2"/>
                    </a:lnTo>
                    <a:lnTo>
                      <a:pt x="51" y="12"/>
                    </a:lnTo>
                    <a:lnTo>
                      <a:pt x="46" y="0"/>
                    </a:lnTo>
                    <a:lnTo>
                      <a:pt x="42" y="12"/>
                    </a:lnTo>
                    <a:lnTo>
                      <a:pt x="35" y="2"/>
                    </a:lnTo>
                    <a:lnTo>
                      <a:pt x="33" y="14"/>
                    </a:lnTo>
                    <a:lnTo>
                      <a:pt x="24" y="6"/>
                    </a:lnTo>
                    <a:lnTo>
                      <a:pt x="25" y="19"/>
                    </a:lnTo>
                    <a:lnTo>
                      <a:pt x="14" y="13"/>
                    </a:lnTo>
                    <a:lnTo>
                      <a:pt x="19" y="24"/>
                    </a:lnTo>
                    <a:lnTo>
                      <a:pt x="7" y="23"/>
                    </a:lnTo>
                    <a:lnTo>
                      <a:pt x="15" y="32"/>
                    </a:lnTo>
                    <a:lnTo>
                      <a:pt x="2" y="34"/>
                    </a:lnTo>
                    <a:lnTo>
                      <a:pt x="12" y="41"/>
                    </a:lnTo>
                    <a:lnTo>
                      <a:pt x="0" y="46"/>
                    </a:lnTo>
                    <a:lnTo>
                      <a:pt x="12" y="50"/>
                    </a:lnTo>
                    <a:lnTo>
                      <a:pt x="2" y="57"/>
                    </a:lnTo>
                    <a:lnTo>
                      <a:pt x="15" y="59"/>
                    </a:lnTo>
                    <a:lnTo>
                      <a:pt x="7" y="68"/>
                    </a:lnTo>
                    <a:lnTo>
                      <a:pt x="19" y="67"/>
                    </a:lnTo>
                    <a:lnTo>
                      <a:pt x="14" y="79"/>
                    </a:lnTo>
                    <a:lnTo>
                      <a:pt x="21" y="75"/>
                    </a:lnTo>
                    <a:lnTo>
                      <a:pt x="21" y="138"/>
                    </a:lnTo>
                    <a:lnTo>
                      <a:pt x="46" y="113"/>
                    </a:lnTo>
                    <a:lnTo>
                      <a:pt x="71" y="138"/>
                    </a:lnTo>
                    <a:lnTo>
                      <a:pt x="71" y="75"/>
                    </a:lnTo>
                    <a:lnTo>
                      <a:pt x="79" y="79"/>
                    </a:lnTo>
                    <a:lnTo>
                      <a:pt x="73" y="67"/>
                    </a:lnTo>
                    <a:lnTo>
                      <a:pt x="86" y="68"/>
                    </a:lnTo>
                    <a:lnTo>
                      <a:pt x="78" y="59"/>
                    </a:lnTo>
                    <a:lnTo>
                      <a:pt x="90" y="57"/>
                    </a:lnTo>
                    <a:lnTo>
                      <a:pt x="80" y="50"/>
                    </a:lnTo>
                    <a:lnTo>
                      <a:pt x="93" y="46"/>
                    </a:lnTo>
                    <a:lnTo>
                      <a:pt x="80" y="41"/>
                    </a:lnTo>
                    <a:close/>
                    <a:moveTo>
                      <a:pt x="46" y="72"/>
                    </a:moveTo>
                    <a:lnTo>
                      <a:pt x="46" y="72"/>
                    </a:lnTo>
                    <a:lnTo>
                      <a:pt x="41" y="72"/>
                    </a:lnTo>
                    <a:lnTo>
                      <a:pt x="36" y="70"/>
                    </a:lnTo>
                    <a:lnTo>
                      <a:pt x="32" y="67"/>
                    </a:lnTo>
                    <a:lnTo>
                      <a:pt x="28" y="65"/>
                    </a:lnTo>
                    <a:lnTo>
                      <a:pt x="25" y="61"/>
                    </a:lnTo>
                    <a:lnTo>
                      <a:pt x="23" y="56"/>
                    </a:lnTo>
                    <a:lnTo>
                      <a:pt x="21" y="52"/>
                    </a:lnTo>
                    <a:lnTo>
                      <a:pt x="20" y="47"/>
                    </a:lnTo>
                    <a:lnTo>
                      <a:pt x="20" y="47"/>
                    </a:lnTo>
                    <a:lnTo>
                      <a:pt x="21" y="41"/>
                    </a:lnTo>
                    <a:lnTo>
                      <a:pt x="23" y="37"/>
                    </a:lnTo>
                    <a:lnTo>
                      <a:pt x="25" y="32"/>
                    </a:lnTo>
                    <a:lnTo>
                      <a:pt x="28" y="29"/>
                    </a:lnTo>
                    <a:lnTo>
                      <a:pt x="32" y="26"/>
                    </a:lnTo>
                    <a:lnTo>
                      <a:pt x="36" y="23"/>
                    </a:lnTo>
                    <a:lnTo>
                      <a:pt x="41" y="22"/>
                    </a:lnTo>
                    <a:lnTo>
                      <a:pt x="46" y="21"/>
                    </a:lnTo>
                    <a:lnTo>
                      <a:pt x="46" y="21"/>
                    </a:lnTo>
                    <a:lnTo>
                      <a:pt x="52" y="22"/>
                    </a:lnTo>
                    <a:lnTo>
                      <a:pt x="56" y="23"/>
                    </a:lnTo>
                    <a:lnTo>
                      <a:pt x="61" y="26"/>
                    </a:lnTo>
                    <a:lnTo>
                      <a:pt x="64" y="29"/>
                    </a:lnTo>
                    <a:lnTo>
                      <a:pt x="68" y="32"/>
                    </a:lnTo>
                    <a:lnTo>
                      <a:pt x="70" y="37"/>
                    </a:lnTo>
                    <a:lnTo>
                      <a:pt x="71" y="41"/>
                    </a:lnTo>
                    <a:lnTo>
                      <a:pt x="72" y="47"/>
                    </a:lnTo>
                    <a:lnTo>
                      <a:pt x="72" y="47"/>
                    </a:lnTo>
                    <a:lnTo>
                      <a:pt x="71" y="52"/>
                    </a:lnTo>
                    <a:lnTo>
                      <a:pt x="70" y="56"/>
                    </a:lnTo>
                    <a:lnTo>
                      <a:pt x="68" y="61"/>
                    </a:lnTo>
                    <a:lnTo>
                      <a:pt x="64" y="65"/>
                    </a:lnTo>
                    <a:lnTo>
                      <a:pt x="61" y="67"/>
                    </a:lnTo>
                    <a:lnTo>
                      <a:pt x="56" y="70"/>
                    </a:lnTo>
                    <a:lnTo>
                      <a:pt x="52" y="72"/>
                    </a:lnTo>
                    <a:lnTo>
                      <a:pt x="46" y="72"/>
                    </a:lnTo>
                    <a:lnTo>
                      <a:pt x="46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4" name="Freeform 29"/>
              <p:cNvSpPr>
                <a:spLocks/>
              </p:cNvSpPr>
              <p:nvPr/>
            </p:nvSpPr>
            <p:spPr bwMode="auto">
              <a:xfrm>
                <a:off x="8926053" y="2517465"/>
                <a:ext cx="197141" cy="197141"/>
              </a:xfrm>
              <a:custGeom>
                <a:avLst/>
                <a:gdLst>
                  <a:gd name="T0" fmla="*/ 19 w 38"/>
                  <a:gd name="T1" fmla="*/ 0 h 38"/>
                  <a:gd name="T2" fmla="*/ 19 w 38"/>
                  <a:gd name="T3" fmla="*/ 0 h 38"/>
                  <a:gd name="T4" fmla="*/ 16 w 38"/>
                  <a:gd name="T5" fmla="*/ 0 h 38"/>
                  <a:gd name="T6" fmla="*/ 11 w 38"/>
                  <a:gd name="T7" fmla="*/ 1 h 38"/>
                  <a:gd name="T8" fmla="*/ 9 w 38"/>
                  <a:gd name="T9" fmla="*/ 3 h 38"/>
                  <a:gd name="T10" fmla="*/ 6 w 38"/>
                  <a:gd name="T11" fmla="*/ 6 h 38"/>
                  <a:gd name="T12" fmla="*/ 4 w 38"/>
                  <a:gd name="T13" fmla="*/ 8 h 38"/>
                  <a:gd name="T14" fmla="*/ 1 w 38"/>
                  <a:gd name="T15" fmla="*/ 11 h 38"/>
                  <a:gd name="T16" fmla="*/ 0 w 38"/>
                  <a:gd name="T17" fmla="*/ 15 h 38"/>
                  <a:gd name="T18" fmla="*/ 0 w 38"/>
                  <a:gd name="T19" fmla="*/ 19 h 38"/>
                  <a:gd name="T20" fmla="*/ 0 w 38"/>
                  <a:gd name="T21" fmla="*/ 19 h 38"/>
                  <a:gd name="T22" fmla="*/ 0 w 38"/>
                  <a:gd name="T23" fmla="*/ 22 h 38"/>
                  <a:gd name="T24" fmla="*/ 1 w 38"/>
                  <a:gd name="T25" fmla="*/ 26 h 38"/>
                  <a:gd name="T26" fmla="*/ 4 w 38"/>
                  <a:gd name="T27" fmla="*/ 29 h 38"/>
                  <a:gd name="T28" fmla="*/ 6 w 38"/>
                  <a:gd name="T29" fmla="*/ 33 h 38"/>
                  <a:gd name="T30" fmla="*/ 9 w 38"/>
                  <a:gd name="T31" fmla="*/ 35 h 38"/>
                  <a:gd name="T32" fmla="*/ 11 w 38"/>
                  <a:gd name="T33" fmla="*/ 36 h 38"/>
                  <a:gd name="T34" fmla="*/ 16 w 38"/>
                  <a:gd name="T35" fmla="*/ 37 h 38"/>
                  <a:gd name="T36" fmla="*/ 19 w 38"/>
                  <a:gd name="T37" fmla="*/ 38 h 38"/>
                  <a:gd name="T38" fmla="*/ 19 w 38"/>
                  <a:gd name="T39" fmla="*/ 38 h 38"/>
                  <a:gd name="T40" fmla="*/ 23 w 38"/>
                  <a:gd name="T41" fmla="*/ 37 h 38"/>
                  <a:gd name="T42" fmla="*/ 27 w 38"/>
                  <a:gd name="T43" fmla="*/ 36 h 38"/>
                  <a:gd name="T44" fmla="*/ 29 w 38"/>
                  <a:gd name="T45" fmla="*/ 35 h 38"/>
                  <a:gd name="T46" fmla="*/ 33 w 38"/>
                  <a:gd name="T47" fmla="*/ 33 h 38"/>
                  <a:gd name="T48" fmla="*/ 35 w 38"/>
                  <a:gd name="T49" fmla="*/ 29 h 38"/>
                  <a:gd name="T50" fmla="*/ 37 w 38"/>
                  <a:gd name="T51" fmla="*/ 26 h 38"/>
                  <a:gd name="T52" fmla="*/ 38 w 38"/>
                  <a:gd name="T53" fmla="*/ 22 h 38"/>
                  <a:gd name="T54" fmla="*/ 38 w 38"/>
                  <a:gd name="T55" fmla="*/ 19 h 38"/>
                  <a:gd name="T56" fmla="*/ 38 w 38"/>
                  <a:gd name="T57" fmla="*/ 19 h 38"/>
                  <a:gd name="T58" fmla="*/ 38 w 38"/>
                  <a:gd name="T59" fmla="*/ 15 h 38"/>
                  <a:gd name="T60" fmla="*/ 37 w 38"/>
                  <a:gd name="T61" fmla="*/ 11 h 38"/>
                  <a:gd name="T62" fmla="*/ 35 w 38"/>
                  <a:gd name="T63" fmla="*/ 8 h 38"/>
                  <a:gd name="T64" fmla="*/ 33 w 38"/>
                  <a:gd name="T65" fmla="*/ 6 h 38"/>
                  <a:gd name="T66" fmla="*/ 29 w 38"/>
                  <a:gd name="T67" fmla="*/ 3 h 38"/>
                  <a:gd name="T68" fmla="*/ 27 w 38"/>
                  <a:gd name="T69" fmla="*/ 1 h 38"/>
                  <a:gd name="T70" fmla="*/ 23 w 38"/>
                  <a:gd name="T71" fmla="*/ 0 h 38"/>
                  <a:gd name="T72" fmla="*/ 19 w 38"/>
                  <a:gd name="T73" fmla="*/ 0 h 38"/>
                  <a:gd name="T74" fmla="*/ 19 w 38"/>
                  <a:gd name="T75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8" h="38">
                    <a:moveTo>
                      <a:pt x="19" y="0"/>
                    </a:moveTo>
                    <a:lnTo>
                      <a:pt x="19" y="0"/>
                    </a:lnTo>
                    <a:lnTo>
                      <a:pt x="16" y="0"/>
                    </a:lnTo>
                    <a:lnTo>
                      <a:pt x="11" y="1"/>
                    </a:lnTo>
                    <a:lnTo>
                      <a:pt x="9" y="3"/>
                    </a:lnTo>
                    <a:lnTo>
                      <a:pt x="6" y="6"/>
                    </a:lnTo>
                    <a:lnTo>
                      <a:pt x="4" y="8"/>
                    </a:lnTo>
                    <a:lnTo>
                      <a:pt x="1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22"/>
                    </a:lnTo>
                    <a:lnTo>
                      <a:pt x="1" y="26"/>
                    </a:lnTo>
                    <a:lnTo>
                      <a:pt x="4" y="29"/>
                    </a:lnTo>
                    <a:lnTo>
                      <a:pt x="6" y="33"/>
                    </a:lnTo>
                    <a:lnTo>
                      <a:pt x="9" y="35"/>
                    </a:lnTo>
                    <a:lnTo>
                      <a:pt x="11" y="36"/>
                    </a:lnTo>
                    <a:lnTo>
                      <a:pt x="16" y="37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23" y="37"/>
                    </a:lnTo>
                    <a:lnTo>
                      <a:pt x="27" y="36"/>
                    </a:lnTo>
                    <a:lnTo>
                      <a:pt x="29" y="35"/>
                    </a:lnTo>
                    <a:lnTo>
                      <a:pt x="33" y="33"/>
                    </a:lnTo>
                    <a:lnTo>
                      <a:pt x="35" y="29"/>
                    </a:lnTo>
                    <a:lnTo>
                      <a:pt x="37" y="26"/>
                    </a:lnTo>
                    <a:lnTo>
                      <a:pt x="38" y="22"/>
                    </a:lnTo>
                    <a:lnTo>
                      <a:pt x="38" y="19"/>
                    </a:lnTo>
                    <a:lnTo>
                      <a:pt x="38" y="19"/>
                    </a:lnTo>
                    <a:lnTo>
                      <a:pt x="38" y="15"/>
                    </a:lnTo>
                    <a:lnTo>
                      <a:pt x="37" y="11"/>
                    </a:lnTo>
                    <a:lnTo>
                      <a:pt x="35" y="8"/>
                    </a:lnTo>
                    <a:lnTo>
                      <a:pt x="33" y="6"/>
                    </a:lnTo>
                    <a:lnTo>
                      <a:pt x="29" y="3"/>
                    </a:lnTo>
                    <a:lnTo>
                      <a:pt x="27" y="1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5" name="Group 64"/>
            <p:cNvGrpSpPr>
              <a:grpSpLocks noChangeAspect="1"/>
            </p:cNvGrpSpPr>
            <p:nvPr>
              <p:custDataLst>
                <p:custData r:id="rId5"/>
              </p:custDataLst>
            </p:nvPr>
          </p:nvGrpSpPr>
          <p:grpSpPr>
            <a:xfrm>
              <a:off x="5989763" y="3481970"/>
              <a:ext cx="359056" cy="244464"/>
              <a:chOff x="7554913" y="3697288"/>
              <a:chExt cx="596900" cy="406400"/>
            </a:xfrm>
            <a:solidFill>
              <a:srgbClr val="0072C6"/>
            </a:solidFill>
          </p:grpSpPr>
          <p:sp>
            <p:nvSpPr>
              <p:cNvPr id="78" name="Freeform 16"/>
              <p:cNvSpPr>
                <a:spLocks noEditPoints="1"/>
              </p:cNvSpPr>
              <p:nvPr/>
            </p:nvSpPr>
            <p:spPr bwMode="auto">
              <a:xfrm>
                <a:off x="7554913" y="3697288"/>
                <a:ext cx="596900" cy="406400"/>
              </a:xfrm>
              <a:custGeom>
                <a:avLst/>
                <a:gdLst>
                  <a:gd name="T0" fmla="*/ 358 w 376"/>
                  <a:gd name="T1" fmla="*/ 0 h 256"/>
                  <a:gd name="T2" fmla="*/ 18 w 376"/>
                  <a:gd name="T3" fmla="*/ 0 h 256"/>
                  <a:gd name="T4" fmla="*/ 18 w 376"/>
                  <a:gd name="T5" fmla="*/ 0 h 256"/>
                  <a:gd name="T6" fmla="*/ 10 w 376"/>
                  <a:gd name="T7" fmla="*/ 2 h 256"/>
                  <a:gd name="T8" fmla="*/ 4 w 376"/>
                  <a:gd name="T9" fmla="*/ 6 h 256"/>
                  <a:gd name="T10" fmla="*/ 0 w 376"/>
                  <a:gd name="T11" fmla="*/ 12 h 256"/>
                  <a:gd name="T12" fmla="*/ 0 w 376"/>
                  <a:gd name="T13" fmla="*/ 18 h 256"/>
                  <a:gd name="T14" fmla="*/ 0 w 376"/>
                  <a:gd name="T15" fmla="*/ 236 h 256"/>
                  <a:gd name="T16" fmla="*/ 0 w 376"/>
                  <a:gd name="T17" fmla="*/ 236 h 256"/>
                  <a:gd name="T18" fmla="*/ 0 w 376"/>
                  <a:gd name="T19" fmla="*/ 244 h 256"/>
                  <a:gd name="T20" fmla="*/ 4 w 376"/>
                  <a:gd name="T21" fmla="*/ 250 h 256"/>
                  <a:gd name="T22" fmla="*/ 10 w 376"/>
                  <a:gd name="T23" fmla="*/ 254 h 256"/>
                  <a:gd name="T24" fmla="*/ 18 w 376"/>
                  <a:gd name="T25" fmla="*/ 256 h 256"/>
                  <a:gd name="T26" fmla="*/ 358 w 376"/>
                  <a:gd name="T27" fmla="*/ 256 h 256"/>
                  <a:gd name="T28" fmla="*/ 358 w 376"/>
                  <a:gd name="T29" fmla="*/ 256 h 256"/>
                  <a:gd name="T30" fmla="*/ 364 w 376"/>
                  <a:gd name="T31" fmla="*/ 254 h 256"/>
                  <a:gd name="T32" fmla="*/ 370 w 376"/>
                  <a:gd name="T33" fmla="*/ 250 h 256"/>
                  <a:gd name="T34" fmla="*/ 376 w 376"/>
                  <a:gd name="T35" fmla="*/ 244 h 256"/>
                  <a:gd name="T36" fmla="*/ 376 w 376"/>
                  <a:gd name="T37" fmla="*/ 236 h 256"/>
                  <a:gd name="T38" fmla="*/ 376 w 376"/>
                  <a:gd name="T39" fmla="*/ 18 h 256"/>
                  <a:gd name="T40" fmla="*/ 376 w 376"/>
                  <a:gd name="T41" fmla="*/ 18 h 256"/>
                  <a:gd name="T42" fmla="*/ 376 w 376"/>
                  <a:gd name="T43" fmla="*/ 12 h 256"/>
                  <a:gd name="T44" fmla="*/ 370 w 376"/>
                  <a:gd name="T45" fmla="*/ 6 h 256"/>
                  <a:gd name="T46" fmla="*/ 364 w 376"/>
                  <a:gd name="T47" fmla="*/ 2 h 256"/>
                  <a:gd name="T48" fmla="*/ 358 w 376"/>
                  <a:gd name="T49" fmla="*/ 0 h 256"/>
                  <a:gd name="T50" fmla="*/ 358 w 376"/>
                  <a:gd name="T51" fmla="*/ 0 h 256"/>
                  <a:gd name="T52" fmla="*/ 342 w 376"/>
                  <a:gd name="T53" fmla="*/ 224 h 256"/>
                  <a:gd name="T54" fmla="*/ 34 w 376"/>
                  <a:gd name="T55" fmla="*/ 224 h 256"/>
                  <a:gd name="T56" fmla="*/ 34 w 376"/>
                  <a:gd name="T57" fmla="*/ 30 h 256"/>
                  <a:gd name="T58" fmla="*/ 342 w 376"/>
                  <a:gd name="T59" fmla="*/ 30 h 256"/>
                  <a:gd name="T60" fmla="*/ 342 w 376"/>
                  <a:gd name="T61" fmla="*/ 224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76" h="256">
                    <a:moveTo>
                      <a:pt x="358" y="0"/>
                    </a:moveTo>
                    <a:lnTo>
                      <a:pt x="18" y="0"/>
                    </a:lnTo>
                    <a:lnTo>
                      <a:pt x="18" y="0"/>
                    </a:lnTo>
                    <a:lnTo>
                      <a:pt x="10" y="2"/>
                    </a:lnTo>
                    <a:lnTo>
                      <a:pt x="4" y="6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0" y="236"/>
                    </a:lnTo>
                    <a:lnTo>
                      <a:pt x="0" y="236"/>
                    </a:lnTo>
                    <a:lnTo>
                      <a:pt x="0" y="244"/>
                    </a:lnTo>
                    <a:lnTo>
                      <a:pt x="4" y="250"/>
                    </a:lnTo>
                    <a:lnTo>
                      <a:pt x="10" y="254"/>
                    </a:lnTo>
                    <a:lnTo>
                      <a:pt x="18" y="256"/>
                    </a:lnTo>
                    <a:lnTo>
                      <a:pt x="358" y="256"/>
                    </a:lnTo>
                    <a:lnTo>
                      <a:pt x="358" y="256"/>
                    </a:lnTo>
                    <a:lnTo>
                      <a:pt x="364" y="254"/>
                    </a:lnTo>
                    <a:lnTo>
                      <a:pt x="370" y="250"/>
                    </a:lnTo>
                    <a:lnTo>
                      <a:pt x="376" y="244"/>
                    </a:lnTo>
                    <a:lnTo>
                      <a:pt x="376" y="236"/>
                    </a:lnTo>
                    <a:lnTo>
                      <a:pt x="376" y="18"/>
                    </a:lnTo>
                    <a:lnTo>
                      <a:pt x="376" y="18"/>
                    </a:lnTo>
                    <a:lnTo>
                      <a:pt x="376" y="12"/>
                    </a:lnTo>
                    <a:lnTo>
                      <a:pt x="370" y="6"/>
                    </a:lnTo>
                    <a:lnTo>
                      <a:pt x="364" y="2"/>
                    </a:lnTo>
                    <a:lnTo>
                      <a:pt x="358" y="0"/>
                    </a:lnTo>
                    <a:lnTo>
                      <a:pt x="358" y="0"/>
                    </a:lnTo>
                    <a:close/>
                    <a:moveTo>
                      <a:pt x="342" y="224"/>
                    </a:moveTo>
                    <a:lnTo>
                      <a:pt x="34" y="224"/>
                    </a:lnTo>
                    <a:lnTo>
                      <a:pt x="34" y="30"/>
                    </a:lnTo>
                    <a:lnTo>
                      <a:pt x="342" y="30"/>
                    </a:lnTo>
                    <a:lnTo>
                      <a:pt x="342" y="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Freeform 17"/>
              <p:cNvSpPr>
                <a:spLocks/>
              </p:cNvSpPr>
              <p:nvPr/>
            </p:nvSpPr>
            <p:spPr bwMode="auto">
              <a:xfrm>
                <a:off x="7910513" y="3805238"/>
                <a:ext cx="117475" cy="187325"/>
              </a:xfrm>
              <a:custGeom>
                <a:avLst/>
                <a:gdLst>
                  <a:gd name="T0" fmla="*/ 18 w 74"/>
                  <a:gd name="T1" fmla="*/ 70 h 118"/>
                  <a:gd name="T2" fmla="*/ 18 w 74"/>
                  <a:gd name="T3" fmla="*/ 118 h 118"/>
                  <a:gd name="T4" fmla="*/ 36 w 74"/>
                  <a:gd name="T5" fmla="*/ 100 h 118"/>
                  <a:gd name="T6" fmla="*/ 56 w 74"/>
                  <a:gd name="T7" fmla="*/ 118 h 118"/>
                  <a:gd name="T8" fmla="*/ 56 w 74"/>
                  <a:gd name="T9" fmla="*/ 70 h 118"/>
                  <a:gd name="T10" fmla="*/ 56 w 74"/>
                  <a:gd name="T11" fmla="*/ 70 h 118"/>
                  <a:gd name="T12" fmla="*/ 62 w 74"/>
                  <a:gd name="T13" fmla="*/ 64 h 118"/>
                  <a:gd name="T14" fmla="*/ 68 w 74"/>
                  <a:gd name="T15" fmla="*/ 56 h 118"/>
                  <a:gd name="T16" fmla="*/ 72 w 74"/>
                  <a:gd name="T17" fmla="*/ 48 h 118"/>
                  <a:gd name="T18" fmla="*/ 74 w 74"/>
                  <a:gd name="T19" fmla="*/ 38 h 118"/>
                  <a:gd name="T20" fmla="*/ 74 w 74"/>
                  <a:gd name="T21" fmla="*/ 38 h 118"/>
                  <a:gd name="T22" fmla="*/ 72 w 74"/>
                  <a:gd name="T23" fmla="*/ 30 h 118"/>
                  <a:gd name="T24" fmla="*/ 70 w 74"/>
                  <a:gd name="T25" fmla="*/ 22 h 118"/>
                  <a:gd name="T26" fmla="*/ 68 w 74"/>
                  <a:gd name="T27" fmla="*/ 16 h 118"/>
                  <a:gd name="T28" fmla="*/ 62 w 74"/>
                  <a:gd name="T29" fmla="*/ 10 h 118"/>
                  <a:gd name="T30" fmla="*/ 58 w 74"/>
                  <a:gd name="T31" fmla="*/ 6 h 118"/>
                  <a:gd name="T32" fmla="*/ 50 w 74"/>
                  <a:gd name="T33" fmla="*/ 2 h 118"/>
                  <a:gd name="T34" fmla="*/ 44 w 74"/>
                  <a:gd name="T35" fmla="*/ 0 h 118"/>
                  <a:gd name="T36" fmla="*/ 36 w 74"/>
                  <a:gd name="T37" fmla="*/ 0 h 118"/>
                  <a:gd name="T38" fmla="*/ 36 w 74"/>
                  <a:gd name="T39" fmla="*/ 0 h 118"/>
                  <a:gd name="T40" fmla="*/ 28 w 74"/>
                  <a:gd name="T41" fmla="*/ 0 h 118"/>
                  <a:gd name="T42" fmla="*/ 22 w 74"/>
                  <a:gd name="T43" fmla="*/ 2 h 118"/>
                  <a:gd name="T44" fmla="*/ 16 w 74"/>
                  <a:gd name="T45" fmla="*/ 6 h 118"/>
                  <a:gd name="T46" fmla="*/ 10 w 74"/>
                  <a:gd name="T47" fmla="*/ 10 h 118"/>
                  <a:gd name="T48" fmla="*/ 6 w 74"/>
                  <a:gd name="T49" fmla="*/ 16 h 118"/>
                  <a:gd name="T50" fmla="*/ 2 w 74"/>
                  <a:gd name="T51" fmla="*/ 22 h 118"/>
                  <a:gd name="T52" fmla="*/ 0 w 74"/>
                  <a:gd name="T53" fmla="*/ 30 h 118"/>
                  <a:gd name="T54" fmla="*/ 0 w 74"/>
                  <a:gd name="T55" fmla="*/ 38 h 118"/>
                  <a:gd name="T56" fmla="*/ 0 w 74"/>
                  <a:gd name="T57" fmla="*/ 38 h 118"/>
                  <a:gd name="T58" fmla="*/ 0 w 74"/>
                  <a:gd name="T59" fmla="*/ 48 h 118"/>
                  <a:gd name="T60" fmla="*/ 4 w 74"/>
                  <a:gd name="T61" fmla="*/ 56 h 118"/>
                  <a:gd name="T62" fmla="*/ 10 w 74"/>
                  <a:gd name="T63" fmla="*/ 64 h 118"/>
                  <a:gd name="T64" fmla="*/ 18 w 74"/>
                  <a:gd name="T65" fmla="*/ 70 h 118"/>
                  <a:gd name="T66" fmla="*/ 18 w 74"/>
                  <a:gd name="T67" fmla="*/ 7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4" h="118">
                    <a:moveTo>
                      <a:pt x="18" y="70"/>
                    </a:moveTo>
                    <a:lnTo>
                      <a:pt x="18" y="118"/>
                    </a:lnTo>
                    <a:lnTo>
                      <a:pt x="36" y="100"/>
                    </a:lnTo>
                    <a:lnTo>
                      <a:pt x="56" y="118"/>
                    </a:lnTo>
                    <a:lnTo>
                      <a:pt x="56" y="70"/>
                    </a:lnTo>
                    <a:lnTo>
                      <a:pt x="56" y="70"/>
                    </a:lnTo>
                    <a:lnTo>
                      <a:pt x="62" y="64"/>
                    </a:lnTo>
                    <a:lnTo>
                      <a:pt x="68" y="56"/>
                    </a:lnTo>
                    <a:lnTo>
                      <a:pt x="72" y="48"/>
                    </a:lnTo>
                    <a:lnTo>
                      <a:pt x="74" y="38"/>
                    </a:lnTo>
                    <a:lnTo>
                      <a:pt x="74" y="38"/>
                    </a:lnTo>
                    <a:lnTo>
                      <a:pt x="72" y="30"/>
                    </a:lnTo>
                    <a:lnTo>
                      <a:pt x="70" y="22"/>
                    </a:lnTo>
                    <a:lnTo>
                      <a:pt x="68" y="16"/>
                    </a:lnTo>
                    <a:lnTo>
                      <a:pt x="62" y="10"/>
                    </a:lnTo>
                    <a:lnTo>
                      <a:pt x="58" y="6"/>
                    </a:lnTo>
                    <a:lnTo>
                      <a:pt x="50" y="2"/>
                    </a:lnTo>
                    <a:lnTo>
                      <a:pt x="44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  <a:lnTo>
                      <a:pt x="10" y="10"/>
                    </a:lnTo>
                    <a:lnTo>
                      <a:pt x="6" y="16"/>
                    </a:lnTo>
                    <a:lnTo>
                      <a:pt x="2" y="22"/>
                    </a:lnTo>
                    <a:lnTo>
                      <a:pt x="0" y="30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0" y="48"/>
                    </a:lnTo>
                    <a:lnTo>
                      <a:pt x="4" y="56"/>
                    </a:lnTo>
                    <a:lnTo>
                      <a:pt x="10" y="64"/>
                    </a:lnTo>
                    <a:lnTo>
                      <a:pt x="18" y="70"/>
                    </a:lnTo>
                    <a:lnTo>
                      <a:pt x="18" y="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0" name="Rectangle 18"/>
              <p:cNvSpPr>
                <a:spLocks noChangeArrowheads="1"/>
              </p:cNvSpPr>
              <p:nvPr/>
            </p:nvSpPr>
            <p:spPr bwMode="auto">
              <a:xfrm>
                <a:off x="7694613" y="3808413"/>
                <a:ext cx="180975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Rectangle 19"/>
              <p:cNvSpPr>
                <a:spLocks noChangeArrowheads="1"/>
              </p:cNvSpPr>
              <p:nvPr/>
            </p:nvSpPr>
            <p:spPr bwMode="auto">
              <a:xfrm>
                <a:off x="7694613" y="3878263"/>
                <a:ext cx="180975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Rectangle 20"/>
              <p:cNvSpPr>
                <a:spLocks noChangeArrowheads="1"/>
              </p:cNvSpPr>
              <p:nvPr/>
            </p:nvSpPr>
            <p:spPr bwMode="auto">
              <a:xfrm>
                <a:off x="7694613" y="3951288"/>
                <a:ext cx="180975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4576010" y="2578029"/>
              <a:ext cx="1719157" cy="1164284"/>
              <a:chOff x="8933043" y="3080582"/>
              <a:chExt cx="1940444" cy="1314148"/>
            </a:xfrm>
          </p:grpSpPr>
          <p:sp>
            <p:nvSpPr>
              <p:cNvPr id="67" name="Freeform 12"/>
              <p:cNvSpPr>
                <a:spLocks/>
              </p:cNvSpPr>
              <p:nvPr/>
            </p:nvSpPr>
            <p:spPr bwMode="auto">
              <a:xfrm>
                <a:off x="10739663" y="3286670"/>
                <a:ext cx="133824" cy="211441"/>
              </a:xfrm>
              <a:custGeom>
                <a:avLst/>
                <a:gdLst>
                  <a:gd name="T0" fmla="*/ 102 w 107"/>
                  <a:gd name="T1" fmla="*/ 60 h 169"/>
                  <a:gd name="T2" fmla="*/ 96 w 107"/>
                  <a:gd name="T3" fmla="*/ 60 h 169"/>
                  <a:gd name="T4" fmla="*/ 101 w 107"/>
                  <a:gd name="T5" fmla="*/ 47 h 169"/>
                  <a:gd name="T6" fmla="*/ 97 w 107"/>
                  <a:gd name="T7" fmla="*/ 37 h 169"/>
                  <a:gd name="T8" fmla="*/ 94 w 107"/>
                  <a:gd name="T9" fmla="*/ 37 h 169"/>
                  <a:gd name="T10" fmla="*/ 98 w 107"/>
                  <a:gd name="T11" fmla="*/ 26 h 169"/>
                  <a:gd name="T12" fmla="*/ 93 w 107"/>
                  <a:gd name="T13" fmla="*/ 14 h 169"/>
                  <a:gd name="T14" fmla="*/ 86 w 107"/>
                  <a:gd name="T15" fmla="*/ 15 h 169"/>
                  <a:gd name="T16" fmla="*/ 86 w 107"/>
                  <a:gd name="T17" fmla="*/ 13 h 169"/>
                  <a:gd name="T18" fmla="*/ 81 w 107"/>
                  <a:gd name="T19" fmla="*/ 1 h 169"/>
                  <a:gd name="T20" fmla="*/ 69 w 107"/>
                  <a:gd name="T21" fmla="*/ 7 h 169"/>
                  <a:gd name="T22" fmla="*/ 50 w 107"/>
                  <a:gd name="T23" fmla="*/ 56 h 169"/>
                  <a:gd name="T24" fmla="*/ 44 w 107"/>
                  <a:gd name="T25" fmla="*/ 49 h 169"/>
                  <a:gd name="T26" fmla="*/ 29 w 107"/>
                  <a:gd name="T27" fmla="*/ 55 h 169"/>
                  <a:gd name="T28" fmla="*/ 28 w 107"/>
                  <a:gd name="T29" fmla="*/ 58 h 169"/>
                  <a:gd name="T30" fmla="*/ 16 w 107"/>
                  <a:gd name="T31" fmla="*/ 89 h 169"/>
                  <a:gd name="T32" fmla="*/ 7 w 107"/>
                  <a:gd name="T33" fmla="*/ 112 h 169"/>
                  <a:gd name="T34" fmla="*/ 7 w 107"/>
                  <a:gd name="T35" fmla="*/ 112 h 169"/>
                  <a:gd name="T36" fmla="*/ 29 w 107"/>
                  <a:gd name="T37" fmla="*/ 161 h 169"/>
                  <a:gd name="T38" fmla="*/ 79 w 107"/>
                  <a:gd name="T39" fmla="*/ 139 h 169"/>
                  <a:gd name="T40" fmla="*/ 79 w 107"/>
                  <a:gd name="T41" fmla="*/ 139 h 169"/>
                  <a:gd name="T42" fmla="*/ 89 w 107"/>
                  <a:gd name="T43" fmla="*/ 114 h 169"/>
                  <a:gd name="T44" fmla="*/ 99 w 107"/>
                  <a:gd name="T45" fmla="*/ 86 h 169"/>
                  <a:gd name="T46" fmla="*/ 106 w 107"/>
                  <a:gd name="T47" fmla="*/ 69 h 169"/>
                  <a:gd name="T48" fmla="*/ 102 w 107"/>
                  <a:gd name="T49" fmla="*/ 6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7" h="169">
                    <a:moveTo>
                      <a:pt x="102" y="60"/>
                    </a:moveTo>
                    <a:cubicBezTo>
                      <a:pt x="100" y="59"/>
                      <a:pt x="98" y="59"/>
                      <a:pt x="96" y="60"/>
                    </a:cubicBezTo>
                    <a:cubicBezTo>
                      <a:pt x="99" y="53"/>
                      <a:pt x="101" y="47"/>
                      <a:pt x="101" y="47"/>
                    </a:cubicBezTo>
                    <a:cubicBezTo>
                      <a:pt x="102" y="43"/>
                      <a:pt x="101" y="39"/>
                      <a:pt x="97" y="37"/>
                    </a:cubicBezTo>
                    <a:cubicBezTo>
                      <a:pt x="96" y="37"/>
                      <a:pt x="95" y="37"/>
                      <a:pt x="94" y="37"/>
                    </a:cubicBezTo>
                    <a:cubicBezTo>
                      <a:pt x="96" y="31"/>
                      <a:pt x="98" y="27"/>
                      <a:pt x="98" y="26"/>
                    </a:cubicBezTo>
                    <a:cubicBezTo>
                      <a:pt x="100" y="21"/>
                      <a:pt x="98" y="16"/>
                      <a:pt x="93" y="14"/>
                    </a:cubicBezTo>
                    <a:cubicBezTo>
                      <a:pt x="90" y="13"/>
                      <a:pt x="88" y="13"/>
                      <a:pt x="86" y="15"/>
                    </a:cubicBezTo>
                    <a:cubicBezTo>
                      <a:pt x="86" y="14"/>
                      <a:pt x="86" y="13"/>
                      <a:pt x="86" y="13"/>
                    </a:cubicBezTo>
                    <a:cubicBezTo>
                      <a:pt x="88" y="8"/>
                      <a:pt x="86" y="3"/>
                      <a:pt x="81" y="1"/>
                    </a:cubicBezTo>
                    <a:cubicBezTo>
                      <a:pt x="76" y="0"/>
                      <a:pt x="71" y="2"/>
                      <a:pt x="69" y="7"/>
                    </a:cubicBezTo>
                    <a:cubicBezTo>
                      <a:pt x="68" y="9"/>
                      <a:pt x="56" y="41"/>
                      <a:pt x="50" y="56"/>
                    </a:cubicBezTo>
                    <a:cubicBezTo>
                      <a:pt x="49" y="53"/>
                      <a:pt x="47" y="50"/>
                      <a:pt x="44" y="49"/>
                    </a:cubicBezTo>
                    <a:cubicBezTo>
                      <a:pt x="38" y="46"/>
                      <a:pt x="31" y="49"/>
                      <a:pt x="29" y="55"/>
                    </a:cubicBezTo>
                    <a:cubicBezTo>
                      <a:pt x="29" y="56"/>
                      <a:pt x="28" y="57"/>
                      <a:pt x="28" y="58"/>
                    </a:cubicBezTo>
                    <a:cubicBezTo>
                      <a:pt x="25" y="67"/>
                      <a:pt x="17" y="86"/>
                      <a:pt x="16" y="89"/>
                    </a:cubicBezTo>
                    <a:cubicBezTo>
                      <a:pt x="7" y="112"/>
                      <a:pt x="7" y="112"/>
                      <a:pt x="7" y="112"/>
                    </a:cubicBezTo>
                    <a:cubicBezTo>
                      <a:pt x="7" y="112"/>
                      <a:pt x="7" y="112"/>
                      <a:pt x="7" y="112"/>
                    </a:cubicBezTo>
                    <a:cubicBezTo>
                      <a:pt x="0" y="132"/>
                      <a:pt x="10" y="154"/>
                      <a:pt x="29" y="161"/>
                    </a:cubicBezTo>
                    <a:cubicBezTo>
                      <a:pt x="49" y="169"/>
                      <a:pt x="71" y="159"/>
                      <a:pt x="79" y="139"/>
                    </a:cubicBezTo>
                    <a:cubicBezTo>
                      <a:pt x="79" y="139"/>
                      <a:pt x="79" y="139"/>
                      <a:pt x="79" y="139"/>
                    </a:cubicBezTo>
                    <a:cubicBezTo>
                      <a:pt x="89" y="114"/>
                      <a:pt x="89" y="114"/>
                      <a:pt x="89" y="114"/>
                    </a:cubicBezTo>
                    <a:cubicBezTo>
                      <a:pt x="89" y="113"/>
                      <a:pt x="95" y="98"/>
                      <a:pt x="99" y="86"/>
                    </a:cubicBezTo>
                    <a:cubicBezTo>
                      <a:pt x="103" y="77"/>
                      <a:pt x="106" y="70"/>
                      <a:pt x="106" y="69"/>
                    </a:cubicBezTo>
                    <a:cubicBezTo>
                      <a:pt x="107" y="65"/>
                      <a:pt x="105" y="61"/>
                      <a:pt x="102" y="60"/>
                    </a:cubicBezTo>
                    <a:close/>
                  </a:path>
                </a:pathLst>
              </a:custGeom>
              <a:solidFill>
                <a:srgbClr val="FCD1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8" name="Freeform 13"/>
              <p:cNvSpPr>
                <a:spLocks/>
              </p:cNvSpPr>
              <p:nvPr/>
            </p:nvSpPr>
            <p:spPr bwMode="auto">
              <a:xfrm>
                <a:off x="8933043" y="3286670"/>
                <a:ext cx="136500" cy="211441"/>
              </a:xfrm>
              <a:custGeom>
                <a:avLst/>
                <a:gdLst>
                  <a:gd name="T0" fmla="*/ 5 w 107"/>
                  <a:gd name="T1" fmla="*/ 60 h 169"/>
                  <a:gd name="T2" fmla="*/ 11 w 107"/>
                  <a:gd name="T3" fmla="*/ 60 h 169"/>
                  <a:gd name="T4" fmla="*/ 6 w 107"/>
                  <a:gd name="T5" fmla="*/ 47 h 169"/>
                  <a:gd name="T6" fmla="*/ 10 w 107"/>
                  <a:gd name="T7" fmla="*/ 37 h 169"/>
                  <a:gd name="T8" fmla="*/ 13 w 107"/>
                  <a:gd name="T9" fmla="*/ 37 h 169"/>
                  <a:gd name="T10" fmla="*/ 9 w 107"/>
                  <a:gd name="T11" fmla="*/ 26 h 169"/>
                  <a:gd name="T12" fmla="*/ 14 w 107"/>
                  <a:gd name="T13" fmla="*/ 14 h 169"/>
                  <a:gd name="T14" fmla="*/ 21 w 107"/>
                  <a:gd name="T15" fmla="*/ 15 h 169"/>
                  <a:gd name="T16" fmla="*/ 21 w 107"/>
                  <a:gd name="T17" fmla="*/ 13 h 169"/>
                  <a:gd name="T18" fmla="*/ 26 w 107"/>
                  <a:gd name="T19" fmla="*/ 1 h 169"/>
                  <a:gd name="T20" fmla="*/ 38 w 107"/>
                  <a:gd name="T21" fmla="*/ 7 h 169"/>
                  <a:gd name="T22" fmla="*/ 57 w 107"/>
                  <a:gd name="T23" fmla="*/ 56 h 169"/>
                  <a:gd name="T24" fmla="*/ 63 w 107"/>
                  <a:gd name="T25" fmla="*/ 49 h 169"/>
                  <a:gd name="T26" fmla="*/ 78 w 107"/>
                  <a:gd name="T27" fmla="*/ 55 h 169"/>
                  <a:gd name="T28" fmla="*/ 79 w 107"/>
                  <a:gd name="T29" fmla="*/ 58 h 169"/>
                  <a:gd name="T30" fmla="*/ 91 w 107"/>
                  <a:gd name="T31" fmla="*/ 89 h 169"/>
                  <a:gd name="T32" fmla="*/ 100 w 107"/>
                  <a:gd name="T33" fmla="*/ 112 h 169"/>
                  <a:gd name="T34" fmla="*/ 100 w 107"/>
                  <a:gd name="T35" fmla="*/ 112 h 169"/>
                  <a:gd name="T36" fmla="*/ 78 w 107"/>
                  <a:gd name="T37" fmla="*/ 161 h 169"/>
                  <a:gd name="T38" fmla="*/ 28 w 107"/>
                  <a:gd name="T39" fmla="*/ 139 h 169"/>
                  <a:gd name="T40" fmla="*/ 28 w 107"/>
                  <a:gd name="T41" fmla="*/ 139 h 169"/>
                  <a:gd name="T42" fmla="*/ 18 w 107"/>
                  <a:gd name="T43" fmla="*/ 114 h 169"/>
                  <a:gd name="T44" fmla="*/ 8 w 107"/>
                  <a:gd name="T45" fmla="*/ 86 h 169"/>
                  <a:gd name="T46" fmla="*/ 1 w 107"/>
                  <a:gd name="T47" fmla="*/ 69 h 169"/>
                  <a:gd name="T48" fmla="*/ 5 w 107"/>
                  <a:gd name="T49" fmla="*/ 6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7" h="169">
                    <a:moveTo>
                      <a:pt x="5" y="60"/>
                    </a:moveTo>
                    <a:cubicBezTo>
                      <a:pt x="7" y="59"/>
                      <a:pt x="9" y="59"/>
                      <a:pt x="11" y="60"/>
                    </a:cubicBezTo>
                    <a:cubicBezTo>
                      <a:pt x="8" y="53"/>
                      <a:pt x="6" y="47"/>
                      <a:pt x="6" y="47"/>
                    </a:cubicBezTo>
                    <a:cubicBezTo>
                      <a:pt x="5" y="43"/>
                      <a:pt x="6" y="39"/>
                      <a:pt x="10" y="37"/>
                    </a:cubicBezTo>
                    <a:cubicBezTo>
                      <a:pt x="11" y="37"/>
                      <a:pt x="12" y="37"/>
                      <a:pt x="13" y="37"/>
                    </a:cubicBezTo>
                    <a:cubicBezTo>
                      <a:pt x="11" y="31"/>
                      <a:pt x="9" y="27"/>
                      <a:pt x="9" y="26"/>
                    </a:cubicBezTo>
                    <a:cubicBezTo>
                      <a:pt x="7" y="21"/>
                      <a:pt x="9" y="16"/>
                      <a:pt x="14" y="14"/>
                    </a:cubicBezTo>
                    <a:cubicBezTo>
                      <a:pt x="17" y="13"/>
                      <a:pt x="19" y="13"/>
                      <a:pt x="21" y="15"/>
                    </a:cubicBezTo>
                    <a:cubicBezTo>
                      <a:pt x="21" y="14"/>
                      <a:pt x="21" y="13"/>
                      <a:pt x="21" y="13"/>
                    </a:cubicBezTo>
                    <a:cubicBezTo>
                      <a:pt x="19" y="8"/>
                      <a:pt x="21" y="3"/>
                      <a:pt x="26" y="1"/>
                    </a:cubicBezTo>
                    <a:cubicBezTo>
                      <a:pt x="31" y="0"/>
                      <a:pt x="36" y="2"/>
                      <a:pt x="38" y="7"/>
                    </a:cubicBezTo>
                    <a:cubicBezTo>
                      <a:pt x="39" y="9"/>
                      <a:pt x="51" y="41"/>
                      <a:pt x="57" y="56"/>
                    </a:cubicBezTo>
                    <a:cubicBezTo>
                      <a:pt x="58" y="53"/>
                      <a:pt x="60" y="50"/>
                      <a:pt x="63" y="49"/>
                    </a:cubicBezTo>
                    <a:cubicBezTo>
                      <a:pt x="69" y="46"/>
                      <a:pt x="76" y="49"/>
                      <a:pt x="78" y="55"/>
                    </a:cubicBezTo>
                    <a:cubicBezTo>
                      <a:pt x="78" y="56"/>
                      <a:pt x="79" y="57"/>
                      <a:pt x="79" y="58"/>
                    </a:cubicBezTo>
                    <a:cubicBezTo>
                      <a:pt x="82" y="67"/>
                      <a:pt x="90" y="86"/>
                      <a:pt x="91" y="89"/>
                    </a:cubicBezTo>
                    <a:cubicBezTo>
                      <a:pt x="100" y="112"/>
                      <a:pt x="100" y="112"/>
                      <a:pt x="100" y="112"/>
                    </a:cubicBezTo>
                    <a:cubicBezTo>
                      <a:pt x="100" y="112"/>
                      <a:pt x="100" y="112"/>
                      <a:pt x="100" y="112"/>
                    </a:cubicBezTo>
                    <a:cubicBezTo>
                      <a:pt x="107" y="132"/>
                      <a:pt x="97" y="154"/>
                      <a:pt x="78" y="161"/>
                    </a:cubicBezTo>
                    <a:cubicBezTo>
                      <a:pt x="58" y="169"/>
                      <a:pt x="36" y="159"/>
                      <a:pt x="28" y="139"/>
                    </a:cubicBezTo>
                    <a:cubicBezTo>
                      <a:pt x="28" y="139"/>
                      <a:pt x="28" y="139"/>
                      <a:pt x="28" y="139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18" y="113"/>
                      <a:pt x="12" y="98"/>
                      <a:pt x="8" y="86"/>
                    </a:cubicBezTo>
                    <a:cubicBezTo>
                      <a:pt x="4" y="77"/>
                      <a:pt x="1" y="70"/>
                      <a:pt x="1" y="69"/>
                    </a:cubicBezTo>
                    <a:cubicBezTo>
                      <a:pt x="0" y="65"/>
                      <a:pt x="1" y="61"/>
                      <a:pt x="5" y="60"/>
                    </a:cubicBezTo>
                    <a:close/>
                  </a:path>
                </a:pathLst>
              </a:custGeom>
              <a:solidFill>
                <a:srgbClr val="FCD1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9" name="Freeform 14"/>
              <p:cNvSpPr>
                <a:spLocks/>
              </p:cNvSpPr>
              <p:nvPr/>
            </p:nvSpPr>
            <p:spPr bwMode="auto">
              <a:xfrm>
                <a:off x="8973190" y="3436553"/>
                <a:ext cx="1862826" cy="958177"/>
              </a:xfrm>
              <a:custGeom>
                <a:avLst/>
                <a:gdLst>
                  <a:gd name="T0" fmla="*/ 1400 w 1478"/>
                  <a:gd name="T1" fmla="*/ 0 h 762"/>
                  <a:gd name="T2" fmla="*/ 1292 w 1478"/>
                  <a:gd name="T3" fmla="*/ 133 h 762"/>
                  <a:gd name="T4" fmla="*/ 1072 w 1478"/>
                  <a:gd name="T5" fmla="*/ 178 h 762"/>
                  <a:gd name="T6" fmla="*/ 898 w 1478"/>
                  <a:gd name="T7" fmla="*/ 72 h 762"/>
                  <a:gd name="T8" fmla="*/ 579 w 1478"/>
                  <a:gd name="T9" fmla="*/ 74 h 762"/>
                  <a:gd name="T10" fmla="*/ 406 w 1478"/>
                  <a:gd name="T11" fmla="*/ 178 h 762"/>
                  <a:gd name="T12" fmla="*/ 185 w 1478"/>
                  <a:gd name="T13" fmla="*/ 133 h 762"/>
                  <a:gd name="T14" fmla="*/ 78 w 1478"/>
                  <a:gd name="T15" fmla="*/ 0 h 762"/>
                  <a:gd name="T16" fmla="*/ 0 w 1478"/>
                  <a:gd name="T17" fmla="*/ 31 h 762"/>
                  <a:gd name="T18" fmla="*/ 139 w 1478"/>
                  <a:gd name="T19" fmla="*/ 203 h 762"/>
                  <a:gd name="T20" fmla="*/ 349 w 1478"/>
                  <a:gd name="T21" fmla="*/ 268 h 762"/>
                  <a:gd name="T22" fmla="*/ 422 w 1478"/>
                  <a:gd name="T23" fmla="*/ 261 h 762"/>
                  <a:gd name="T24" fmla="*/ 579 w 1478"/>
                  <a:gd name="T25" fmla="*/ 190 h 762"/>
                  <a:gd name="T26" fmla="*/ 579 w 1478"/>
                  <a:gd name="T27" fmla="*/ 762 h 762"/>
                  <a:gd name="T28" fmla="*/ 898 w 1478"/>
                  <a:gd name="T29" fmla="*/ 762 h 762"/>
                  <a:gd name="T30" fmla="*/ 898 w 1478"/>
                  <a:gd name="T31" fmla="*/ 189 h 762"/>
                  <a:gd name="T32" fmla="*/ 1128 w 1478"/>
                  <a:gd name="T33" fmla="*/ 267 h 762"/>
                  <a:gd name="T34" fmla="*/ 1339 w 1478"/>
                  <a:gd name="T35" fmla="*/ 203 h 762"/>
                  <a:gd name="T36" fmla="*/ 1478 w 1478"/>
                  <a:gd name="T37" fmla="*/ 31 h 762"/>
                  <a:gd name="T38" fmla="*/ 1400 w 1478"/>
                  <a:gd name="T39" fmla="*/ 0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78" h="762">
                    <a:moveTo>
                      <a:pt x="1400" y="0"/>
                    </a:moveTo>
                    <a:cubicBezTo>
                      <a:pt x="1378" y="54"/>
                      <a:pt x="1341" y="101"/>
                      <a:pt x="1292" y="133"/>
                    </a:cubicBezTo>
                    <a:cubicBezTo>
                      <a:pt x="1227" y="177"/>
                      <a:pt x="1149" y="193"/>
                      <a:pt x="1072" y="178"/>
                    </a:cubicBezTo>
                    <a:cubicBezTo>
                      <a:pt x="1002" y="165"/>
                      <a:pt x="941" y="127"/>
                      <a:pt x="898" y="72"/>
                    </a:cubicBezTo>
                    <a:cubicBezTo>
                      <a:pt x="579" y="74"/>
                      <a:pt x="579" y="74"/>
                      <a:pt x="579" y="74"/>
                    </a:cubicBezTo>
                    <a:cubicBezTo>
                      <a:pt x="535" y="128"/>
                      <a:pt x="475" y="165"/>
                      <a:pt x="406" y="178"/>
                    </a:cubicBezTo>
                    <a:cubicBezTo>
                      <a:pt x="329" y="193"/>
                      <a:pt x="250" y="177"/>
                      <a:pt x="185" y="133"/>
                    </a:cubicBezTo>
                    <a:cubicBezTo>
                      <a:pt x="137" y="101"/>
                      <a:pt x="99" y="54"/>
                      <a:pt x="78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8" y="101"/>
                      <a:pt x="76" y="161"/>
                      <a:pt x="139" y="203"/>
                    </a:cubicBezTo>
                    <a:cubicBezTo>
                      <a:pt x="202" y="246"/>
                      <a:pt x="274" y="268"/>
                      <a:pt x="349" y="268"/>
                    </a:cubicBezTo>
                    <a:cubicBezTo>
                      <a:pt x="373" y="268"/>
                      <a:pt x="397" y="265"/>
                      <a:pt x="422" y="261"/>
                    </a:cubicBezTo>
                    <a:cubicBezTo>
                      <a:pt x="480" y="249"/>
                      <a:pt x="533" y="225"/>
                      <a:pt x="579" y="190"/>
                    </a:cubicBezTo>
                    <a:cubicBezTo>
                      <a:pt x="579" y="762"/>
                      <a:pt x="579" y="762"/>
                      <a:pt x="579" y="762"/>
                    </a:cubicBezTo>
                    <a:cubicBezTo>
                      <a:pt x="898" y="762"/>
                      <a:pt x="898" y="762"/>
                      <a:pt x="898" y="762"/>
                    </a:cubicBezTo>
                    <a:cubicBezTo>
                      <a:pt x="898" y="189"/>
                      <a:pt x="898" y="189"/>
                      <a:pt x="898" y="189"/>
                    </a:cubicBezTo>
                    <a:cubicBezTo>
                      <a:pt x="964" y="241"/>
                      <a:pt x="1046" y="267"/>
                      <a:pt x="1128" y="267"/>
                    </a:cubicBezTo>
                    <a:cubicBezTo>
                      <a:pt x="1201" y="267"/>
                      <a:pt x="1274" y="247"/>
                      <a:pt x="1339" y="203"/>
                    </a:cubicBezTo>
                    <a:cubicBezTo>
                      <a:pt x="1402" y="161"/>
                      <a:pt x="1450" y="101"/>
                      <a:pt x="1478" y="31"/>
                    </a:cubicBezTo>
                    <a:lnTo>
                      <a:pt x="1400" y="0"/>
                    </a:lnTo>
                    <a:close/>
                  </a:path>
                </a:pathLst>
              </a:custGeom>
              <a:solidFill>
                <a:sysClr val="window" lastClr="FFFFFF">
                  <a:lumMod val="75000"/>
                </a:sys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0" name="Freeform 15"/>
              <p:cNvSpPr>
                <a:spLocks/>
              </p:cNvSpPr>
              <p:nvPr/>
            </p:nvSpPr>
            <p:spPr bwMode="auto">
              <a:xfrm>
                <a:off x="8973190" y="3436552"/>
                <a:ext cx="1862827" cy="337236"/>
              </a:xfrm>
              <a:custGeom>
                <a:avLst/>
                <a:gdLst>
                  <a:gd name="T0" fmla="*/ 1128 w 1478"/>
                  <a:gd name="T1" fmla="*/ 267 h 268"/>
                  <a:gd name="T2" fmla="*/ 1339 w 1478"/>
                  <a:gd name="T3" fmla="*/ 203 h 268"/>
                  <a:gd name="T4" fmla="*/ 1478 w 1478"/>
                  <a:gd name="T5" fmla="*/ 31 h 268"/>
                  <a:gd name="T6" fmla="*/ 1400 w 1478"/>
                  <a:gd name="T7" fmla="*/ 0 h 268"/>
                  <a:gd name="T8" fmla="*/ 1292 w 1478"/>
                  <a:gd name="T9" fmla="*/ 133 h 268"/>
                  <a:gd name="T10" fmla="*/ 1072 w 1478"/>
                  <a:gd name="T11" fmla="*/ 178 h 268"/>
                  <a:gd name="T12" fmla="*/ 898 w 1478"/>
                  <a:gd name="T13" fmla="*/ 72 h 268"/>
                  <a:gd name="T14" fmla="*/ 579 w 1478"/>
                  <a:gd name="T15" fmla="*/ 74 h 268"/>
                  <a:gd name="T16" fmla="*/ 406 w 1478"/>
                  <a:gd name="T17" fmla="*/ 178 h 268"/>
                  <a:gd name="T18" fmla="*/ 185 w 1478"/>
                  <a:gd name="T19" fmla="*/ 133 h 268"/>
                  <a:gd name="T20" fmla="*/ 78 w 1478"/>
                  <a:gd name="T21" fmla="*/ 0 h 268"/>
                  <a:gd name="T22" fmla="*/ 0 w 1478"/>
                  <a:gd name="T23" fmla="*/ 31 h 268"/>
                  <a:gd name="T24" fmla="*/ 139 w 1478"/>
                  <a:gd name="T25" fmla="*/ 203 h 268"/>
                  <a:gd name="T26" fmla="*/ 349 w 1478"/>
                  <a:gd name="T27" fmla="*/ 268 h 268"/>
                  <a:gd name="T28" fmla="*/ 422 w 1478"/>
                  <a:gd name="T29" fmla="*/ 261 h 268"/>
                  <a:gd name="T30" fmla="*/ 579 w 1478"/>
                  <a:gd name="T31" fmla="*/ 190 h 268"/>
                  <a:gd name="T32" fmla="*/ 579 w 1478"/>
                  <a:gd name="T33" fmla="*/ 199 h 268"/>
                  <a:gd name="T34" fmla="*/ 613 w 1478"/>
                  <a:gd name="T35" fmla="*/ 85 h 268"/>
                  <a:gd name="T36" fmla="*/ 643 w 1478"/>
                  <a:gd name="T37" fmla="*/ 85 h 268"/>
                  <a:gd name="T38" fmla="*/ 713 w 1478"/>
                  <a:gd name="T39" fmla="*/ 135 h 268"/>
                  <a:gd name="T40" fmla="*/ 778 w 1478"/>
                  <a:gd name="T41" fmla="*/ 85 h 268"/>
                  <a:gd name="T42" fmla="*/ 835 w 1478"/>
                  <a:gd name="T43" fmla="*/ 85 h 268"/>
                  <a:gd name="T44" fmla="*/ 913 w 1478"/>
                  <a:gd name="T45" fmla="*/ 200 h 268"/>
                  <a:gd name="T46" fmla="*/ 1128 w 1478"/>
                  <a:gd name="T47" fmla="*/ 267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478" h="268">
                    <a:moveTo>
                      <a:pt x="1128" y="267"/>
                    </a:moveTo>
                    <a:cubicBezTo>
                      <a:pt x="1201" y="267"/>
                      <a:pt x="1274" y="247"/>
                      <a:pt x="1339" y="203"/>
                    </a:cubicBezTo>
                    <a:cubicBezTo>
                      <a:pt x="1402" y="161"/>
                      <a:pt x="1450" y="101"/>
                      <a:pt x="1478" y="31"/>
                    </a:cubicBezTo>
                    <a:cubicBezTo>
                      <a:pt x="1400" y="0"/>
                      <a:pt x="1400" y="0"/>
                      <a:pt x="1400" y="0"/>
                    </a:cubicBezTo>
                    <a:cubicBezTo>
                      <a:pt x="1378" y="54"/>
                      <a:pt x="1341" y="101"/>
                      <a:pt x="1292" y="133"/>
                    </a:cubicBezTo>
                    <a:cubicBezTo>
                      <a:pt x="1227" y="177"/>
                      <a:pt x="1149" y="193"/>
                      <a:pt x="1072" y="178"/>
                    </a:cubicBezTo>
                    <a:cubicBezTo>
                      <a:pt x="1002" y="165"/>
                      <a:pt x="941" y="127"/>
                      <a:pt x="898" y="72"/>
                    </a:cubicBezTo>
                    <a:cubicBezTo>
                      <a:pt x="579" y="74"/>
                      <a:pt x="579" y="74"/>
                      <a:pt x="579" y="74"/>
                    </a:cubicBezTo>
                    <a:cubicBezTo>
                      <a:pt x="535" y="128"/>
                      <a:pt x="475" y="165"/>
                      <a:pt x="406" y="178"/>
                    </a:cubicBezTo>
                    <a:cubicBezTo>
                      <a:pt x="329" y="193"/>
                      <a:pt x="250" y="177"/>
                      <a:pt x="185" y="133"/>
                    </a:cubicBezTo>
                    <a:cubicBezTo>
                      <a:pt x="137" y="101"/>
                      <a:pt x="99" y="54"/>
                      <a:pt x="78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8" y="101"/>
                      <a:pt x="76" y="161"/>
                      <a:pt x="139" y="203"/>
                    </a:cubicBezTo>
                    <a:cubicBezTo>
                      <a:pt x="202" y="246"/>
                      <a:pt x="274" y="268"/>
                      <a:pt x="349" y="268"/>
                    </a:cubicBezTo>
                    <a:cubicBezTo>
                      <a:pt x="373" y="268"/>
                      <a:pt x="397" y="265"/>
                      <a:pt x="422" y="261"/>
                    </a:cubicBezTo>
                    <a:cubicBezTo>
                      <a:pt x="480" y="249"/>
                      <a:pt x="533" y="225"/>
                      <a:pt x="579" y="190"/>
                    </a:cubicBezTo>
                    <a:cubicBezTo>
                      <a:pt x="579" y="199"/>
                      <a:pt x="579" y="199"/>
                      <a:pt x="579" y="199"/>
                    </a:cubicBezTo>
                    <a:cubicBezTo>
                      <a:pt x="613" y="85"/>
                      <a:pt x="613" y="85"/>
                      <a:pt x="613" y="85"/>
                    </a:cubicBezTo>
                    <a:cubicBezTo>
                      <a:pt x="643" y="85"/>
                      <a:pt x="643" y="85"/>
                      <a:pt x="643" y="85"/>
                    </a:cubicBezTo>
                    <a:cubicBezTo>
                      <a:pt x="713" y="135"/>
                      <a:pt x="713" y="135"/>
                      <a:pt x="713" y="135"/>
                    </a:cubicBezTo>
                    <a:cubicBezTo>
                      <a:pt x="778" y="85"/>
                      <a:pt x="778" y="85"/>
                      <a:pt x="778" y="85"/>
                    </a:cubicBezTo>
                    <a:cubicBezTo>
                      <a:pt x="835" y="85"/>
                      <a:pt x="835" y="85"/>
                      <a:pt x="835" y="85"/>
                    </a:cubicBezTo>
                    <a:cubicBezTo>
                      <a:pt x="913" y="200"/>
                      <a:pt x="913" y="200"/>
                      <a:pt x="913" y="200"/>
                    </a:cubicBezTo>
                    <a:cubicBezTo>
                      <a:pt x="976" y="244"/>
                      <a:pt x="1052" y="267"/>
                      <a:pt x="1128" y="267"/>
                    </a:cubicBezTo>
                    <a:close/>
                  </a:path>
                </a:pathLst>
              </a:custGeom>
              <a:solidFill>
                <a:srgbClr val="0072C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1" name="Freeform 35"/>
              <p:cNvSpPr>
                <a:spLocks/>
              </p:cNvSpPr>
              <p:nvPr/>
            </p:nvSpPr>
            <p:spPr bwMode="auto">
              <a:xfrm>
                <a:off x="9481720" y="3080582"/>
                <a:ext cx="291736" cy="291736"/>
              </a:xfrm>
              <a:custGeom>
                <a:avLst/>
                <a:gdLst>
                  <a:gd name="T0" fmla="*/ 92 w 232"/>
                  <a:gd name="T1" fmla="*/ 232 h 232"/>
                  <a:gd name="T2" fmla="*/ 139 w 232"/>
                  <a:gd name="T3" fmla="*/ 0 h 232"/>
                  <a:gd name="T4" fmla="*/ 92 w 232"/>
                  <a:gd name="T5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2" h="232">
                    <a:moveTo>
                      <a:pt x="92" y="232"/>
                    </a:moveTo>
                    <a:cubicBezTo>
                      <a:pt x="92" y="232"/>
                      <a:pt x="0" y="92"/>
                      <a:pt x="139" y="0"/>
                    </a:cubicBezTo>
                    <a:cubicBezTo>
                      <a:pt x="139" y="0"/>
                      <a:pt x="232" y="139"/>
                      <a:pt x="92" y="232"/>
                    </a:cubicBezTo>
                    <a:close/>
                  </a:path>
                </a:pathLst>
              </a:custGeom>
              <a:solidFill>
                <a:srgbClr val="E811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2" name="Freeform 36"/>
              <p:cNvSpPr>
                <a:spLocks/>
              </p:cNvSpPr>
              <p:nvPr/>
            </p:nvSpPr>
            <p:spPr bwMode="auto">
              <a:xfrm>
                <a:off x="9444250" y="3152847"/>
                <a:ext cx="278353" cy="278353"/>
              </a:xfrm>
              <a:custGeom>
                <a:avLst/>
                <a:gdLst>
                  <a:gd name="T0" fmla="*/ 153 w 220"/>
                  <a:gd name="T1" fmla="*/ 221 h 221"/>
                  <a:gd name="T2" fmla="*/ 67 w 220"/>
                  <a:gd name="T3" fmla="*/ 0 h 221"/>
                  <a:gd name="T4" fmla="*/ 153 w 220"/>
                  <a:gd name="T5" fmla="*/ 221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0" h="221">
                    <a:moveTo>
                      <a:pt x="153" y="221"/>
                    </a:moveTo>
                    <a:cubicBezTo>
                      <a:pt x="153" y="221"/>
                      <a:pt x="0" y="153"/>
                      <a:pt x="67" y="0"/>
                    </a:cubicBezTo>
                    <a:cubicBezTo>
                      <a:pt x="67" y="0"/>
                      <a:pt x="220" y="68"/>
                      <a:pt x="153" y="221"/>
                    </a:cubicBezTo>
                    <a:close/>
                  </a:path>
                </a:pathLst>
              </a:custGeom>
              <a:solidFill>
                <a:srgbClr val="E811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3" name="Freeform 37"/>
              <p:cNvSpPr>
                <a:spLocks/>
              </p:cNvSpPr>
              <p:nvPr/>
            </p:nvSpPr>
            <p:spPr bwMode="auto">
              <a:xfrm>
                <a:off x="9529897" y="3292023"/>
                <a:ext cx="270324" cy="283706"/>
              </a:xfrm>
              <a:custGeom>
                <a:avLst/>
                <a:gdLst>
                  <a:gd name="T0" fmla="*/ 216 w 216"/>
                  <a:gd name="T1" fmla="*/ 156 h 224"/>
                  <a:gd name="T2" fmla="*/ 0 w 216"/>
                  <a:gd name="T3" fmla="*/ 61 h 224"/>
                  <a:gd name="T4" fmla="*/ 216 w 216"/>
                  <a:gd name="T5" fmla="*/ 156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" h="224">
                    <a:moveTo>
                      <a:pt x="216" y="156"/>
                    </a:moveTo>
                    <a:cubicBezTo>
                      <a:pt x="206" y="160"/>
                      <a:pt x="63" y="224"/>
                      <a:pt x="0" y="61"/>
                    </a:cubicBezTo>
                    <a:cubicBezTo>
                      <a:pt x="0" y="61"/>
                      <a:pt x="156" y="0"/>
                      <a:pt x="216" y="156"/>
                    </a:cubicBezTo>
                    <a:close/>
                  </a:path>
                </a:pathLst>
              </a:custGeom>
              <a:solidFill>
                <a:srgbClr val="E811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4" name="Freeform 38"/>
              <p:cNvSpPr>
                <a:spLocks/>
              </p:cNvSpPr>
              <p:nvPr/>
            </p:nvSpPr>
            <p:spPr bwMode="auto">
              <a:xfrm>
                <a:off x="9596809" y="3281317"/>
                <a:ext cx="222147" cy="187353"/>
              </a:xfrm>
              <a:custGeom>
                <a:avLst/>
                <a:gdLst>
                  <a:gd name="T0" fmla="*/ 83 w 83"/>
                  <a:gd name="T1" fmla="*/ 31 h 70"/>
                  <a:gd name="T2" fmla="*/ 65 w 83"/>
                  <a:gd name="T3" fmla="*/ 70 h 70"/>
                  <a:gd name="T4" fmla="*/ 0 w 83"/>
                  <a:gd name="T5" fmla="*/ 39 h 70"/>
                  <a:gd name="T6" fmla="*/ 18 w 83"/>
                  <a:gd name="T7" fmla="*/ 0 h 70"/>
                  <a:gd name="T8" fmla="*/ 83 w 83"/>
                  <a:gd name="T9" fmla="*/ 3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70">
                    <a:moveTo>
                      <a:pt x="83" y="31"/>
                    </a:moveTo>
                    <a:lnTo>
                      <a:pt x="65" y="70"/>
                    </a:lnTo>
                    <a:lnTo>
                      <a:pt x="0" y="39"/>
                    </a:lnTo>
                    <a:lnTo>
                      <a:pt x="18" y="0"/>
                    </a:lnTo>
                    <a:lnTo>
                      <a:pt x="83" y="31"/>
                    </a:lnTo>
                    <a:close/>
                  </a:path>
                </a:pathLst>
              </a:custGeom>
              <a:solidFill>
                <a:srgbClr val="E811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5" name="Freeform 39"/>
              <p:cNvSpPr>
                <a:spLocks/>
              </p:cNvSpPr>
              <p:nvPr/>
            </p:nvSpPr>
            <p:spPr bwMode="auto">
              <a:xfrm>
                <a:off x="9626250" y="3171582"/>
                <a:ext cx="372030" cy="414853"/>
              </a:xfrm>
              <a:custGeom>
                <a:avLst/>
                <a:gdLst>
                  <a:gd name="T0" fmla="*/ 17 w 296"/>
                  <a:gd name="T1" fmla="*/ 0 h 330"/>
                  <a:gd name="T2" fmla="*/ 15 w 296"/>
                  <a:gd name="T3" fmla="*/ 73 h 330"/>
                  <a:gd name="T4" fmla="*/ 0 w 296"/>
                  <a:gd name="T5" fmla="*/ 90 h 330"/>
                  <a:gd name="T6" fmla="*/ 84 w 296"/>
                  <a:gd name="T7" fmla="*/ 125 h 330"/>
                  <a:gd name="T8" fmla="*/ 90 w 296"/>
                  <a:gd name="T9" fmla="*/ 129 h 330"/>
                  <a:gd name="T10" fmla="*/ 109 w 296"/>
                  <a:gd name="T11" fmla="*/ 146 h 330"/>
                  <a:gd name="T12" fmla="*/ 101 w 296"/>
                  <a:gd name="T13" fmla="*/ 163 h 330"/>
                  <a:gd name="T14" fmla="*/ 88 w 296"/>
                  <a:gd name="T15" fmla="*/ 155 h 330"/>
                  <a:gd name="T16" fmla="*/ 61 w 296"/>
                  <a:gd name="T17" fmla="*/ 161 h 330"/>
                  <a:gd name="T18" fmla="*/ 67 w 296"/>
                  <a:gd name="T19" fmla="*/ 189 h 330"/>
                  <a:gd name="T20" fmla="*/ 89 w 296"/>
                  <a:gd name="T21" fmla="*/ 203 h 330"/>
                  <a:gd name="T22" fmla="*/ 122 w 296"/>
                  <a:gd name="T23" fmla="*/ 223 h 330"/>
                  <a:gd name="T24" fmla="*/ 132 w 296"/>
                  <a:gd name="T25" fmla="*/ 291 h 330"/>
                  <a:gd name="T26" fmla="*/ 201 w 296"/>
                  <a:gd name="T27" fmla="*/ 330 h 330"/>
                  <a:gd name="T28" fmla="*/ 248 w 296"/>
                  <a:gd name="T29" fmla="*/ 205 h 330"/>
                  <a:gd name="T30" fmla="*/ 282 w 296"/>
                  <a:gd name="T31" fmla="*/ 176 h 330"/>
                  <a:gd name="T32" fmla="*/ 296 w 296"/>
                  <a:gd name="T33" fmla="*/ 153 h 330"/>
                  <a:gd name="T34" fmla="*/ 208 w 296"/>
                  <a:gd name="T35" fmla="*/ 89 h 330"/>
                  <a:gd name="T36" fmla="*/ 223 w 296"/>
                  <a:gd name="T37" fmla="*/ 64 h 330"/>
                  <a:gd name="T38" fmla="*/ 17 w 296"/>
                  <a:gd name="T39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96" h="330">
                    <a:moveTo>
                      <a:pt x="17" y="0"/>
                    </a:moveTo>
                    <a:cubicBezTo>
                      <a:pt x="30" y="20"/>
                      <a:pt x="30" y="48"/>
                      <a:pt x="15" y="73"/>
                    </a:cubicBezTo>
                    <a:cubicBezTo>
                      <a:pt x="10" y="79"/>
                      <a:pt x="6" y="85"/>
                      <a:pt x="0" y="90"/>
                    </a:cubicBezTo>
                    <a:cubicBezTo>
                      <a:pt x="27" y="95"/>
                      <a:pt x="56" y="107"/>
                      <a:pt x="84" y="125"/>
                    </a:cubicBezTo>
                    <a:cubicBezTo>
                      <a:pt x="86" y="126"/>
                      <a:pt x="88" y="127"/>
                      <a:pt x="90" y="129"/>
                    </a:cubicBezTo>
                    <a:cubicBezTo>
                      <a:pt x="101" y="139"/>
                      <a:pt x="109" y="146"/>
                      <a:pt x="109" y="146"/>
                    </a:cubicBezTo>
                    <a:cubicBezTo>
                      <a:pt x="106" y="152"/>
                      <a:pt x="104" y="158"/>
                      <a:pt x="101" y="163"/>
                    </a:cubicBezTo>
                    <a:cubicBezTo>
                      <a:pt x="96" y="160"/>
                      <a:pt x="91" y="156"/>
                      <a:pt x="88" y="155"/>
                    </a:cubicBezTo>
                    <a:cubicBezTo>
                      <a:pt x="79" y="149"/>
                      <a:pt x="67" y="152"/>
                      <a:pt x="61" y="161"/>
                    </a:cubicBezTo>
                    <a:cubicBezTo>
                      <a:pt x="55" y="171"/>
                      <a:pt x="58" y="183"/>
                      <a:pt x="67" y="189"/>
                    </a:cubicBezTo>
                    <a:cubicBezTo>
                      <a:pt x="71" y="191"/>
                      <a:pt x="85" y="200"/>
                      <a:pt x="89" y="203"/>
                    </a:cubicBezTo>
                    <a:cubicBezTo>
                      <a:pt x="90" y="203"/>
                      <a:pt x="122" y="223"/>
                      <a:pt x="122" y="223"/>
                    </a:cubicBezTo>
                    <a:cubicBezTo>
                      <a:pt x="122" y="239"/>
                      <a:pt x="132" y="291"/>
                      <a:pt x="132" y="291"/>
                    </a:cubicBezTo>
                    <a:cubicBezTo>
                      <a:pt x="201" y="330"/>
                      <a:pt x="201" y="330"/>
                      <a:pt x="201" y="330"/>
                    </a:cubicBezTo>
                    <a:cubicBezTo>
                      <a:pt x="248" y="205"/>
                      <a:pt x="248" y="205"/>
                      <a:pt x="248" y="205"/>
                    </a:cubicBezTo>
                    <a:cubicBezTo>
                      <a:pt x="260" y="195"/>
                      <a:pt x="273" y="191"/>
                      <a:pt x="282" y="176"/>
                    </a:cubicBezTo>
                    <a:cubicBezTo>
                      <a:pt x="287" y="168"/>
                      <a:pt x="293" y="162"/>
                      <a:pt x="296" y="153"/>
                    </a:cubicBezTo>
                    <a:cubicBezTo>
                      <a:pt x="208" y="89"/>
                      <a:pt x="208" y="89"/>
                      <a:pt x="208" y="89"/>
                    </a:cubicBezTo>
                    <a:cubicBezTo>
                      <a:pt x="223" y="64"/>
                      <a:pt x="223" y="64"/>
                      <a:pt x="223" y="64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CD1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6" name="Freeform 40"/>
              <p:cNvSpPr>
                <a:spLocks/>
              </p:cNvSpPr>
              <p:nvPr/>
            </p:nvSpPr>
            <p:spPr bwMode="auto">
              <a:xfrm>
                <a:off x="9778809" y="3259906"/>
                <a:ext cx="18735" cy="18735"/>
              </a:xfrm>
              <a:custGeom>
                <a:avLst/>
                <a:gdLst>
                  <a:gd name="T0" fmla="*/ 11 w 15"/>
                  <a:gd name="T1" fmla="*/ 2 h 16"/>
                  <a:gd name="T2" fmla="*/ 13 w 15"/>
                  <a:gd name="T3" fmla="*/ 12 h 16"/>
                  <a:gd name="T4" fmla="*/ 4 w 15"/>
                  <a:gd name="T5" fmla="*/ 14 h 16"/>
                  <a:gd name="T6" fmla="*/ 2 w 15"/>
                  <a:gd name="T7" fmla="*/ 5 h 16"/>
                  <a:gd name="T8" fmla="*/ 11 w 15"/>
                  <a:gd name="T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" h="16">
                    <a:moveTo>
                      <a:pt x="11" y="2"/>
                    </a:moveTo>
                    <a:cubicBezTo>
                      <a:pt x="14" y="4"/>
                      <a:pt x="15" y="9"/>
                      <a:pt x="13" y="12"/>
                    </a:cubicBezTo>
                    <a:cubicBezTo>
                      <a:pt x="11" y="15"/>
                      <a:pt x="7" y="16"/>
                      <a:pt x="4" y="14"/>
                    </a:cubicBezTo>
                    <a:cubicBezTo>
                      <a:pt x="1" y="12"/>
                      <a:pt x="0" y="8"/>
                      <a:pt x="2" y="5"/>
                    </a:cubicBezTo>
                    <a:cubicBezTo>
                      <a:pt x="4" y="1"/>
                      <a:pt x="8" y="0"/>
                      <a:pt x="11" y="2"/>
                    </a:cubicBezTo>
                    <a:close/>
                  </a:path>
                </a:pathLst>
              </a:custGeom>
              <a:solidFill>
                <a:srgbClr val="002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7" name="Freeform 41"/>
              <p:cNvSpPr>
                <a:spLocks/>
              </p:cNvSpPr>
              <p:nvPr/>
            </p:nvSpPr>
            <p:spPr bwMode="auto">
              <a:xfrm>
                <a:off x="9816280" y="3356259"/>
                <a:ext cx="179324" cy="230177"/>
              </a:xfrm>
              <a:custGeom>
                <a:avLst/>
                <a:gdLst>
                  <a:gd name="T0" fmla="*/ 130 w 142"/>
                  <a:gd name="T1" fmla="*/ 0 h 184"/>
                  <a:gd name="T2" fmla="*/ 46 w 142"/>
                  <a:gd name="T3" fmla="*/ 69 h 184"/>
                  <a:gd name="T4" fmla="*/ 0 w 142"/>
                  <a:gd name="T5" fmla="*/ 59 h 184"/>
                  <a:gd name="T6" fmla="*/ 26 w 142"/>
                  <a:gd name="T7" fmla="*/ 171 h 184"/>
                  <a:gd name="T8" fmla="*/ 50 w 142"/>
                  <a:gd name="T9" fmla="*/ 184 h 184"/>
                  <a:gd name="T10" fmla="*/ 103 w 142"/>
                  <a:gd name="T11" fmla="*/ 137 h 184"/>
                  <a:gd name="T12" fmla="*/ 99 w 142"/>
                  <a:gd name="T13" fmla="*/ 75 h 184"/>
                  <a:gd name="T14" fmla="*/ 128 w 142"/>
                  <a:gd name="T15" fmla="*/ 38 h 184"/>
                  <a:gd name="T16" fmla="*/ 129 w 142"/>
                  <a:gd name="T17" fmla="*/ 33 h 184"/>
                  <a:gd name="T18" fmla="*/ 132 w 142"/>
                  <a:gd name="T19" fmla="*/ 31 h 184"/>
                  <a:gd name="T20" fmla="*/ 142 w 142"/>
                  <a:gd name="T21" fmla="*/ 7 h 184"/>
                  <a:gd name="T22" fmla="*/ 130 w 142"/>
                  <a:gd name="T23" fmla="*/ 0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2" h="184">
                    <a:moveTo>
                      <a:pt x="130" y="0"/>
                    </a:moveTo>
                    <a:cubicBezTo>
                      <a:pt x="46" y="69"/>
                      <a:pt x="46" y="69"/>
                      <a:pt x="46" y="6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6" y="171"/>
                      <a:pt x="26" y="171"/>
                      <a:pt x="26" y="171"/>
                    </a:cubicBezTo>
                    <a:cubicBezTo>
                      <a:pt x="50" y="184"/>
                      <a:pt x="50" y="184"/>
                      <a:pt x="50" y="184"/>
                    </a:cubicBezTo>
                    <a:cubicBezTo>
                      <a:pt x="103" y="137"/>
                      <a:pt x="103" y="137"/>
                      <a:pt x="103" y="137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10" y="64"/>
                      <a:pt x="120" y="52"/>
                      <a:pt x="128" y="38"/>
                    </a:cubicBezTo>
                    <a:cubicBezTo>
                      <a:pt x="128" y="36"/>
                      <a:pt x="128" y="35"/>
                      <a:pt x="129" y="33"/>
                    </a:cubicBezTo>
                    <a:cubicBezTo>
                      <a:pt x="130" y="32"/>
                      <a:pt x="131" y="32"/>
                      <a:pt x="132" y="31"/>
                    </a:cubicBezTo>
                    <a:cubicBezTo>
                      <a:pt x="136" y="23"/>
                      <a:pt x="139" y="15"/>
                      <a:pt x="142" y="7"/>
                    </a:cubicBez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FFB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56444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83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378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8570" y="1344828"/>
            <a:ext cx="11474238" cy="1724446"/>
          </a:xfrm>
        </p:spPr>
        <p:txBody>
          <a:bodyPr>
            <a:spAutoFit/>
          </a:bodyPr>
          <a:lstStyle>
            <a:lvl1pPr marL="0" indent="0">
              <a:spcBef>
                <a:spcPts val="588"/>
              </a:spcBef>
              <a:buNone/>
              <a:defRPr sz="2745" spc="-29" baseline="0">
                <a:solidFill>
                  <a:srgbClr val="0072C6"/>
                </a:solidFill>
                <a:latin typeface="+mj-lt"/>
              </a:defRPr>
            </a:lvl1pPr>
            <a:lvl2pPr marL="224097" indent="-224097">
              <a:spcBef>
                <a:spcPts val="588"/>
              </a:spcBef>
              <a:buFont typeface="Arial" charset="0"/>
              <a:buChar char="•"/>
              <a:defRPr sz="1961"/>
            </a:lvl2pPr>
            <a:lvl3pPr marL="448193" indent="-224097">
              <a:spcBef>
                <a:spcPts val="588"/>
              </a:spcBef>
              <a:buFont typeface="Arial" charset="0"/>
              <a:buChar char="•"/>
              <a:defRPr/>
            </a:lvl3pPr>
            <a:lvl4pPr marL="672290" indent="-224097">
              <a:spcBef>
                <a:spcPts val="588"/>
              </a:spcBef>
              <a:buFont typeface="Arial" charset="0"/>
              <a:buChar char="•"/>
              <a:defRPr/>
            </a:lvl4pPr>
            <a:lvl5pPr marL="896386" indent="-224097">
              <a:spcBef>
                <a:spcPts val="588"/>
              </a:spcBef>
              <a:buFont typeface="Arial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641226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9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079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316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91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049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3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314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737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630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198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7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83EF5-9E00-425C-9174-5AC183FFBA6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A10D4-68F4-460E-B479-74B14E4CE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  <p:sldLayoutId id="2147483765" r:id="rId39"/>
    <p:sldLayoutId id="2147483766" r:id="rId40"/>
    <p:sldLayoutId id="2147483767" r:id="rId41"/>
    <p:sldLayoutId id="2147483768" r:id="rId42"/>
    <p:sldLayoutId id="2147483769" r:id="rId43"/>
    <p:sldLayoutId id="2147483770" r:id="rId44"/>
    <p:sldLayoutId id="2147483771" r:id="rId45"/>
    <p:sldLayoutId id="2147483772" r:id="rId46"/>
    <p:sldLayoutId id="2147483773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93" r:id="rId53"/>
    <p:sldLayoutId id="2147483794" r:id="rId54"/>
  </p:sldLayoutIdLst>
  <p:transition>
    <p:fade/>
  </p:transition>
  <p:txStyles>
    <p:titleStyle>
      <a:lvl1pPr algn="l" defTabSz="342900" rtl="0" eaLnBrk="1" latinLnBrk="0" hangingPunct="1">
        <a:spcBef>
          <a:spcPct val="0"/>
        </a:spcBef>
        <a:buNone/>
        <a:defRPr sz="2100" kern="1200" cap="none" baseline="0">
          <a:solidFill>
            <a:schemeClr val="tx1"/>
          </a:solidFill>
          <a:latin typeface="Segoe Light"/>
          <a:ea typeface="Segoe UI" pitchFamily="34" charset="0"/>
          <a:cs typeface="Segoe Light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•"/>
        <a:defRPr lang="en-US" sz="21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557213" indent="-214313" algn="l" defTabSz="342900" rtl="0" eaLnBrk="1" latinLnBrk="0" hangingPunct="1">
        <a:spcBef>
          <a:spcPts val="300"/>
        </a:spcBef>
        <a:buClr>
          <a:srgbClr val="0072C6"/>
        </a:buClr>
        <a:buSzPct val="70000"/>
        <a:buFont typeface="Courier New" pitchFamily="49" charset="0"/>
        <a:buChar char="o"/>
        <a:defRPr lang="en-US" sz="18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0072C6"/>
        </a:buClr>
        <a:buFont typeface="Wingdings" pitchFamily="2" charset="2"/>
        <a:buChar char="§"/>
        <a:defRPr lang="en-US" sz="15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–"/>
        <a:defRPr lang="en-US" sz="12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»"/>
        <a:defRPr lang="en-US" sz="1200" b="0" i="0" kern="1200" dirty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2091D-5602-4A78-827E-89656559BF2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F6DB1-34D0-4561-ABE6-83DC72F5A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1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 Localization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Medhat Elmasry</a:t>
            </a:r>
          </a:p>
        </p:txBody>
      </p:sp>
    </p:spTree>
    <p:extLst>
      <p:ext uri="{BB962C8B-B14F-4D97-AF65-F5344CB8AC3E}">
        <p14:creationId xmlns:p14="http://schemas.microsoft.com/office/powerpoint/2010/main" val="71542071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Globalization &amp; Localization.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Globalization</a:t>
            </a:r>
            <a:r>
              <a:rPr lang="en-US" dirty="0"/>
              <a:t> is the process of designing apps that support different cultures. </a:t>
            </a:r>
          </a:p>
          <a:p>
            <a:r>
              <a:rPr lang="en-US" i="1" dirty="0"/>
              <a:t>Localization</a:t>
            </a:r>
            <a:r>
              <a:rPr lang="en-US" dirty="0"/>
              <a:t> is the process of adapting a globalized app, which you have already processed for localizability, to a particular culture/locale. </a:t>
            </a:r>
          </a:p>
        </p:txBody>
      </p:sp>
    </p:spTree>
    <p:extLst>
      <p:ext uri="{BB962C8B-B14F-4D97-AF65-F5344CB8AC3E}">
        <p14:creationId xmlns:p14="http://schemas.microsoft.com/office/powerpoint/2010/main" val="274846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define a number of </a:t>
            </a:r>
            <a:r>
              <a:rPr lang="en-US" i="1" dirty="0"/>
              <a:t>.</a:t>
            </a:r>
            <a:r>
              <a:rPr lang="en-US" i="1" dirty="0" err="1"/>
              <a:t>resx</a:t>
            </a:r>
            <a:r>
              <a:rPr lang="en-US" i="1" dirty="0"/>
              <a:t> </a:t>
            </a:r>
            <a:r>
              <a:rPr lang="en-US" dirty="0"/>
              <a:t>resource files in your application, one for each culture you support</a:t>
            </a:r>
          </a:p>
          <a:p>
            <a:r>
              <a:rPr lang="en-US" dirty="0"/>
              <a:t>then reference resources via a </a:t>
            </a:r>
            <a:r>
              <a:rPr lang="en-US" i="1" dirty="0"/>
              <a:t>key</a:t>
            </a:r>
            <a:r>
              <a:rPr lang="en-US" dirty="0"/>
              <a:t>, and depending on the current culture, the appropriate value is selected from the closest matching resource file</a:t>
            </a:r>
          </a:p>
        </p:txBody>
      </p:sp>
    </p:spTree>
    <p:extLst>
      <p:ext uri="{BB962C8B-B14F-4D97-AF65-F5344CB8AC3E}">
        <p14:creationId xmlns:p14="http://schemas.microsoft.com/office/powerpoint/2010/main" val="291133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Resources are accessed through two abstractions, </a:t>
            </a:r>
            <a:r>
              <a:rPr lang="en-US" i="1" dirty="0" err="1"/>
              <a:t>IStringLocalizer</a:t>
            </a:r>
            <a:r>
              <a:rPr lang="en-US" dirty="0"/>
              <a:t> and </a:t>
            </a:r>
            <a:r>
              <a:rPr lang="en-US" i="1" dirty="0" err="1"/>
              <a:t>IStringLocalizer</a:t>
            </a:r>
            <a:r>
              <a:rPr lang="en-US" i="1" dirty="0"/>
              <a:t>&lt;T&gt;</a:t>
            </a:r>
          </a:p>
          <a:p>
            <a:r>
              <a:rPr lang="en-US" dirty="0"/>
              <a:t>These interfaces are typically injected where needed via dependency injection</a:t>
            </a:r>
          </a:p>
          <a:p>
            <a:r>
              <a:rPr lang="en-US" dirty="0"/>
              <a:t>These interfaces have an indexer, that allows you to access resources by a string key</a:t>
            </a:r>
          </a:p>
          <a:p>
            <a:r>
              <a:rPr lang="en-US" dirty="0"/>
              <a:t>If no resource exists for the key, then the key itself is used as the resource</a:t>
            </a:r>
          </a:p>
          <a:p>
            <a:pPr lvl="1"/>
            <a:r>
              <a:rPr lang="en-US" dirty="0"/>
              <a:t>design your app from the beginning to use localization, without having to do up front work to support it by creating the default/fallback .</a:t>
            </a:r>
            <a:r>
              <a:rPr lang="en-US" dirty="0" err="1"/>
              <a:t>resx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95857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5131196"/>
            <a:ext cx="10972800" cy="9949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i="1" dirty="0" err="1"/>
              <a:t>GetLocalizedString</a:t>
            </a:r>
            <a:r>
              <a:rPr lang="en-US" i="1" dirty="0"/>
              <a:t>() </a:t>
            </a:r>
            <a:r>
              <a:rPr lang="en-US" dirty="0"/>
              <a:t>will cause the </a:t>
            </a:r>
            <a:r>
              <a:rPr lang="en-US" i="1" dirty="0" err="1"/>
              <a:t>IStringLocalizer</a:t>
            </a:r>
            <a:r>
              <a:rPr lang="en-US" i="1" dirty="0"/>
              <a:t>&lt;T&gt;</a:t>
            </a:r>
            <a:r>
              <a:rPr lang="en-US" dirty="0"/>
              <a:t> to check the current culture, and see if we have an appropriate resource file for </a:t>
            </a:r>
            <a:r>
              <a:rPr lang="en-US" i="1" dirty="0" err="1"/>
              <a:t>ExampleClass</a:t>
            </a:r>
            <a:r>
              <a:rPr lang="en-US" dirty="0"/>
              <a:t> containing a resource with the name/key </a:t>
            </a:r>
            <a:r>
              <a:rPr lang="en-US" i="1" dirty="0"/>
              <a:t>"My localized string"</a:t>
            </a:r>
            <a:r>
              <a:rPr lang="en-US" dirty="0"/>
              <a:t>. If it finds one, it returns the localized version, otherwise, it returns </a:t>
            </a:r>
            <a:r>
              <a:rPr lang="en-US" i="1" dirty="0"/>
              <a:t>"My Localized string“.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20621"/>
            <a:ext cx="11074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latin typeface="Lucida Console" panose="020B0609040504020204" pitchFamily="49" charset="0"/>
              </a:rPr>
              <a:t>using </a:t>
            </a:r>
            <a:r>
              <a:rPr lang="en-US" b="0" dirty="0" err="1">
                <a:latin typeface="Lucida Console" panose="020B0609040504020204" pitchFamily="49" charset="0"/>
              </a:rPr>
              <a:t>Microsoft.AspNet.Mvc</a:t>
            </a:r>
            <a:r>
              <a:rPr lang="en-US" b="0" dirty="0">
                <a:latin typeface="Lucida Console" panose="020B0609040504020204" pitchFamily="49" charset="0"/>
              </a:rPr>
              <a:t>;  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using </a:t>
            </a:r>
            <a:r>
              <a:rPr lang="en-US" b="0" dirty="0" err="1">
                <a:latin typeface="Lucida Console" panose="020B0609040504020204" pitchFamily="49" charset="0"/>
              </a:rPr>
              <a:t>Microsoft.Extensions.Localization</a:t>
            </a:r>
            <a:r>
              <a:rPr lang="en-US" b="0" dirty="0">
                <a:latin typeface="Lucida Console" panose="020B0609040504020204" pitchFamily="49" charset="0"/>
              </a:rPr>
              <a:t>;</a:t>
            </a:r>
          </a:p>
          <a:p>
            <a:pPr algn="l"/>
            <a:endParaRPr lang="en-US" b="0" dirty="0">
              <a:latin typeface="Lucida Console" panose="020B0609040504020204" pitchFamily="49" charset="0"/>
            </a:endParaRP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public class </a:t>
            </a:r>
            <a:r>
              <a:rPr lang="en-US" b="0" dirty="0" err="1">
                <a:latin typeface="Lucida Console" panose="020B0609040504020204" pitchFamily="49" charset="0"/>
              </a:rPr>
              <a:t>ExampleClass</a:t>
            </a:r>
            <a:r>
              <a:rPr lang="en-US" b="0" dirty="0">
                <a:latin typeface="Lucida Console" panose="020B0609040504020204" pitchFamily="49" charset="0"/>
              </a:rPr>
              <a:t> {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private </a:t>
            </a:r>
            <a:r>
              <a:rPr lang="en-US" b="0" dirty="0" err="1">
                <a:latin typeface="Lucida Console" panose="020B0609040504020204" pitchFamily="49" charset="0"/>
              </a:rPr>
              <a:t>readonly</a:t>
            </a:r>
            <a:r>
              <a:rPr lang="en-US" b="0" dirty="0">
                <a:latin typeface="Lucida Console" panose="020B0609040504020204" pitchFamily="49" charset="0"/>
              </a:rPr>
              <a:t> </a:t>
            </a:r>
            <a:r>
              <a:rPr lang="en-US" b="0" dirty="0" err="1">
                <a:latin typeface="Lucida Console" panose="020B0609040504020204" pitchFamily="49" charset="0"/>
              </a:rPr>
              <a:t>IStringLocalizer</a:t>
            </a:r>
            <a:r>
              <a:rPr lang="en-US" b="0" dirty="0">
                <a:latin typeface="Lucida Console" panose="020B0609040504020204" pitchFamily="49" charset="0"/>
              </a:rPr>
              <a:t>&lt;</a:t>
            </a:r>
            <a:r>
              <a:rPr lang="en-US" b="0" dirty="0" err="1">
                <a:latin typeface="Lucida Console" panose="020B0609040504020204" pitchFamily="49" charset="0"/>
              </a:rPr>
              <a:t>ExampleClass</a:t>
            </a:r>
            <a:r>
              <a:rPr lang="en-US" b="0" dirty="0">
                <a:latin typeface="Lucida Console" panose="020B0609040504020204" pitchFamily="49" charset="0"/>
              </a:rPr>
              <a:t>&gt; _localizer;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public </a:t>
            </a:r>
            <a:r>
              <a:rPr lang="en-US" b="0" dirty="0" err="1">
                <a:latin typeface="Lucida Console" panose="020B0609040504020204" pitchFamily="49" charset="0"/>
              </a:rPr>
              <a:t>ExampleClass</a:t>
            </a:r>
            <a:r>
              <a:rPr lang="en-US" b="0" dirty="0">
                <a:latin typeface="Lucida Console" panose="020B0609040504020204" pitchFamily="49" charset="0"/>
              </a:rPr>
              <a:t>(</a:t>
            </a:r>
            <a:r>
              <a:rPr lang="en-US" b="0" dirty="0" err="1">
                <a:latin typeface="Lucida Console" panose="020B0609040504020204" pitchFamily="49" charset="0"/>
              </a:rPr>
              <a:t>IStringLocalizer</a:t>
            </a:r>
            <a:r>
              <a:rPr lang="en-US" b="0" dirty="0">
                <a:latin typeface="Lucida Console" panose="020B0609040504020204" pitchFamily="49" charset="0"/>
              </a:rPr>
              <a:t>&lt;</a:t>
            </a:r>
            <a:r>
              <a:rPr lang="en-US" b="0" dirty="0" err="1">
                <a:latin typeface="Lucida Console" panose="020B0609040504020204" pitchFamily="49" charset="0"/>
              </a:rPr>
              <a:t>ExampleClass</a:t>
            </a:r>
            <a:r>
              <a:rPr lang="en-US" b="0" dirty="0">
                <a:latin typeface="Lucida Console" panose="020B0609040504020204" pitchFamily="49" charset="0"/>
              </a:rPr>
              <a:t>&gt; localizer) {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  _localizer = localizer;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}</a:t>
            </a:r>
          </a:p>
          <a:p>
            <a:pPr algn="l"/>
            <a:endParaRPr lang="en-US" b="0" dirty="0">
              <a:latin typeface="Lucida Console" panose="020B0609040504020204" pitchFamily="49" charset="0"/>
            </a:endParaRP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public string </a:t>
            </a:r>
            <a:r>
              <a:rPr lang="en-US" b="0" dirty="0" err="1">
                <a:latin typeface="Lucida Console" panose="020B0609040504020204" pitchFamily="49" charset="0"/>
              </a:rPr>
              <a:t>GetLocalizedString</a:t>
            </a:r>
            <a:r>
              <a:rPr lang="en-US" b="0" dirty="0">
                <a:latin typeface="Lucida Console" panose="020B0609040504020204" pitchFamily="49" charset="0"/>
              </a:rPr>
              <a:t>() {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  return _localizer["My localized string"];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  }</a:t>
            </a:r>
          </a:p>
          <a:p>
            <a:pPr algn="l"/>
            <a:r>
              <a:rPr lang="en-US" b="0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5387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Resources/</a:t>
            </a:r>
            <a:r>
              <a:rPr lang="en-US" dirty="0" err="1"/>
              <a:t>Controller.HomeController.fr.resx</a:t>
            </a:r>
            <a:endParaRPr lang="en-US" dirty="0"/>
          </a:p>
          <a:p>
            <a:r>
              <a:rPr lang="en-US" dirty="0"/>
              <a:t>Resources/Controller/</a:t>
            </a:r>
            <a:r>
              <a:rPr lang="en-US" dirty="0" err="1"/>
              <a:t>HomeController.fr.resx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73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Resources/</a:t>
            </a:r>
            <a:r>
              <a:rPr lang="en-US" dirty="0" err="1"/>
              <a:t>Views.Home.Index.fr.resx</a:t>
            </a:r>
            <a:endParaRPr lang="en-US" dirty="0"/>
          </a:p>
          <a:p>
            <a:r>
              <a:rPr lang="en-US" dirty="0"/>
              <a:t>Resources/Views/Home/</a:t>
            </a:r>
            <a:r>
              <a:rPr lang="en-US" dirty="0" err="1"/>
              <a:t>Index.fr.resx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73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Resources/</a:t>
            </a:r>
            <a:r>
              <a:rPr lang="en-US" dirty="0" err="1"/>
              <a:t>ViewModels.HomeViewModel.fr.resx</a:t>
            </a:r>
            <a:endParaRPr lang="en-US" dirty="0"/>
          </a:p>
          <a:p>
            <a:r>
              <a:rPr lang="en-US" dirty="0"/>
              <a:t>Resources/</a:t>
            </a:r>
            <a:r>
              <a:rPr lang="en-US" dirty="0" err="1"/>
              <a:t>ViewModels</a:t>
            </a:r>
            <a:r>
              <a:rPr lang="en-US" dirty="0"/>
              <a:t>/</a:t>
            </a:r>
            <a:r>
              <a:rPr lang="en-US" dirty="0" err="1"/>
              <a:t>HomeViewModel.fr.resx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95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choose current culture of a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QueryStringRequestCultureProvider</a:t>
            </a:r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i="1" dirty="0"/>
              <a:t>?culture=</a:t>
            </a:r>
            <a:r>
              <a:rPr lang="en-US" i="1" dirty="0" err="1"/>
              <a:t>fr</a:t>
            </a:r>
            <a:r>
              <a:rPr lang="en-US" i="1" dirty="0"/>
              <a:t>-FR</a:t>
            </a:r>
          </a:p>
          <a:p>
            <a:r>
              <a:rPr lang="en-US" dirty="0" err="1"/>
              <a:t>AcceptLanguageHeaderRequestCultureProvider</a:t>
            </a:r>
            <a:endParaRPr lang="en-US" dirty="0"/>
          </a:p>
          <a:p>
            <a:pPr lvl="1"/>
            <a:r>
              <a:rPr lang="en-US" i="1" dirty="0"/>
              <a:t>Accept-Language</a:t>
            </a:r>
            <a:r>
              <a:rPr lang="en-US" dirty="0"/>
              <a:t> header in the request</a:t>
            </a:r>
          </a:p>
          <a:p>
            <a:r>
              <a:rPr lang="en-US" dirty="0" err="1"/>
              <a:t>CookieRequestCultureProvider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60505"/>
      </p:ext>
    </p:extLst>
  </p:cSld>
  <p:clrMapOvr>
    <a:masterClrMapping/>
  </p:clrMapOvr>
</p:sld>
</file>

<file path=ppt/theme/theme1.xml><?xml version="1.0" encoding="utf-8"?>
<a:theme xmlns:a="http://schemas.openxmlformats.org/drawingml/2006/main" name="DPE_Blue_PowerPoint_msp_v5 noIcon">
  <a:themeElements>
    <a:clrScheme name="Microsof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B900"/>
      </a:accent1>
      <a:accent2>
        <a:srgbClr val="FF8C00"/>
      </a:accent2>
      <a:accent3>
        <a:srgbClr val="EB3C00"/>
      </a:accent3>
      <a:accent4>
        <a:srgbClr val="6DC2E9"/>
      </a:accent4>
      <a:accent5>
        <a:srgbClr val="00BCF2"/>
      </a:accent5>
      <a:accent6>
        <a:srgbClr val="0072C6"/>
      </a:accent6>
      <a:hlink>
        <a:srgbClr val="4C4C4C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l">
          <a:defRPr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cd2334-221a-48c3-9034-bfd1542dfe28">
      <UserInfo>
        <DisplayName>Gilad Turbahn</DisplayName>
        <AccountId>511</AccountId>
        <AccountType/>
      </UserInfo>
      <UserInfo>
        <DisplayName>Keith Boyd</DisplayName>
        <AccountId>993</AccountId>
        <AccountType/>
      </UserInfo>
      <UserInfo>
        <DisplayName>Christopher Harrison</DisplayName>
        <AccountId>1176</AccountId>
        <AccountType/>
      </UserInfo>
    </SharedWithUsers>
  </documentManagement>
</p:properti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cd2334-221a-48c3-9034-bfd1542dfe28">
      <UserInfo>
        <DisplayName>Gilad Turbahn</DisplayName>
        <AccountId>511</AccountId>
        <AccountType/>
      </UserInfo>
      <UserInfo>
        <DisplayName>Keith Boyd</DisplayName>
        <AccountId>993</AccountId>
        <AccountType/>
      </UserInfo>
      <UserInfo>
        <DisplayName>Christopher Harrison</DisplayName>
        <AccountId>1176</AccountId>
        <AccountType/>
      </UserInfo>
    </SharedWithUsers>
  </documentManagement>
</p:properti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cd2334-221a-48c3-9034-bfd1542dfe28">
      <UserInfo>
        <DisplayName>Gilad Turbahn</DisplayName>
        <AccountId>511</AccountId>
        <AccountType/>
      </UserInfo>
      <UserInfo>
        <DisplayName>Keith Boyd</DisplayName>
        <AccountId>993</AccountId>
        <AccountType/>
      </UserInfo>
      <UserInfo>
        <DisplayName>Christopher Harrison</DisplayName>
        <AccountId>1176</AccountId>
        <AccountType/>
      </UserInfo>
    </SharedWithUsers>
  </documentManagement>
</p:properties>
</file>

<file path=customXml/item4.xml><?xml version="1.0" encoding="utf-8"?>
<Control xmlns="http://schemas.microsoft.com/VisualStudio/2011/storyboarding/control">
  <Id Name="a53d73d2-368b-429e-b817-1324eec1382c" Revision="1" Stencil="7276b9ef-3953-4dce-a89b-ed85f20b8b93" StencilVersion="1.0"/>
</Control>
</file>

<file path=customXml/item5.xml><?xml version="1.0" encoding="utf-8"?>
<Control xmlns="http://schemas.microsoft.com/VisualStudio/2011/storyboarding/control">
  <Id Name="369f9055-6b6c-48b9-9320-5df2d46c430a" Revision="1" Stencil="7276b9ef-3953-4dce-a89b-ed85f20b8b93" StencilVersion="1.0"/>
</Control>
</file>

<file path=customXml/item6.xml><?xml version="1.0" encoding="utf-8"?>
<Control xmlns="http://schemas.microsoft.com/VisualStudio/2011/storyboarding/control">
  <Id Name="fb22c541-ded0-47fa-8877-83a4c2d16227" Revision="1" Stencil="7276b9ef-3953-4dce-a89b-ed85f20b8b93" StencilVersion="1.0"/>
</Control>
</file>

<file path=customXml/item7.xml><?xml version="1.0" encoding="utf-8"?>
<Control xmlns="http://schemas.microsoft.com/VisualStudio/2011/storyboarding/control">
  <Id Name="a2191c86-fc50-4add-948c-129f6b5a88d8" Revision="1" Stencil="7276b9ef-3953-4dce-a89b-ed85f20b8b93" StencilVersion="1.0"/>
</Control>
</file>

<file path=customXml/item8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3cd2334-221a-48c3-9034-bfd1542dfe28">
      <UserInfo>
        <DisplayName>Gilad Turbahn</DisplayName>
        <AccountId>511</AccountId>
        <AccountType/>
      </UserInfo>
      <UserInfo>
        <DisplayName>Keith Boyd</DisplayName>
        <AccountId>993</AccountId>
        <AccountType/>
      </UserInfo>
      <UserInfo>
        <DisplayName>Christopher Harrison</DisplayName>
        <AccountId>1176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E38318B-11D5-4000-BB25-4076292B520F}">
  <ds:schemaRefs>
    <ds:schemaRef ds:uri="http://schemas.microsoft.com/office/2006/metadata/properties"/>
    <ds:schemaRef ds:uri="http://schemas.microsoft.com/office/infopath/2007/PartnerControls"/>
    <ds:schemaRef ds:uri="83cd2334-221a-48c3-9034-bfd1542dfe28"/>
  </ds:schemaRefs>
</ds:datastoreItem>
</file>

<file path=customXml/itemProps2.xml><?xml version="1.0" encoding="utf-8"?>
<ds:datastoreItem xmlns:ds="http://schemas.openxmlformats.org/officeDocument/2006/customXml" ds:itemID="{F07821DB-4D4E-4D2E-8149-7D7497F8DF54}">
  <ds:schemaRefs>
    <ds:schemaRef ds:uri="http://schemas.microsoft.com/office/2006/metadata/properties"/>
    <ds:schemaRef ds:uri="http://schemas.microsoft.com/office/infopath/2007/PartnerControls"/>
    <ds:schemaRef ds:uri="83cd2334-221a-48c3-9034-bfd1542dfe28"/>
  </ds:schemaRefs>
</ds:datastoreItem>
</file>

<file path=customXml/itemProps3.xml><?xml version="1.0" encoding="utf-8"?>
<ds:datastoreItem xmlns:ds="http://schemas.openxmlformats.org/officeDocument/2006/customXml" ds:itemID="{3BAA4232-094A-4A63-B87C-B143C288C86F}">
  <ds:schemaRefs>
    <ds:schemaRef ds:uri="http://schemas.microsoft.com/office/2006/metadata/properties"/>
    <ds:schemaRef ds:uri="http://schemas.microsoft.com/office/infopath/2007/PartnerControls"/>
    <ds:schemaRef ds:uri="83cd2334-221a-48c3-9034-bfd1542dfe28"/>
  </ds:schemaRefs>
</ds:datastoreItem>
</file>

<file path=customXml/itemProps4.xml><?xml version="1.0" encoding="utf-8"?>
<ds:datastoreItem xmlns:ds="http://schemas.openxmlformats.org/officeDocument/2006/customXml" ds:itemID="{6FB9D450-4C47-4A44-8C0D-C78D8A54C46F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82DB428A-B8F8-483F-8276-095629A8ECDB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4E8278DB-3CDD-48A7-992E-A7596AD335B9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4B16F4FE-7C26-4443-B426-81998D23ED87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8C6BA36E-5D0D-FB41-AB76-603D642FE3C1}">
  <ds:schemaRefs>
    <ds:schemaRef ds:uri="http://schemas.microsoft.com/office/2006/metadata/properties"/>
    <ds:schemaRef ds:uri="http://schemas.microsoft.com/office/infopath/2007/PartnerControls"/>
    <ds:schemaRef ds:uri="83cd2334-221a-48c3-9034-bfd1542dfe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Angular 2</Template>
  <TotalTime>1831</TotalTime>
  <Words>400</Words>
  <Application>Microsoft Macintosh PowerPoint</Application>
  <PresentationFormat>Widescreen</PresentationFormat>
  <Paragraphs>46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Lucida Console</vt:lpstr>
      <vt:lpstr>Segoe Light</vt:lpstr>
      <vt:lpstr>Segoe UI</vt:lpstr>
      <vt:lpstr>Segoe WP SemiLight</vt:lpstr>
      <vt:lpstr>Times New Roman</vt:lpstr>
      <vt:lpstr>Wingdings</vt:lpstr>
      <vt:lpstr>DPE_Blue_PowerPoint_msp_v5 noIcon</vt:lpstr>
      <vt:lpstr>Custom Design</vt:lpstr>
      <vt:lpstr>ASP.NET Core Localization</vt:lpstr>
      <vt:lpstr>Globalization &amp; Localization.</vt:lpstr>
      <vt:lpstr>How it works</vt:lpstr>
      <vt:lpstr>Dependency injection</vt:lpstr>
      <vt:lpstr>Example</vt:lpstr>
      <vt:lpstr>Controllers</vt:lpstr>
      <vt:lpstr>Views</vt:lpstr>
      <vt:lpstr>View Models</vt:lpstr>
      <vt:lpstr>Three ways to choose current culture of a request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Angular 2</dc:title>
  <dc:creator>Medhat Elmasry</dc:creator>
  <cp:lastModifiedBy>Medhat Elmasry</cp:lastModifiedBy>
  <cp:revision>117</cp:revision>
  <cp:lastPrinted>2016-11-08T19:12:48Z</cp:lastPrinted>
  <dcterms:created xsi:type="dcterms:W3CDTF">2016-11-07T01:52:07Z</dcterms:created>
  <dcterms:modified xsi:type="dcterms:W3CDTF">2025-10-30T15:01:23Z</dcterms:modified>
</cp:coreProperties>
</file>