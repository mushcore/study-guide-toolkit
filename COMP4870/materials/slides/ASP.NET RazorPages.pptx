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6DBE3-BB3D-4904-A754-F1C591F36B31}" v="3" dt="2022-09-10T21:23:27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4" d="100"/>
          <a:sy n="64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0E0F46A9-CE84-4C34-9619-5021A0B369EA}"/>
    <pc:docChg chg="undo custSel addSld modSld modMainMaster">
      <pc:chgData name="Medhat Elmasry" userId="405e238c19f61b9e" providerId="LiveId" clId="{0E0F46A9-CE84-4C34-9619-5021A0B369EA}" dt="2022-09-04T02:46:17.546" v="1290" actId="12"/>
      <pc:docMkLst>
        <pc:docMk/>
      </pc:docMkLst>
      <pc:sldChg chg="modSp new mod">
        <pc:chgData name="Medhat Elmasry" userId="405e238c19f61b9e" providerId="LiveId" clId="{0E0F46A9-CE84-4C34-9619-5021A0B369EA}" dt="2022-09-03T20:02:42.987" v="1"/>
        <pc:sldMkLst>
          <pc:docMk/>
          <pc:sldMk cId="1669509965" sldId="256"/>
        </pc:sldMkLst>
        <pc:spChg chg="mod">
          <ac:chgData name="Medhat Elmasry" userId="405e238c19f61b9e" providerId="LiveId" clId="{0E0F46A9-CE84-4C34-9619-5021A0B369EA}" dt="2022-09-03T20:02:42.987" v="1"/>
          <ac:spMkLst>
            <pc:docMk/>
            <pc:sldMk cId="1669509965" sldId="256"/>
            <ac:spMk id="2" creationId="{C2560C3B-4FE9-48F5-9F4C-CC2890A6F5C9}"/>
          </ac:spMkLst>
        </pc:spChg>
      </pc:sldChg>
      <pc:sldChg chg="addSp delSp modSp new mod">
        <pc:chgData name="Medhat Elmasry" userId="405e238c19f61b9e" providerId="LiveId" clId="{0E0F46A9-CE84-4C34-9619-5021A0B369EA}" dt="2022-09-04T02:41:09.365" v="1276" actId="20577"/>
        <pc:sldMkLst>
          <pc:docMk/>
          <pc:sldMk cId="2296768810" sldId="257"/>
        </pc:sldMkLst>
        <pc:spChg chg="mod">
          <ac:chgData name="Medhat Elmasry" userId="405e238c19f61b9e" providerId="LiveId" clId="{0E0F46A9-CE84-4C34-9619-5021A0B369EA}" dt="2022-09-03T20:03:19.331" v="5"/>
          <ac:spMkLst>
            <pc:docMk/>
            <pc:sldMk cId="2296768810" sldId="257"/>
            <ac:spMk id="2" creationId="{4308AA60-4C7E-4FE6-B5E8-04451BCE0EDA}"/>
          </ac:spMkLst>
        </pc:spChg>
        <pc:spChg chg="mod">
          <ac:chgData name="Medhat Elmasry" userId="405e238c19f61b9e" providerId="LiveId" clId="{0E0F46A9-CE84-4C34-9619-5021A0B369EA}" dt="2022-09-04T02:41:09.365" v="1276" actId="20577"/>
          <ac:spMkLst>
            <pc:docMk/>
            <pc:sldMk cId="2296768810" sldId="257"/>
            <ac:spMk id="3" creationId="{50A0323F-BD01-4297-8A5E-5DFB92CC745E}"/>
          </ac:spMkLst>
        </pc:spChg>
        <pc:spChg chg="add del">
          <ac:chgData name="Medhat Elmasry" userId="405e238c19f61b9e" providerId="LiveId" clId="{0E0F46A9-CE84-4C34-9619-5021A0B369EA}" dt="2022-09-03T20:06:21.458" v="47" actId="22"/>
          <ac:spMkLst>
            <pc:docMk/>
            <pc:sldMk cId="2296768810" sldId="257"/>
            <ac:spMk id="5" creationId="{33E5B880-475B-4C53-AA0F-0185469359C8}"/>
          </ac:spMkLst>
        </pc:spChg>
        <pc:spChg chg="add del">
          <ac:chgData name="Medhat Elmasry" userId="405e238c19f61b9e" providerId="LiveId" clId="{0E0F46A9-CE84-4C34-9619-5021A0B369EA}" dt="2022-09-03T20:06:25.122" v="49" actId="22"/>
          <ac:spMkLst>
            <pc:docMk/>
            <pc:sldMk cId="2296768810" sldId="257"/>
            <ac:spMk id="7" creationId="{28AA465E-49C0-4980-AEFF-E819DD279CFB}"/>
          </ac:spMkLst>
        </pc:spChg>
      </pc:sldChg>
      <pc:sldChg chg="modSp add mod">
        <pc:chgData name="Medhat Elmasry" userId="405e238c19f61b9e" providerId="LiveId" clId="{0E0F46A9-CE84-4C34-9619-5021A0B369EA}" dt="2022-09-03T20:07:59.156" v="86" actId="15"/>
        <pc:sldMkLst>
          <pc:docMk/>
          <pc:sldMk cId="3281562671" sldId="258"/>
        </pc:sldMkLst>
        <pc:spChg chg="mod">
          <ac:chgData name="Medhat Elmasry" userId="405e238c19f61b9e" providerId="LiveId" clId="{0E0F46A9-CE84-4C34-9619-5021A0B369EA}" dt="2022-09-03T20:07:59.156" v="86" actId="15"/>
          <ac:spMkLst>
            <pc:docMk/>
            <pc:sldMk cId="3281562671" sldId="258"/>
            <ac:spMk id="3" creationId="{50A0323F-BD01-4297-8A5E-5DFB92CC745E}"/>
          </ac:spMkLst>
        </pc:spChg>
      </pc:sldChg>
      <pc:sldChg chg="modSp new mod">
        <pc:chgData name="Medhat Elmasry" userId="405e238c19f61b9e" providerId="LiveId" clId="{0E0F46A9-CE84-4C34-9619-5021A0B369EA}" dt="2022-09-04T02:46:17.546" v="1290" actId="12"/>
        <pc:sldMkLst>
          <pc:docMk/>
          <pc:sldMk cId="1686204705" sldId="259"/>
        </pc:sldMkLst>
        <pc:spChg chg="mod">
          <ac:chgData name="Medhat Elmasry" userId="405e238c19f61b9e" providerId="LiveId" clId="{0E0F46A9-CE84-4C34-9619-5021A0B369EA}" dt="2022-09-03T20:08:31.376" v="88"/>
          <ac:spMkLst>
            <pc:docMk/>
            <pc:sldMk cId="1686204705" sldId="259"/>
            <ac:spMk id="2" creationId="{790B9EC9-42C3-439A-999A-0085AC6E7B66}"/>
          </ac:spMkLst>
        </pc:spChg>
        <pc:spChg chg="mod">
          <ac:chgData name="Medhat Elmasry" userId="405e238c19f61b9e" providerId="LiveId" clId="{0E0F46A9-CE84-4C34-9619-5021A0B369EA}" dt="2022-09-04T02:46:17.546" v="1290" actId="12"/>
          <ac:spMkLst>
            <pc:docMk/>
            <pc:sldMk cId="1686204705" sldId="259"/>
            <ac:spMk id="3" creationId="{80E247E2-5BD8-4B88-9A52-86A318C87843}"/>
          </ac:spMkLst>
        </pc:spChg>
      </pc:sldChg>
      <pc:sldChg chg="modSp new mod">
        <pc:chgData name="Medhat Elmasry" userId="405e238c19f61b9e" providerId="LiveId" clId="{0E0F46A9-CE84-4C34-9619-5021A0B369EA}" dt="2022-09-03T20:12:33.896" v="165" actId="20577"/>
        <pc:sldMkLst>
          <pc:docMk/>
          <pc:sldMk cId="2416321717" sldId="260"/>
        </pc:sldMkLst>
        <pc:spChg chg="mod">
          <ac:chgData name="Medhat Elmasry" userId="405e238c19f61b9e" providerId="LiveId" clId="{0E0F46A9-CE84-4C34-9619-5021A0B369EA}" dt="2022-09-03T20:11:41.562" v="139"/>
          <ac:spMkLst>
            <pc:docMk/>
            <pc:sldMk cId="2416321717" sldId="260"/>
            <ac:spMk id="2" creationId="{4DDEE48C-AFD9-4DF7-A55D-40D75FE1E672}"/>
          </ac:spMkLst>
        </pc:spChg>
        <pc:spChg chg="mod">
          <ac:chgData name="Medhat Elmasry" userId="405e238c19f61b9e" providerId="LiveId" clId="{0E0F46A9-CE84-4C34-9619-5021A0B369EA}" dt="2022-09-03T20:12:33.896" v="165" actId="20577"/>
          <ac:spMkLst>
            <pc:docMk/>
            <pc:sldMk cId="2416321717" sldId="260"/>
            <ac:spMk id="3" creationId="{373FEA43-318A-4B42-BF29-B2ADD55987C1}"/>
          </ac:spMkLst>
        </pc:spChg>
      </pc:sldChg>
      <pc:sldChg chg="modSp new mod">
        <pc:chgData name="Medhat Elmasry" userId="405e238c19f61b9e" providerId="LiveId" clId="{0E0F46A9-CE84-4C34-9619-5021A0B369EA}" dt="2022-09-03T20:13:42.450" v="185" actId="15"/>
        <pc:sldMkLst>
          <pc:docMk/>
          <pc:sldMk cId="1555048203" sldId="261"/>
        </pc:sldMkLst>
        <pc:spChg chg="mod">
          <ac:chgData name="Medhat Elmasry" userId="405e238c19f61b9e" providerId="LiveId" clId="{0E0F46A9-CE84-4C34-9619-5021A0B369EA}" dt="2022-09-03T20:12:56.668" v="167"/>
          <ac:spMkLst>
            <pc:docMk/>
            <pc:sldMk cId="1555048203" sldId="261"/>
            <ac:spMk id="2" creationId="{8FCAA140-60C3-4D04-9206-D0473326D484}"/>
          </ac:spMkLst>
        </pc:spChg>
        <pc:spChg chg="mod">
          <ac:chgData name="Medhat Elmasry" userId="405e238c19f61b9e" providerId="LiveId" clId="{0E0F46A9-CE84-4C34-9619-5021A0B369EA}" dt="2022-09-03T20:13:42.450" v="185" actId="15"/>
          <ac:spMkLst>
            <pc:docMk/>
            <pc:sldMk cId="1555048203" sldId="261"/>
            <ac:spMk id="3" creationId="{F2483F0F-F506-4887-84B5-D1B2E47103C1}"/>
          </ac:spMkLst>
        </pc:spChg>
      </pc:sldChg>
      <pc:sldChg chg="addSp modSp new mod">
        <pc:chgData name="Medhat Elmasry" userId="405e238c19f61b9e" providerId="LiveId" clId="{0E0F46A9-CE84-4C34-9619-5021A0B369EA}" dt="2022-09-03T20:15:33.302" v="201" actId="1076"/>
        <pc:sldMkLst>
          <pc:docMk/>
          <pc:sldMk cId="1353855049" sldId="262"/>
        </pc:sldMkLst>
        <pc:spChg chg="mod">
          <ac:chgData name="Medhat Elmasry" userId="405e238c19f61b9e" providerId="LiveId" clId="{0E0F46A9-CE84-4C34-9619-5021A0B369EA}" dt="2022-09-03T20:14:05.721" v="187"/>
          <ac:spMkLst>
            <pc:docMk/>
            <pc:sldMk cId="1353855049" sldId="262"/>
            <ac:spMk id="2" creationId="{B05E6D0C-7059-4F15-B2E9-323D978CAA79}"/>
          </ac:spMkLst>
        </pc:spChg>
        <pc:spChg chg="mod">
          <ac:chgData name="Medhat Elmasry" userId="405e238c19f61b9e" providerId="LiveId" clId="{0E0F46A9-CE84-4C34-9619-5021A0B369EA}" dt="2022-09-03T20:15:20.538" v="199" actId="5793"/>
          <ac:spMkLst>
            <pc:docMk/>
            <pc:sldMk cId="1353855049" sldId="262"/>
            <ac:spMk id="3" creationId="{86182E5E-75BE-48E9-911C-6E1C3F99AB8A}"/>
          </ac:spMkLst>
        </pc:spChg>
        <pc:spChg chg="add mod">
          <ac:chgData name="Medhat Elmasry" userId="405e238c19f61b9e" providerId="LiveId" clId="{0E0F46A9-CE84-4C34-9619-5021A0B369EA}" dt="2022-09-03T20:15:33.302" v="201" actId="1076"/>
          <ac:spMkLst>
            <pc:docMk/>
            <pc:sldMk cId="1353855049" sldId="262"/>
            <ac:spMk id="5" creationId="{CDA970B7-1E30-4F35-8CE3-8EEC8EA88AE7}"/>
          </ac:spMkLst>
        </pc:spChg>
      </pc:sldChg>
      <pc:sldChg chg="modSp new mod">
        <pc:chgData name="Medhat Elmasry" userId="405e238c19f61b9e" providerId="LiveId" clId="{0E0F46A9-CE84-4C34-9619-5021A0B369EA}" dt="2022-09-03T20:16:46.089" v="215" actId="12"/>
        <pc:sldMkLst>
          <pc:docMk/>
          <pc:sldMk cId="1376526016" sldId="263"/>
        </pc:sldMkLst>
        <pc:spChg chg="mod">
          <ac:chgData name="Medhat Elmasry" userId="405e238c19f61b9e" providerId="LiveId" clId="{0E0F46A9-CE84-4C34-9619-5021A0B369EA}" dt="2022-09-03T20:16:04.470" v="203"/>
          <ac:spMkLst>
            <pc:docMk/>
            <pc:sldMk cId="1376526016" sldId="263"/>
            <ac:spMk id="2" creationId="{8C0F5E32-C794-4DF0-9EE9-52281D969316}"/>
          </ac:spMkLst>
        </pc:spChg>
        <pc:spChg chg="mod">
          <ac:chgData name="Medhat Elmasry" userId="405e238c19f61b9e" providerId="LiveId" clId="{0E0F46A9-CE84-4C34-9619-5021A0B369EA}" dt="2022-09-03T20:16:46.089" v="215" actId="12"/>
          <ac:spMkLst>
            <pc:docMk/>
            <pc:sldMk cId="1376526016" sldId="263"/>
            <ac:spMk id="3" creationId="{480F6401-0EF8-4293-B5C1-3BBAC83F23C9}"/>
          </ac:spMkLst>
        </pc:spChg>
      </pc:sldChg>
      <pc:sldChg chg="modSp new mod">
        <pc:chgData name="Medhat Elmasry" userId="405e238c19f61b9e" providerId="LiveId" clId="{0E0F46A9-CE84-4C34-9619-5021A0B369EA}" dt="2022-09-03T20:17:47.720" v="239" actId="27636"/>
        <pc:sldMkLst>
          <pc:docMk/>
          <pc:sldMk cId="3397981424" sldId="264"/>
        </pc:sldMkLst>
        <pc:spChg chg="mod">
          <ac:chgData name="Medhat Elmasry" userId="405e238c19f61b9e" providerId="LiveId" clId="{0E0F46A9-CE84-4C34-9619-5021A0B369EA}" dt="2022-09-03T20:17:09.373" v="217"/>
          <ac:spMkLst>
            <pc:docMk/>
            <pc:sldMk cId="3397981424" sldId="264"/>
            <ac:spMk id="2" creationId="{239CE001-967D-477B-B42D-4561282358C3}"/>
          </ac:spMkLst>
        </pc:spChg>
        <pc:spChg chg="mod">
          <ac:chgData name="Medhat Elmasry" userId="405e238c19f61b9e" providerId="LiveId" clId="{0E0F46A9-CE84-4C34-9619-5021A0B369EA}" dt="2022-09-03T20:17:47.720" v="239" actId="27636"/>
          <ac:spMkLst>
            <pc:docMk/>
            <pc:sldMk cId="3397981424" sldId="264"/>
            <ac:spMk id="3" creationId="{BEC88894-2C7B-43E4-AECD-07F811672AB3}"/>
          </ac:spMkLst>
        </pc:spChg>
      </pc:sldChg>
      <pc:sldChg chg="modSp new mod">
        <pc:chgData name="Medhat Elmasry" userId="405e238c19f61b9e" providerId="LiveId" clId="{0E0F46A9-CE84-4C34-9619-5021A0B369EA}" dt="2022-09-03T20:20:02.138" v="297" actId="12"/>
        <pc:sldMkLst>
          <pc:docMk/>
          <pc:sldMk cId="774270408" sldId="265"/>
        </pc:sldMkLst>
        <pc:spChg chg="mod">
          <ac:chgData name="Medhat Elmasry" userId="405e238c19f61b9e" providerId="LiveId" clId="{0E0F46A9-CE84-4C34-9619-5021A0B369EA}" dt="2022-09-03T20:18:10.350" v="241"/>
          <ac:spMkLst>
            <pc:docMk/>
            <pc:sldMk cId="774270408" sldId="265"/>
            <ac:spMk id="2" creationId="{B2CE0C18-195E-4A41-817A-058ECCF299A5}"/>
          </ac:spMkLst>
        </pc:spChg>
        <pc:spChg chg="mod">
          <ac:chgData name="Medhat Elmasry" userId="405e238c19f61b9e" providerId="LiveId" clId="{0E0F46A9-CE84-4C34-9619-5021A0B369EA}" dt="2022-09-03T20:20:02.138" v="297" actId="12"/>
          <ac:spMkLst>
            <pc:docMk/>
            <pc:sldMk cId="774270408" sldId="265"/>
            <ac:spMk id="3" creationId="{4C01A249-C694-43BE-AA04-4FDEE0BCE759}"/>
          </ac:spMkLst>
        </pc:spChg>
      </pc:sldChg>
      <pc:sldChg chg="modSp new mod">
        <pc:chgData name="Medhat Elmasry" userId="405e238c19f61b9e" providerId="LiveId" clId="{0E0F46A9-CE84-4C34-9619-5021A0B369EA}" dt="2022-09-03T20:20:54.216" v="315" actId="20577"/>
        <pc:sldMkLst>
          <pc:docMk/>
          <pc:sldMk cId="2175218204" sldId="266"/>
        </pc:sldMkLst>
        <pc:spChg chg="mod">
          <ac:chgData name="Medhat Elmasry" userId="405e238c19f61b9e" providerId="LiveId" clId="{0E0F46A9-CE84-4C34-9619-5021A0B369EA}" dt="2022-09-03T20:20:22.038" v="305" actId="20577"/>
          <ac:spMkLst>
            <pc:docMk/>
            <pc:sldMk cId="2175218204" sldId="266"/>
            <ac:spMk id="2" creationId="{CB99C33D-01FE-4793-AC2E-BF1D86943752}"/>
          </ac:spMkLst>
        </pc:spChg>
        <pc:spChg chg="mod">
          <ac:chgData name="Medhat Elmasry" userId="405e238c19f61b9e" providerId="LiveId" clId="{0E0F46A9-CE84-4C34-9619-5021A0B369EA}" dt="2022-09-03T20:20:54.216" v="315" actId="20577"/>
          <ac:spMkLst>
            <pc:docMk/>
            <pc:sldMk cId="2175218204" sldId="266"/>
            <ac:spMk id="3" creationId="{A9A444DB-A143-4D61-BC15-C73BBB72835E}"/>
          </ac:spMkLst>
        </pc:spChg>
      </pc:sldChg>
      <pc:sldChg chg="addSp modSp new mod">
        <pc:chgData name="Medhat Elmasry" userId="405e238c19f61b9e" providerId="LiveId" clId="{0E0F46A9-CE84-4C34-9619-5021A0B369EA}" dt="2022-09-03T20:24:32.780" v="408" actId="12385"/>
        <pc:sldMkLst>
          <pc:docMk/>
          <pc:sldMk cId="556388133" sldId="267"/>
        </pc:sldMkLst>
        <pc:spChg chg="mod">
          <ac:chgData name="Medhat Elmasry" userId="405e238c19f61b9e" providerId="LiveId" clId="{0E0F46A9-CE84-4C34-9619-5021A0B369EA}" dt="2022-09-03T20:21:16.357" v="317"/>
          <ac:spMkLst>
            <pc:docMk/>
            <pc:sldMk cId="556388133" sldId="267"/>
            <ac:spMk id="2" creationId="{B29588E4-367F-42DB-9DE6-C48E6203E869}"/>
          </ac:spMkLst>
        </pc:spChg>
        <pc:spChg chg="mod">
          <ac:chgData name="Medhat Elmasry" userId="405e238c19f61b9e" providerId="LiveId" clId="{0E0F46A9-CE84-4C34-9619-5021A0B369EA}" dt="2022-09-03T20:22:16.068" v="337" actId="15"/>
          <ac:spMkLst>
            <pc:docMk/>
            <pc:sldMk cId="556388133" sldId="267"/>
            <ac:spMk id="3" creationId="{EE19E4E5-3175-4853-864D-7EE46D8B037A}"/>
          </ac:spMkLst>
        </pc:spChg>
        <pc:graphicFrameChg chg="add mod modGraphic">
          <ac:chgData name="Medhat Elmasry" userId="405e238c19f61b9e" providerId="LiveId" clId="{0E0F46A9-CE84-4C34-9619-5021A0B369EA}" dt="2022-09-03T20:24:32.780" v="408" actId="12385"/>
          <ac:graphicFrameMkLst>
            <pc:docMk/>
            <pc:sldMk cId="556388133" sldId="267"/>
            <ac:graphicFrameMk id="4" creationId="{F661CCAA-BDF2-4D13-A4F3-264FCF6308FE}"/>
          </ac:graphicFrameMkLst>
        </pc:graphicFrameChg>
      </pc:sldChg>
      <pc:sldChg chg="modSp new mod">
        <pc:chgData name="Medhat Elmasry" userId="405e238c19f61b9e" providerId="LiveId" clId="{0E0F46A9-CE84-4C34-9619-5021A0B369EA}" dt="2022-09-03T20:25:53.909" v="441" actId="20577"/>
        <pc:sldMkLst>
          <pc:docMk/>
          <pc:sldMk cId="1279226864" sldId="268"/>
        </pc:sldMkLst>
        <pc:spChg chg="mod">
          <ac:chgData name="Medhat Elmasry" userId="405e238c19f61b9e" providerId="LiveId" clId="{0E0F46A9-CE84-4C34-9619-5021A0B369EA}" dt="2022-09-03T20:24:59.333" v="410"/>
          <ac:spMkLst>
            <pc:docMk/>
            <pc:sldMk cId="1279226864" sldId="268"/>
            <ac:spMk id="2" creationId="{34426DF7-E81D-4883-A949-27D1DE06180E}"/>
          </ac:spMkLst>
        </pc:spChg>
        <pc:spChg chg="mod">
          <ac:chgData name="Medhat Elmasry" userId="405e238c19f61b9e" providerId="LiveId" clId="{0E0F46A9-CE84-4C34-9619-5021A0B369EA}" dt="2022-09-03T20:25:53.909" v="441" actId="20577"/>
          <ac:spMkLst>
            <pc:docMk/>
            <pc:sldMk cId="1279226864" sldId="268"/>
            <ac:spMk id="3" creationId="{ED303324-6429-4BC7-89B2-6E958772F6A4}"/>
          </ac:spMkLst>
        </pc:spChg>
      </pc:sldChg>
      <pc:sldChg chg="modSp new mod">
        <pc:chgData name="Medhat Elmasry" userId="405e238c19f61b9e" providerId="LiveId" clId="{0E0F46A9-CE84-4C34-9619-5021A0B369EA}" dt="2022-09-03T20:26:51.655" v="464" actId="15"/>
        <pc:sldMkLst>
          <pc:docMk/>
          <pc:sldMk cId="1709100351" sldId="269"/>
        </pc:sldMkLst>
        <pc:spChg chg="mod">
          <ac:chgData name="Medhat Elmasry" userId="405e238c19f61b9e" providerId="LiveId" clId="{0E0F46A9-CE84-4C34-9619-5021A0B369EA}" dt="2022-09-03T20:26:23.898" v="443"/>
          <ac:spMkLst>
            <pc:docMk/>
            <pc:sldMk cId="1709100351" sldId="269"/>
            <ac:spMk id="2" creationId="{BA5DE7C9-7FCB-4D3D-AC2E-911ED66D6838}"/>
          </ac:spMkLst>
        </pc:spChg>
        <pc:spChg chg="mod">
          <ac:chgData name="Medhat Elmasry" userId="405e238c19f61b9e" providerId="LiveId" clId="{0E0F46A9-CE84-4C34-9619-5021A0B369EA}" dt="2022-09-03T20:26:51.655" v="464" actId="15"/>
          <ac:spMkLst>
            <pc:docMk/>
            <pc:sldMk cId="1709100351" sldId="269"/>
            <ac:spMk id="3" creationId="{457826D2-79D4-459D-9463-BA3523722801}"/>
          </ac:spMkLst>
        </pc:spChg>
      </pc:sldChg>
      <pc:sldChg chg="modSp new mod">
        <pc:chgData name="Medhat Elmasry" userId="405e238c19f61b9e" providerId="LiveId" clId="{0E0F46A9-CE84-4C34-9619-5021A0B369EA}" dt="2022-09-03T20:27:19.520" v="468"/>
        <pc:sldMkLst>
          <pc:docMk/>
          <pc:sldMk cId="1583968874" sldId="270"/>
        </pc:sldMkLst>
        <pc:spChg chg="mod">
          <ac:chgData name="Medhat Elmasry" userId="405e238c19f61b9e" providerId="LiveId" clId="{0E0F46A9-CE84-4C34-9619-5021A0B369EA}" dt="2022-09-03T20:27:10.009" v="466"/>
          <ac:spMkLst>
            <pc:docMk/>
            <pc:sldMk cId="1583968874" sldId="270"/>
            <ac:spMk id="2" creationId="{A7DB94D7-FF91-48A9-9F02-AC34FA9FB633}"/>
          </ac:spMkLst>
        </pc:spChg>
        <pc:spChg chg="mod">
          <ac:chgData name="Medhat Elmasry" userId="405e238c19f61b9e" providerId="LiveId" clId="{0E0F46A9-CE84-4C34-9619-5021A0B369EA}" dt="2022-09-03T20:27:19.520" v="468"/>
          <ac:spMkLst>
            <pc:docMk/>
            <pc:sldMk cId="1583968874" sldId="270"/>
            <ac:spMk id="3" creationId="{6027FD0B-EA0F-4A73-85AE-F300BB35469C}"/>
          </ac:spMkLst>
        </pc:spChg>
      </pc:sldChg>
      <pc:sldChg chg="modSp new mod">
        <pc:chgData name="Medhat Elmasry" userId="405e238c19f61b9e" providerId="LiveId" clId="{0E0F46A9-CE84-4C34-9619-5021A0B369EA}" dt="2022-09-03T20:29:32.431" v="523" actId="15"/>
        <pc:sldMkLst>
          <pc:docMk/>
          <pc:sldMk cId="1209363120" sldId="271"/>
        </pc:sldMkLst>
        <pc:spChg chg="mod">
          <ac:chgData name="Medhat Elmasry" userId="405e238c19f61b9e" providerId="LiveId" clId="{0E0F46A9-CE84-4C34-9619-5021A0B369EA}" dt="2022-09-03T20:27:35.332" v="470"/>
          <ac:spMkLst>
            <pc:docMk/>
            <pc:sldMk cId="1209363120" sldId="271"/>
            <ac:spMk id="2" creationId="{CEF80710-7F45-4D6B-A985-488A80C437AC}"/>
          </ac:spMkLst>
        </pc:spChg>
        <pc:spChg chg="mod">
          <ac:chgData name="Medhat Elmasry" userId="405e238c19f61b9e" providerId="LiveId" clId="{0E0F46A9-CE84-4C34-9619-5021A0B369EA}" dt="2022-09-03T20:29:32.431" v="523" actId="15"/>
          <ac:spMkLst>
            <pc:docMk/>
            <pc:sldMk cId="1209363120" sldId="271"/>
            <ac:spMk id="3" creationId="{882DB8C0-AED5-4B8B-9E18-3F3B7F0951B4}"/>
          </ac:spMkLst>
        </pc:spChg>
      </pc:sldChg>
      <pc:sldChg chg="modSp new mod">
        <pc:chgData name="Medhat Elmasry" userId="405e238c19f61b9e" providerId="LiveId" clId="{0E0F46A9-CE84-4C34-9619-5021A0B369EA}" dt="2022-09-03T20:31:29.187" v="577" actId="20577"/>
        <pc:sldMkLst>
          <pc:docMk/>
          <pc:sldMk cId="1927395285" sldId="272"/>
        </pc:sldMkLst>
        <pc:spChg chg="mod">
          <ac:chgData name="Medhat Elmasry" userId="405e238c19f61b9e" providerId="LiveId" clId="{0E0F46A9-CE84-4C34-9619-5021A0B369EA}" dt="2022-09-03T20:30:12.118" v="525"/>
          <ac:spMkLst>
            <pc:docMk/>
            <pc:sldMk cId="1927395285" sldId="272"/>
            <ac:spMk id="2" creationId="{9E164114-30E2-4025-888E-0E407F33B858}"/>
          </ac:spMkLst>
        </pc:spChg>
        <pc:spChg chg="mod">
          <ac:chgData name="Medhat Elmasry" userId="405e238c19f61b9e" providerId="LiveId" clId="{0E0F46A9-CE84-4C34-9619-5021A0B369EA}" dt="2022-09-03T20:31:29.187" v="577" actId="20577"/>
          <ac:spMkLst>
            <pc:docMk/>
            <pc:sldMk cId="1927395285" sldId="272"/>
            <ac:spMk id="3" creationId="{CC41335D-FB33-4385-864B-475061752D93}"/>
          </ac:spMkLst>
        </pc:spChg>
      </pc:sldChg>
      <pc:sldChg chg="modSp new mod">
        <pc:chgData name="Medhat Elmasry" userId="405e238c19f61b9e" providerId="LiveId" clId="{0E0F46A9-CE84-4C34-9619-5021A0B369EA}" dt="2022-09-03T20:33:07.393" v="630" actId="20577"/>
        <pc:sldMkLst>
          <pc:docMk/>
          <pc:sldMk cId="3745921193" sldId="273"/>
        </pc:sldMkLst>
        <pc:spChg chg="mod">
          <ac:chgData name="Medhat Elmasry" userId="405e238c19f61b9e" providerId="LiveId" clId="{0E0F46A9-CE84-4C34-9619-5021A0B369EA}" dt="2022-09-03T20:31:48.262" v="579"/>
          <ac:spMkLst>
            <pc:docMk/>
            <pc:sldMk cId="3745921193" sldId="273"/>
            <ac:spMk id="2" creationId="{2AD83CE2-7EA0-4A9D-9A13-F1CEB496DC8C}"/>
          </ac:spMkLst>
        </pc:spChg>
        <pc:spChg chg="mod">
          <ac:chgData name="Medhat Elmasry" userId="405e238c19f61b9e" providerId="LiveId" clId="{0E0F46A9-CE84-4C34-9619-5021A0B369EA}" dt="2022-09-03T20:33:07.393" v="630" actId="20577"/>
          <ac:spMkLst>
            <pc:docMk/>
            <pc:sldMk cId="3745921193" sldId="273"/>
            <ac:spMk id="3" creationId="{6D935EF1-C2E1-42DE-B872-B4FBC132304E}"/>
          </ac:spMkLst>
        </pc:spChg>
      </pc:sldChg>
      <pc:sldChg chg="modSp new mod">
        <pc:chgData name="Medhat Elmasry" userId="405e238c19f61b9e" providerId="LiveId" clId="{0E0F46A9-CE84-4C34-9619-5021A0B369EA}" dt="2022-09-03T20:33:37.446" v="640" actId="12"/>
        <pc:sldMkLst>
          <pc:docMk/>
          <pc:sldMk cId="456942820" sldId="274"/>
        </pc:sldMkLst>
        <pc:spChg chg="mod">
          <ac:chgData name="Medhat Elmasry" userId="405e238c19f61b9e" providerId="LiveId" clId="{0E0F46A9-CE84-4C34-9619-5021A0B369EA}" dt="2022-09-03T20:33:20.988" v="638" actId="20577"/>
          <ac:spMkLst>
            <pc:docMk/>
            <pc:sldMk cId="456942820" sldId="274"/>
            <ac:spMk id="2" creationId="{DC734015-E14E-4003-87A5-6836340E8AF9}"/>
          </ac:spMkLst>
        </pc:spChg>
        <pc:spChg chg="mod">
          <ac:chgData name="Medhat Elmasry" userId="405e238c19f61b9e" providerId="LiveId" clId="{0E0F46A9-CE84-4C34-9619-5021A0B369EA}" dt="2022-09-03T20:33:37.446" v="640" actId="12"/>
          <ac:spMkLst>
            <pc:docMk/>
            <pc:sldMk cId="456942820" sldId="274"/>
            <ac:spMk id="3" creationId="{CF55CC4D-92BE-4A17-AC2C-351AA11EC9A8}"/>
          </ac:spMkLst>
        </pc:spChg>
      </pc:sldChg>
      <pc:sldChg chg="modSp new mod">
        <pc:chgData name="Medhat Elmasry" userId="405e238c19f61b9e" providerId="LiveId" clId="{0E0F46A9-CE84-4C34-9619-5021A0B369EA}" dt="2022-09-03T20:34:57.893" v="673" actId="15"/>
        <pc:sldMkLst>
          <pc:docMk/>
          <pc:sldMk cId="2813693818" sldId="275"/>
        </pc:sldMkLst>
        <pc:spChg chg="mod">
          <ac:chgData name="Medhat Elmasry" userId="405e238c19f61b9e" providerId="LiveId" clId="{0E0F46A9-CE84-4C34-9619-5021A0B369EA}" dt="2022-09-03T20:33:55.443" v="642"/>
          <ac:spMkLst>
            <pc:docMk/>
            <pc:sldMk cId="2813693818" sldId="275"/>
            <ac:spMk id="2" creationId="{A2ABA7C9-2EC9-4591-987C-410BD9C57FA7}"/>
          </ac:spMkLst>
        </pc:spChg>
        <pc:spChg chg="mod">
          <ac:chgData name="Medhat Elmasry" userId="405e238c19f61b9e" providerId="LiveId" clId="{0E0F46A9-CE84-4C34-9619-5021A0B369EA}" dt="2022-09-03T20:34:57.893" v="673" actId="15"/>
          <ac:spMkLst>
            <pc:docMk/>
            <pc:sldMk cId="2813693818" sldId="275"/>
            <ac:spMk id="3" creationId="{694608C7-377D-4939-9448-00EDEFDC52C6}"/>
          </ac:spMkLst>
        </pc:spChg>
      </pc:sldChg>
      <pc:sldChg chg="modSp new mod">
        <pc:chgData name="Medhat Elmasry" userId="405e238c19f61b9e" providerId="LiveId" clId="{0E0F46A9-CE84-4C34-9619-5021A0B369EA}" dt="2022-09-03T20:36:17.259" v="714" actId="15"/>
        <pc:sldMkLst>
          <pc:docMk/>
          <pc:sldMk cId="189343225" sldId="276"/>
        </pc:sldMkLst>
        <pc:spChg chg="mod">
          <ac:chgData name="Medhat Elmasry" userId="405e238c19f61b9e" providerId="LiveId" clId="{0E0F46A9-CE84-4C34-9619-5021A0B369EA}" dt="2022-09-03T20:35:15.374" v="675"/>
          <ac:spMkLst>
            <pc:docMk/>
            <pc:sldMk cId="189343225" sldId="276"/>
            <ac:spMk id="2" creationId="{E41923B9-5588-44F7-A0A6-F914B4BF97D7}"/>
          </ac:spMkLst>
        </pc:spChg>
        <pc:spChg chg="mod">
          <ac:chgData name="Medhat Elmasry" userId="405e238c19f61b9e" providerId="LiveId" clId="{0E0F46A9-CE84-4C34-9619-5021A0B369EA}" dt="2022-09-03T20:36:17.259" v="714" actId="15"/>
          <ac:spMkLst>
            <pc:docMk/>
            <pc:sldMk cId="189343225" sldId="276"/>
            <ac:spMk id="3" creationId="{D52FB039-9B2A-4ED7-9B93-85E3A99570D2}"/>
          </ac:spMkLst>
        </pc:spChg>
      </pc:sldChg>
      <pc:sldChg chg="modSp new mod">
        <pc:chgData name="Medhat Elmasry" userId="405e238c19f61b9e" providerId="LiveId" clId="{0E0F46A9-CE84-4C34-9619-5021A0B369EA}" dt="2022-09-03T20:37:04.561" v="731" actId="20577"/>
        <pc:sldMkLst>
          <pc:docMk/>
          <pc:sldMk cId="4016318607" sldId="277"/>
        </pc:sldMkLst>
        <pc:spChg chg="mod">
          <ac:chgData name="Medhat Elmasry" userId="405e238c19f61b9e" providerId="LiveId" clId="{0E0F46A9-CE84-4C34-9619-5021A0B369EA}" dt="2022-09-03T20:36:37.902" v="718"/>
          <ac:spMkLst>
            <pc:docMk/>
            <pc:sldMk cId="4016318607" sldId="277"/>
            <ac:spMk id="2" creationId="{1ABAC9C9-E905-4E80-B41B-83EDE007F1CF}"/>
          </ac:spMkLst>
        </pc:spChg>
        <pc:spChg chg="mod">
          <ac:chgData name="Medhat Elmasry" userId="405e238c19f61b9e" providerId="LiveId" clId="{0E0F46A9-CE84-4C34-9619-5021A0B369EA}" dt="2022-09-03T20:37:04.561" v="731" actId="20577"/>
          <ac:spMkLst>
            <pc:docMk/>
            <pc:sldMk cId="4016318607" sldId="277"/>
            <ac:spMk id="3" creationId="{516D2C2F-3778-4A7B-B972-ACF4ED6596FE}"/>
          </ac:spMkLst>
        </pc:spChg>
      </pc:sldChg>
      <pc:sldChg chg="modSp new mod">
        <pc:chgData name="Medhat Elmasry" userId="405e238c19f61b9e" providerId="LiveId" clId="{0E0F46A9-CE84-4C34-9619-5021A0B369EA}" dt="2022-09-03T20:38:31.741" v="755" actId="15"/>
        <pc:sldMkLst>
          <pc:docMk/>
          <pc:sldMk cId="3956350480" sldId="278"/>
        </pc:sldMkLst>
        <pc:spChg chg="mod">
          <ac:chgData name="Medhat Elmasry" userId="405e238c19f61b9e" providerId="LiveId" clId="{0E0F46A9-CE84-4C34-9619-5021A0B369EA}" dt="2022-09-03T20:37:32.099" v="733"/>
          <ac:spMkLst>
            <pc:docMk/>
            <pc:sldMk cId="3956350480" sldId="278"/>
            <ac:spMk id="2" creationId="{962E9FBA-C5EC-4B42-BDB0-8ACBC07C599A}"/>
          </ac:spMkLst>
        </pc:spChg>
        <pc:spChg chg="mod">
          <ac:chgData name="Medhat Elmasry" userId="405e238c19f61b9e" providerId="LiveId" clId="{0E0F46A9-CE84-4C34-9619-5021A0B369EA}" dt="2022-09-03T20:38:31.741" v="755" actId="15"/>
          <ac:spMkLst>
            <pc:docMk/>
            <pc:sldMk cId="3956350480" sldId="278"/>
            <ac:spMk id="3" creationId="{192E846D-02D0-4968-949F-D16032BDB84E}"/>
          </ac:spMkLst>
        </pc:spChg>
      </pc:sldChg>
      <pc:sldChg chg="addSp modSp new mod">
        <pc:chgData name="Medhat Elmasry" userId="405e238c19f61b9e" providerId="LiveId" clId="{0E0F46A9-CE84-4C34-9619-5021A0B369EA}" dt="2022-09-03T21:08:26.617" v="1234" actId="27636"/>
        <pc:sldMkLst>
          <pc:docMk/>
          <pc:sldMk cId="1568630085" sldId="279"/>
        </pc:sldMkLst>
        <pc:spChg chg="mod">
          <ac:chgData name="Medhat Elmasry" userId="405e238c19f61b9e" providerId="LiveId" clId="{0E0F46A9-CE84-4C34-9619-5021A0B369EA}" dt="2022-09-03T21:08:26.617" v="1234" actId="27636"/>
          <ac:spMkLst>
            <pc:docMk/>
            <pc:sldMk cId="1568630085" sldId="279"/>
            <ac:spMk id="2" creationId="{29B72346-84E2-4E18-AEAE-F5336BDC7508}"/>
          </ac:spMkLst>
        </pc:spChg>
        <pc:spChg chg="mod">
          <ac:chgData name="Medhat Elmasry" userId="405e238c19f61b9e" providerId="LiveId" clId="{0E0F46A9-CE84-4C34-9619-5021A0B369EA}" dt="2022-09-03T20:39:28.721" v="765" actId="14100"/>
          <ac:spMkLst>
            <pc:docMk/>
            <pc:sldMk cId="1568630085" sldId="279"/>
            <ac:spMk id="3" creationId="{6AFF85E9-0812-49A8-B4BB-C2590D4FF7F6}"/>
          </ac:spMkLst>
        </pc:spChg>
        <pc:spChg chg="add mod">
          <ac:chgData name="Medhat Elmasry" userId="405e238c19f61b9e" providerId="LiveId" clId="{0E0F46A9-CE84-4C34-9619-5021A0B369EA}" dt="2022-09-03T20:39:40.865" v="769" actId="20577"/>
          <ac:spMkLst>
            <pc:docMk/>
            <pc:sldMk cId="1568630085" sldId="279"/>
            <ac:spMk id="5" creationId="{7B7930AB-25DA-4DAA-911B-DADB852BBF91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0:40:37.573" v="775" actId="22"/>
        <pc:sldMkLst>
          <pc:docMk/>
          <pc:sldMk cId="1240379007" sldId="280"/>
        </pc:sldMkLst>
        <pc:spChg chg="mod ord">
          <ac:chgData name="Medhat Elmasry" userId="405e238c19f61b9e" providerId="LiveId" clId="{0E0F46A9-CE84-4C34-9619-5021A0B369EA}" dt="2022-09-03T20:40:34.744" v="774" actId="700"/>
          <ac:spMkLst>
            <pc:docMk/>
            <pc:sldMk cId="1240379007" sldId="280"/>
            <ac:spMk id="2" creationId="{E6407E88-1082-4DBC-AA2F-7DA96709F718}"/>
          </ac:spMkLst>
        </pc:spChg>
        <pc:spChg chg="del">
          <ac:chgData name="Medhat Elmasry" userId="405e238c19f61b9e" providerId="LiveId" clId="{0E0F46A9-CE84-4C34-9619-5021A0B369EA}" dt="2022-09-03T20:40:34.744" v="774" actId="700"/>
          <ac:spMkLst>
            <pc:docMk/>
            <pc:sldMk cId="1240379007" sldId="280"/>
            <ac:spMk id="3" creationId="{E1E02418-F0E1-437B-9763-F1EB85AF7E30}"/>
          </ac:spMkLst>
        </pc:spChg>
        <pc:spChg chg="add">
          <ac:chgData name="Medhat Elmasry" userId="405e238c19f61b9e" providerId="LiveId" clId="{0E0F46A9-CE84-4C34-9619-5021A0B369EA}" dt="2022-09-03T20:40:37.573" v="775" actId="22"/>
          <ac:spMkLst>
            <pc:docMk/>
            <pc:sldMk cId="1240379007" sldId="280"/>
            <ac:spMk id="5" creationId="{153B920B-14A5-4D55-B6B9-B24FCDD545A1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0:41:52.398" v="808" actId="15"/>
        <pc:sldMkLst>
          <pc:docMk/>
          <pc:sldMk cId="1089239377" sldId="281"/>
        </pc:sldMkLst>
        <pc:spChg chg="del mod ord">
          <ac:chgData name="Medhat Elmasry" userId="405e238c19f61b9e" providerId="LiveId" clId="{0E0F46A9-CE84-4C34-9619-5021A0B369EA}" dt="2022-09-03T20:41:01.242" v="777" actId="700"/>
          <ac:spMkLst>
            <pc:docMk/>
            <pc:sldMk cId="1089239377" sldId="281"/>
            <ac:spMk id="2" creationId="{92DBAC87-044A-48FD-BE9F-BD6165C8ADF6}"/>
          </ac:spMkLst>
        </pc:spChg>
        <pc:spChg chg="add mod ord">
          <ac:chgData name="Medhat Elmasry" userId="405e238c19f61b9e" providerId="LiveId" clId="{0E0F46A9-CE84-4C34-9619-5021A0B369EA}" dt="2022-09-03T20:41:04.186" v="778"/>
          <ac:spMkLst>
            <pc:docMk/>
            <pc:sldMk cId="1089239377" sldId="281"/>
            <ac:spMk id="3" creationId="{2A769154-BF51-4096-912C-4E9B886D1035}"/>
          </ac:spMkLst>
        </pc:spChg>
        <pc:spChg chg="add mod ord">
          <ac:chgData name="Medhat Elmasry" userId="405e238c19f61b9e" providerId="LiveId" clId="{0E0F46A9-CE84-4C34-9619-5021A0B369EA}" dt="2022-09-03T20:41:52.398" v="808" actId="15"/>
          <ac:spMkLst>
            <pc:docMk/>
            <pc:sldMk cId="1089239377" sldId="281"/>
            <ac:spMk id="4" creationId="{FD32D61D-8135-4D1B-9F4D-B7DE1849E692}"/>
          </ac:spMkLst>
        </pc:spChg>
      </pc:sldChg>
      <pc:sldChg chg="modSp new mod">
        <pc:chgData name="Medhat Elmasry" userId="405e238c19f61b9e" providerId="LiveId" clId="{0E0F46A9-CE84-4C34-9619-5021A0B369EA}" dt="2022-09-03T20:42:38.044" v="818" actId="15"/>
        <pc:sldMkLst>
          <pc:docMk/>
          <pc:sldMk cId="2661136227" sldId="282"/>
        </pc:sldMkLst>
        <pc:spChg chg="mod">
          <ac:chgData name="Medhat Elmasry" userId="405e238c19f61b9e" providerId="LiveId" clId="{0E0F46A9-CE84-4C34-9619-5021A0B369EA}" dt="2022-09-03T20:42:08.754" v="810"/>
          <ac:spMkLst>
            <pc:docMk/>
            <pc:sldMk cId="2661136227" sldId="282"/>
            <ac:spMk id="2" creationId="{C9C0E0E4-C687-43DC-9E33-6B668038316D}"/>
          </ac:spMkLst>
        </pc:spChg>
        <pc:spChg chg="mod">
          <ac:chgData name="Medhat Elmasry" userId="405e238c19f61b9e" providerId="LiveId" clId="{0E0F46A9-CE84-4C34-9619-5021A0B369EA}" dt="2022-09-03T20:42:38.044" v="818" actId="15"/>
          <ac:spMkLst>
            <pc:docMk/>
            <pc:sldMk cId="2661136227" sldId="282"/>
            <ac:spMk id="3" creationId="{AFD0E4FD-0C7C-4A0C-A592-31CDD85710D3}"/>
          </ac:spMkLst>
        </pc:spChg>
      </pc:sldChg>
      <pc:sldChg chg="modSp new mod">
        <pc:chgData name="Medhat Elmasry" userId="405e238c19f61b9e" providerId="LiveId" clId="{0E0F46A9-CE84-4C34-9619-5021A0B369EA}" dt="2022-09-03T20:43:12.371" v="825" actId="6549"/>
        <pc:sldMkLst>
          <pc:docMk/>
          <pc:sldMk cId="2368965036" sldId="283"/>
        </pc:sldMkLst>
        <pc:spChg chg="mod">
          <ac:chgData name="Medhat Elmasry" userId="405e238c19f61b9e" providerId="LiveId" clId="{0E0F46A9-CE84-4C34-9619-5021A0B369EA}" dt="2022-09-03T20:42:56.760" v="820"/>
          <ac:spMkLst>
            <pc:docMk/>
            <pc:sldMk cId="2368965036" sldId="283"/>
            <ac:spMk id="2" creationId="{91B1AC39-4348-46C6-A3A7-8209C510AEEE}"/>
          </ac:spMkLst>
        </pc:spChg>
        <pc:spChg chg="mod">
          <ac:chgData name="Medhat Elmasry" userId="405e238c19f61b9e" providerId="LiveId" clId="{0E0F46A9-CE84-4C34-9619-5021A0B369EA}" dt="2022-09-03T20:43:12.371" v="825" actId="6549"/>
          <ac:spMkLst>
            <pc:docMk/>
            <pc:sldMk cId="2368965036" sldId="283"/>
            <ac:spMk id="3" creationId="{77430DE9-C3F5-4583-BD4B-1C17F57F7C33}"/>
          </ac:spMkLst>
        </pc:spChg>
      </pc:sldChg>
      <pc:sldChg chg="modSp new mod">
        <pc:chgData name="Medhat Elmasry" userId="405e238c19f61b9e" providerId="LiveId" clId="{0E0F46A9-CE84-4C34-9619-5021A0B369EA}" dt="2022-09-03T20:43:46.696" v="832" actId="6549"/>
        <pc:sldMkLst>
          <pc:docMk/>
          <pc:sldMk cId="1046176291" sldId="284"/>
        </pc:sldMkLst>
        <pc:spChg chg="mod">
          <ac:chgData name="Medhat Elmasry" userId="405e238c19f61b9e" providerId="LiveId" clId="{0E0F46A9-CE84-4C34-9619-5021A0B369EA}" dt="2022-09-03T20:43:29.602" v="827"/>
          <ac:spMkLst>
            <pc:docMk/>
            <pc:sldMk cId="1046176291" sldId="284"/>
            <ac:spMk id="2" creationId="{C77B2123-3AA3-43C8-BEE1-02BD2DDF2706}"/>
          </ac:spMkLst>
        </pc:spChg>
        <pc:spChg chg="mod">
          <ac:chgData name="Medhat Elmasry" userId="405e238c19f61b9e" providerId="LiveId" clId="{0E0F46A9-CE84-4C34-9619-5021A0B369EA}" dt="2022-09-03T20:43:46.696" v="832" actId="6549"/>
          <ac:spMkLst>
            <pc:docMk/>
            <pc:sldMk cId="1046176291" sldId="284"/>
            <ac:spMk id="3" creationId="{5F36E293-1676-45D5-9B0C-E877D8FA2146}"/>
          </ac:spMkLst>
        </pc:spChg>
      </pc:sldChg>
      <pc:sldChg chg="modSp new mod">
        <pc:chgData name="Medhat Elmasry" userId="405e238c19f61b9e" providerId="LiveId" clId="{0E0F46A9-CE84-4C34-9619-5021A0B369EA}" dt="2022-09-03T20:44:47.400" v="850" actId="15"/>
        <pc:sldMkLst>
          <pc:docMk/>
          <pc:sldMk cId="1901646935" sldId="285"/>
        </pc:sldMkLst>
        <pc:spChg chg="mod">
          <ac:chgData name="Medhat Elmasry" userId="405e238c19f61b9e" providerId="LiveId" clId="{0E0F46A9-CE84-4C34-9619-5021A0B369EA}" dt="2022-09-03T20:43:58.562" v="834"/>
          <ac:spMkLst>
            <pc:docMk/>
            <pc:sldMk cId="1901646935" sldId="285"/>
            <ac:spMk id="2" creationId="{12936EBB-7B49-461A-8770-A14542E2ED3E}"/>
          </ac:spMkLst>
        </pc:spChg>
        <pc:spChg chg="mod">
          <ac:chgData name="Medhat Elmasry" userId="405e238c19f61b9e" providerId="LiveId" clId="{0E0F46A9-CE84-4C34-9619-5021A0B369EA}" dt="2022-09-03T20:44:47.400" v="850" actId="15"/>
          <ac:spMkLst>
            <pc:docMk/>
            <pc:sldMk cId="1901646935" sldId="285"/>
            <ac:spMk id="3" creationId="{20FBE280-49DE-42DD-B9A9-74BBA8E3C400}"/>
          </ac:spMkLst>
        </pc:spChg>
      </pc:sldChg>
      <pc:sldChg chg="modSp new mod">
        <pc:chgData name="Medhat Elmasry" userId="405e238c19f61b9e" providerId="LiveId" clId="{0E0F46A9-CE84-4C34-9619-5021A0B369EA}" dt="2022-09-03T20:45:28.082" v="866" actId="20577"/>
        <pc:sldMkLst>
          <pc:docMk/>
          <pc:sldMk cId="2193558623" sldId="286"/>
        </pc:sldMkLst>
        <pc:spChg chg="mod">
          <ac:chgData name="Medhat Elmasry" userId="405e238c19f61b9e" providerId="LiveId" clId="{0E0F46A9-CE84-4C34-9619-5021A0B369EA}" dt="2022-09-03T20:45:01.723" v="858" actId="20577"/>
          <ac:spMkLst>
            <pc:docMk/>
            <pc:sldMk cId="2193558623" sldId="286"/>
            <ac:spMk id="2" creationId="{094C4DE4-DBFB-4190-820D-24832BCC7309}"/>
          </ac:spMkLst>
        </pc:spChg>
        <pc:spChg chg="mod">
          <ac:chgData name="Medhat Elmasry" userId="405e238c19f61b9e" providerId="LiveId" clId="{0E0F46A9-CE84-4C34-9619-5021A0B369EA}" dt="2022-09-03T20:45:28.082" v="866" actId="20577"/>
          <ac:spMkLst>
            <pc:docMk/>
            <pc:sldMk cId="2193558623" sldId="286"/>
            <ac:spMk id="3" creationId="{DBA69C6A-576E-418D-8EF0-EF83FC9A34A7}"/>
          </ac:spMkLst>
        </pc:spChg>
      </pc:sldChg>
      <pc:sldChg chg="modSp new mod">
        <pc:chgData name="Medhat Elmasry" userId="405e238c19f61b9e" providerId="LiveId" clId="{0E0F46A9-CE84-4C34-9619-5021A0B369EA}" dt="2022-09-03T20:45:59.166" v="872" actId="6549"/>
        <pc:sldMkLst>
          <pc:docMk/>
          <pc:sldMk cId="281419116" sldId="287"/>
        </pc:sldMkLst>
        <pc:spChg chg="mod">
          <ac:chgData name="Medhat Elmasry" userId="405e238c19f61b9e" providerId="LiveId" clId="{0E0F46A9-CE84-4C34-9619-5021A0B369EA}" dt="2022-09-03T20:45:45.494" v="868"/>
          <ac:spMkLst>
            <pc:docMk/>
            <pc:sldMk cId="281419116" sldId="287"/>
            <ac:spMk id="2" creationId="{EDB40461-4D81-4659-872D-6CB150BE2FDC}"/>
          </ac:spMkLst>
        </pc:spChg>
        <pc:spChg chg="mod">
          <ac:chgData name="Medhat Elmasry" userId="405e238c19f61b9e" providerId="LiveId" clId="{0E0F46A9-CE84-4C34-9619-5021A0B369EA}" dt="2022-09-03T20:45:59.166" v="872" actId="6549"/>
          <ac:spMkLst>
            <pc:docMk/>
            <pc:sldMk cId="281419116" sldId="287"/>
            <ac:spMk id="3" creationId="{02591331-ABCB-4014-A1BD-020A20B9DDA4}"/>
          </ac:spMkLst>
        </pc:spChg>
      </pc:sldChg>
      <pc:sldChg chg="modSp new mod">
        <pc:chgData name="Medhat Elmasry" userId="405e238c19f61b9e" providerId="LiveId" clId="{0E0F46A9-CE84-4C34-9619-5021A0B369EA}" dt="2022-09-03T20:46:53.066" v="889" actId="15"/>
        <pc:sldMkLst>
          <pc:docMk/>
          <pc:sldMk cId="3172751029" sldId="288"/>
        </pc:sldMkLst>
        <pc:spChg chg="mod">
          <ac:chgData name="Medhat Elmasry" userId="405e238c19f61b9e" providerId="LiveId" clId="{0E0F46A9-CE84-4C34-9619-5021A0B369EA}" dt="2022-09-03T20:46:15.842" v="874"/>
          <ac:spMkLst>
            <pc:docMk/>
            <pc:sldMk cId="3172751029" sldId="288"/>
            <ac:spMk id="2" creationId="{A0CEAB90-582E-4DBD-B063-4864FB1E4A15}"/>
          </ac:spMkLst>
        </pc:spChg>
        <pc:spChg chg="mod">
          <ac:chgData name="Medhat Elmasry" userId="405e238c19f61b9e" providerId="LiveId" clId="{0E0F46A9-CE84-4C34-9619-5021A0B369EA}" dt="2022-09-03T20:46:53.066" v="889" actId="15"/>
          <ac:spMkLst>
            <pc:docMk/>
            <pc:sldMk cId="3172751029" sldId="288"/>
            <ac:spMk id="3" creationId="{B71A1A33-E571-4BFA-9DAD-35ED625113C0}"/>
          </ac:spMkLst>
        </pc:spChg>
      </pc:sldChg>
      <pc:sldChg chg="modSp new mod">
        <pc:chgData name="Medhat Elmasry" userId="405e238c19f61b9e" providerId="LiveId" clId="{0E0F46A9-CE84-4C34-9619-5021A0B369EA}" dt="2022-09-03T20:47:42.597" v="908" actId="15"/>
        <pc:sldMkLst>
          <pc:docMk/>
          <pc:sldMk cId="1146477668" sldId="289"/>
        </pc:sldMkLst>
        <pc:spChg chg="mod">
          <ac:chgData name="Medhat Elmasry" userId="405e238c19f61b9e" providerId="LiveId" clId="{0E0F46A9-CE84-4C34-9619-5021A0B369EA}" dt="2022-09-03T20:47:16.066" v="891"/>
          <ac:spMkLst>
            <pc:docMk/>
            <pc:sldMk cId="1146477668" sldId="289"/>
            <ac:spMk id="2" creationId="{39E64914-4DA8-4CC9-B56D-E09B54AC3F52}"/>
          </ac:spMkLst>
        </pc:spChg>
        <pc:spChg chg="mod">
          <ac:chgData name="Medhat Elmasry" userId="405e238c19f61b9e" providerId="LiveId" clId="{0E0F46A9-CE84-4C34-9619-5021A0B369EA}" dt="2022-09-03T20:47:42.597" v="908" actId="15"/>
          <ac:spMkLst>
            <pc:docMk/>
            <pc:sldMk cId="1146477668" sldId="289"/>
            <ac:spMk id="3" creationId="{2A4B12AF-EDBC-4C32-A1F6-5FD0B2CBE9E9}"/>
          </ac:spMkLst>
        </pc:spChg>
      </pc:sldChg>
      <pc:sldChg chg="modSp new mod">
        <pc:chgData name="Medhat Elmasry" userId="405e238c19f61b9e" providerId="LiveId" clId="{0E0F46A9-CE84-4C34-9619-5021A0B369EA}" dt="2022-09-03T20:48:29.882" v="923" actId="15"/>
        <pc:sldMkLst>
          <pc:docMk/>
          <pc:sldMk cId="3187467085" sldId="290"/>
        </pc:sldMkLst>
        <pc:spChg chg="mod">
          <ac:chgData name="Medhat Elmasry" userId="405e238c19f61b9e" providerId="LiveId" clId="{0E0F46A9-CE84-4C34-9619-5021A0B369EA}" dt="2022-09-03T20:48:00.472" v="910"/>
          <ac:spMkLst>
            <pc:docMk/>
            <pc:sldMk cId="3187467085" sldId="290"/>
            <ac:spMk id="2" creationId="{EA684DA6-4DE7-450E-8E1D-688690FB3B6C}"/>
          </ac:spMkLst>
        </pc:spChg>
        <pc:spChg chg="mod">
          <ac:chgData name="Medhat Elmasry" userId="405e238c19f61b9e" providerId="LiveId" clId="{0E0F46A9-CE84-4C34-9619-5021A0B369EA}" dt="2022-09-03T20:48:29.882" v="923" actId="15"/>
          <ac:spMkLst>
            <pc:docMk/>
            <pc:sldMk cId="3187467085" sldId="290"/>
            <ac:spMk id="3" creationId="{1F6EC3FD-A272-4288-A742-A3D2ACA01659}"/>
          </ac:spMkLst>
        </pc:spChg>
      </pc:sldChg>
      <pc:sldChg chg="modSp new mod">
        <pc:chgData name="Medhat Elmasry" userId="405e238c19f61b9e" providerId="LiveId" clId="{0E0F46A9-CE84-4C34-9619-5021A0B369EA}" dt="2022-09-03T20:50:14.723" v="1005" actId="12"/>
        <pc:sldMkLst>
          <pc:docMk/>
          <pc:sldMk cId="1388381257" sldId="291"/>
        </pc:sldMkLst>
        <pc:spChg chg="mod">
          <ac:chgData name="Medhat Elmasry" userId="405e238c19f61b9e" providerId="LiveId" clId="{0E0F46A9-CE84-4C34-9619-5021A0B369EA}" dt="2022-09-03T20:48:46.362" v="925"/>
          <ac:spMkLst>
            <pc:docMk/>
            <pc:sldMk cId="1388381257" sldId="291"/>
            <ac:spMk id="2" creationId="{0B9954A4-DB32-4C6F-90C8-19E5AA334083}"/>
          </ac:spMkLst>
        </pc:spChg>
        <pc:spChg chg="mod">
          <ac:chgData name="Medhat Elmasry" userId="405e238c19f61b9e" providerId="LiveId" clId="{0E0F46A9-CE84-4C34-9619-5021A0B369EA}" dt="2022-09-03T20:50:14.723" v="1005" actId="12"/>
          <ac:spMkLst>
            <pc:docMk/>
            <pc:sldMk cId="1388381257" sldId="291"/>
            <ac:spMk id="3" creationId="{223E6AA4-D4E7-4DA9-BD89-C57BFCF3EFA0}"/>
          </ac:spMkLst>
        </pc:spChg>
      </pc:sldChg>
      <pc:sldChg chg="modSp new mod">
        <pc:chgData name="Medhat Elmasry" userId="405e238c19f61b9e" providerId="LiveId" clId="{0E0F46A9-CE84-4C34-9619-5021A0B369EA}" dt="2022-09-03T20:50:47.991" v="1013" actId="20577"/>
        <pc:sldMkLst>
          <pc:docMk/>
          <pc:sldMk cId="34652368" sldId="292"/>
        </pc:sldMkLst>
        <pc:spChg chg="mod">
          <ac:chgData name="Medhat Elmasry" userId="405e238c19f61b9e" providerId="LiveId" clId="{0E0F46A9-CE84-4C34-9619-5021A0B369EA}" dt="2022-09-03T20:50:33.232" v="1007"/>
          <ac:spMkLst>
            <pc:docMk/>
            <pc:sldMk cId="34652368" sldId="292"/>
            <ac:spMk id="2" creationId="{A51FCD78-1483-46CD-B173-8BBD5E5EB38A}"/>
          </ac:spMkLst>
        </pc:spChg>
        <pc:spChg chg="mod">
          <ac:chgData name="Medhat Elmasry" userId="405e238c19f61b9e" providerId="LiveId" clId="{0E0F46A9-CE84-4C34-9619-5021A0B369EA}" dt="2022-09-03T20:50:47.991" v="1013" actId="20577"/>
          <ac:spMkLst>
            <pc:docMk/>
            <pc:sldMk cId="34652368" sldId="292"/>
            <ac:spMk id="3" creationId="{57DB3EF3-3654-4575-B957-44F87ABFA37F}"/>
          </ac:spMkLst>
        </pc:spChg>
      </pc:sldChg>
      <pc:sldChg chg="modSp new mod">
        <pc:chgData name="Medhat Elmasry" userId="405e238c19f61b9e" providerId="LiveId" clId="{0E0F46A9-CE84-4C34-9619-5021A0B369EA}" dt="2022-09-03T20:51:19.822" v="1021" actId="20577"/>
        <pc:sldMkLst>
          <pc:docMk/>
          <pc:sldMk cId="3189812591" sldId="293"/>
        </pc:sldMkLst>
        <pc:spChg chg="mod">
          <ac:chgData name="Medhat Elmasry" userId="405e238c19f61b9e" providerId="LiveId" clId="{0E0F46A9-CE84-4C34-9619-5021A0B369EA}" dt="2022-09-03T20:51:04.022" v="1015"/>
          <ac:spMkLst>
            <pc:docMk/>
            <pc:sldMk cId="3189812591" sldId="293"/>
            <ac:spMk id="2" creationId="{223B7414-0B1B-4C5F-835B-D0C630705C14}"/>
          </ac:spMkLst>
        </pc:spChg>
        <pc:spChg chg="mod">
          <ac:chgData name="Medhat Elmasry" userId="405e238c19f61b9e" providerId="LiveId" clId="{0E0F46A9-CE84-4C34-9619-5021A0B369EA}" dt="2022-09-03T20:51:19.822" v="1021" actId="20577"/>
          <ac:spMkLst>
            <pc:docMk/>
            <pc:sldMk cId="3189812591" sldId="293"/>
            <ac:spMk id="3" creationId="{0DB2C9EC-8F4A-45FD-AE0C-E071794586DA}"/>
          </ac:spMkLst>
        </pc:spChg>
      </pc:sldChg>
      <pc:sldChg chg="modSp new mod">
        <pc:chgData name="Medhat Elmasry" userId="405e238c19f61b9e" providerId="LiveId" clId="{0E0F46A9-CE84-4C34-9619-5021A0B369EA}" dt="2022-09-03T20:55:03.729" v="1030" actId="20577"/>
        <pc:sldMkLst>
          <pc:docMk/>
          <pc:sldMk cId="1392707976" sldId="294"/>
        </pc:sldMkLst>
        <pc:spChg chg="mod">
          <ac:chgData name="Medhat Elmasry" userId="405e238c19f61b9e" providerId="LiveId" clId="{0E0F46A9-CE84-4C34-9619-5021A0B369EA}" dt="2022-09-03T20:54:47.052" v="1023"/>
          <ac:spMkLst>
            <pc:docMk/>
            <pc:sldMk cId="1392707976" sldId="294"/>
            <ac:spMk id="2" creationId="{2B537E1D-9DFA-4881-BA0A-E7152F9082DA}"/>
          </ac:spMkLst>
        </pc:spChg>
        <pc:spChg chg="mod">
          <ac:chgData name="Medhat Elmasry" userId="405e238c19f61b9e" providerId="LiveId" clId="{0E0F46A9-CE84-4C34-9619-5021A0B369EA}" dt="2022-09-03T20:55:03.729" v="1030" actId="20577"/>
          <ac:spMkLst>
            <pc:docMk/>
            <pc:sldMk cId="1392707976" sldId="294"/>
            <ac:spMk id="3" creationId="{72005CFD-AE9B-4719-94AF-BB077E227B0A}"/>
          </ac:spMkLst>
        </pc:spChg>
      </pc:sldChg>
      <pc:sldChg chg="modSp new mod">
        <pc:chgData name="Medhat Elmasry" userId="405e238c19f61b9e" providerId="LiveId" clId="{0E0F46A9-CE84-4C34-9619-5021A0B369EA}" dt="2022-09-03T20:55:33.577" v="1038" actId="20577"/>
        <pc:sldMkLst>
          <pc:docMk/>
          <pc:sldMk cId="3417705674" sldId="295"/>
        </pc:sldMkLst>
        <pc:spChg chg="mod">
          <ac:chgData name="Medhat Elmasry" userId="405e238c19f61b9e" providerId="LiveId" clId="{0E0F46A9-CE84-4C34-9619-5021A0B369EA}" dt="2022-09-03T20:55:18.199" v="1032"/>
          <ac:spMkLst>
            <pc:docMk/>
            <pc:sldMk cId="3417705674" sldId="295"/>
            <ac:spMk id="2" creationId="{6144E52D-065B-45F8-B16D-469C58FD2233}"/>
          </ac:spMkLst>
        </pc:spChg>
        <pc:spChg chg="mod">
          <ac:chgData name="Medhat Elmasry" userId="405e238c19f61b9e" providerId="LiveId" clId="{0E0F46A9-CE84-4C34-9619-5021A0B369EA}" dt="2022-09-03T20:55:33.577" v="1038" actId="20577"/>
          <ac:spMkLst>
            <pc:docMk/>
            <pc:sldMk cId="3417705674" sldId="295"/>
            <ac:spMk id="3" creationId="{3E992E98-4D24-4C05-A8DB-39DE4BCD3292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0:57:39.693" v="1055" actId="1076"/>
        <pc:sldMkLst>
          <pc:docMk/>
          <pc:sldMk cId="1390182742" sldId="296"/>
        </pc:sldMkLst>
        <pc:spChg chg="mod ord">
          <ac:chgData name="Medhat Elmasry" userId="405e238c19f61b9e" providerId="LiveId" clId="{0E0F46A9-CE84-4C34-9619-5021A0B369EA}" dt="2022-09-03T20:56:29.563" v="1042" actId="700"/>
          <ac:spMkLst>
            <pc:docMk/>
            <pc:sldMk cId="1390182742" sldId="296"/>
            <ac:spMk id="2" creationId="{4DCE1E51-179F-48C8-86EE-4F46FD812654}"/>
          </ac:spMkLst>
        </pc:spChg>
        <pc:spChg chg="del mod">
          <ac:chgData name="Medhat Elmasry" userId="405e238c19f61b9e" providerId="LiveId" clId="{0E0F46A9-CE84-4C34-9619-5021A0B369EA}" dt="2022-09-03T20:56:29.563" v="1042" actId="700"/>
          <ac:spMkLst>
            <pc:docMk/>
            <pc:sldMk cId="1390182742" sldId="296"/>
            <ac:spMk id="3" creationId="{32EF5E47-4A98-4861-B23B-36ED60C2766C}"/>
          </ac:spMkLst>
        </pc:spChg>
        <pc:spChg chg="add mod">
          <ac:chgData name="Medhat Elmasry" userId="405e238c19f61b9e" providerId="LiveId" clId="{0E0F46A9-CE84-4C34-9619-5021A0B369EA}" dt="2022-09-03T20:57:19.940" v="1052" actId="14100"/>
          <ac:spMkLst>
            <pc:docMk/>
            <pc:sldMk cId="1390182742" sldId="296"/>
            <ac:spMk id="5" creationId="{87E16B5D-33A4-41B1-B600-10DEBDD29B64}"/>
          </ac:spMkLst>
        </pc:spChg>
        <pc:spChg chg="add mod">
          <ac:chgData name="Medhat Elmasry" userId="405e238c19f61b9e" providerId="LiveId" clId="{0E0F46A9-CE84-4C34-9619-5021A0B369EA}" dt="2022-09-03T20:57:39.693" v="1055" actId="1076"/>
          <ac:spMkLst>
            <pc:docMk/>
            <pc:sldMk cId="1390182742" sldId="296"/>
            <ac:spMk id="7" creationId="{5AC2EBC0-3FFC-42B0-8A42-F304E7AFB2FE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0:58:39.765" v="1063" actId="1076"/>
        <pc:sldMkLst>
          <pc:docMk/>
          <pc:sldMk cId="1699832480" sldId="297"/>
        </pc:sldMkLst>
        <pc:spChg chg="del mod ord">
          <ac:chgData name="Medhat Elmasry" userId="405e238c19f61b9e" providerId="LiveId" clId="{0E0F46A9-CE84-4C34-9619-5021A0B369EA}" dt="2022-09-03T20:58:03.775" v="1057" actId="700"/>
          <ac:spMkLst>
            <pc:docMk/>
            <pc:sldMk cId="1699832480" sldId="297"/>
            <ac:spMk id="2" creationId="{F50BEA51-2AF7-4725-AF3E-77A48150D2A9}"/>
          </ac:spMkLst>
        </pc:spChg>
        <pc:spChg chg="add mod ord">
          <ac:chgData name="Medhat Elmasry" userId="405e238c19f61b9e" providerId="LiveId" clId="{0E0F46A9-CE84-4C34-9619-5021A0B369EA}" dt="2022-09-03T20:58:06.718" v="1058"/>
          <ac:spMkLst>
            <pc:docMk/>
            <pc:sldMk cId="1699832480" sldId="297"/>
            <ac:spMk id="3" creationId="{98416FB1-81D0-45BF-B912-131E4C1E3CA1}"/>
          </ac:spMkLst>
        </pc:spChg>
        <pc:spChg chg="add mod ord">
          <ac:chgData name="Medhat Elmasry" userId="405e238c19f61b9e" providerId="LiveId" clId="{0E0F46A9-CE84-4C34-9619-5021A0B369EA}" dt="2022-09-03T20:58:23.421" v="1061" actId="14100"/>
          <ac:spMkLst>
            <pc:docMk/>
            <pc:sldMk cId="1699832480" sldId="297"/>
            <ac:spMk id="4" creationId="{AB77BB78-51A9-419C-AC0D-443D774BA241}"/>
          </ac:spMkLst>
        </pc:spChg>
        <pc:spChg chg="add mod">
          <ac:chgData name="Medhat Elmasry" userId="405e238c19f61b9e" providerId="LiveId" clId="{0E0F46A9-CE84-4C34-9619-5021A0B369EA}" dt="2022-09-03T20:58:39.765" v="1063" actId="1076"/>
          <ac:spMkLst>
            <pc:docMk/>
            <pc:sldMk cId="1699832480" sldId="297"/>
            <ac:spMk id="6" creationId="{D6017261-A7C1-4BE3-91AE-639A2576DEBA}"/>
          </ac:spMkLst>
        </pc:spChg>
      </pc:sldChg>
      <pc:sldChg chg="modSp new mod">
        <pc:chgData name="Medhat Elmasry" userId="405e238c19f61b9e" providerId="LiveId" clId="{0E0F46A9-CE84-4C34-9619-5021A0B369EA}" dt="2022-09-03T20:59:52.346" v="1101" actId="15"/>
        <pc:sldMkLst>
          <pc:docMk/>
          <pc:sldMk cId="2032401375" sldId="298"/>
        </pc:sldMkLst>
        <pc:spChg chg="mod">
          <ac:chgData name="Medhat Elmasry" userId="405e238c19f61b9e" providerId="LiveId" clId="{0E0F46A9-CE84-4C34-9619-5021A0B369EA}" dt="2022-09-03T20:58:54.262" v="1065"/>
          <ac:spMkLst>
            <pc:docMk/>
            <pc:sldMk cId="2032401375" sldId="298"/>
            <ac:spMk id="2" creationId="{25A59D91-3E75-4647-9DEF-1AC706E0C0CB}"/>
          </ac:spMkLst>
        </pc:spChg>
        <pc:spChg chg="mod">
          <ac:chgData name="Medhat Elmasry" userId="405e238c19f61b9e" providerId="LiveId" clId="{0E0F46A9-CE84-4C34-9619-5021A0B369EA}" dt="2022-09-03T20:59:52.346" v="1101" actId="15"/>
          <ac:spMkLst>
            <pc:docMk/>
            <pc:sldMk cId="2032401375" sldId="298"/>
            <ac:spMk id="3" creationId="{65DD00BF-77AC-4154-B21E-A4161F5AB8F4}"/>
          </ac:spMkLst>
        </pc:spChg>
      </pc:sldChg>
      <pc:sldChg chg="modSp new mod">
        <pc:chgData name="Medhat Elmasry" userId="405e238c19f61b9e" providerId="LiveId" clId="{0E0F46A9-CE84-4C34-9619-5021A0B369EA}" dt="2022-09-03T21:08:19.277" v="1232" actId="14100"/>
        <pc:sldMkLst>
          <pc:docMk/>
          <pc:sldMk cId="1953875360" sldId="299"/>
        </pc:sldMkLst>
        <pc:spChg chg="mod">
          <ac:chgData name="Medhat Elmasry" userId="405e238c19f61b9e" providerId="LiveId" clId="{0E0F46A9-CE84-4C34-9619-5021A0B369EA}" dt="2022-09-03T21:08:19.277" v="1232" actId="14100"/>
          <ac:spMkLst>
            <pc:docMk/>
            <pc:sldMk cId="1953875360" sldId="299"/>
            <ac:spMk id="2" creationId="{685EC000-AF3C-4342-92D4-9BCCFDC9597F}"/>
          </ac:spMkLst>
        </pc:spChg>
        <pc:spChg chg="mod">
          <ac:chgData name="Medhat Elmasry" userId="405e238c19f61b9e" providerId="LiveId" clId="{0E0F46A9-CE84-4C34-9619-5021A0B369EA}" dt="2022-09-03T21:00:49.334" v="1131" actId="20577"/>
          <ac:spMkLst>
            <pc:docMk/>
            <pc:sldMk cId="1953875360" sldId="299"/>
            <ac:spMk id="3" creationId="{0D68FA9B-E355-4E6A-A344-1E5D2C255C02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1:02:55.740" v="1162" actId="1076"/>
        <pc:sldMkLst>
          <pc:docMk/>
          <pc:sldMk cId="4121485749" sldId="300"/>
        </pc:sldMkLst>
        <pc:spChg chg="mod ord">
          <ac:chgData name="Medhat Elmasry" userId="405e238c19f61b9e" providerId="LiveId" clId="{0E0F46A9-CE84-4C34-9619-5021A0B369EA}" dt="2022-09-03T21:01:17.875" v="1134" actId="700"/>
          <ac:spMkLst>
            <pc:docMk/>
            <pc:sldMk cId="4121485749" sldId="300"/>
            <ac:spMk id="2" creationId="{7DC802E1-A073-4145-AD9F-0B1193AB0EB8}"/>
          </ac:spMkLst>
        </pc:spChg>
        <pc:spChg chg="del">
          <ac:chgData name="Medhat Elmasry" userId="405e238c19f61b9e" providerId="LiveId" clId="{0E0F46A9-CE84-4C34-9619-5021A0B369EA}" dt="2022-09-03T21:01:17.875" v="1134" actId="700"/>
          <ac:spMkLst>
            <pc:docMk/>
            <pc:sldMk cId="4121485749" sldId="300"/>
            <ac:spMk id="3" creationId="{30BAC399-ADB5-49F5-B884-7AE2A0C8DB01}"/>
          </ac:spMkLst>
        </pc:spChg>
        <pc:spChg chg="add mod">
          <ac:chgData name="Medhat Elmasry" userId="405e238c19f61b9e" providerId="LiveId" clId="{0E0F46A9-CE84-4C34-9619-5021A0B369EA}" dt="2022-09-03T21:02:41.458" v="1157"/>
          <ac:spMkLst>
            <pc:docMk/>
            <pc:sldMk cId="4121485749" sldId="300"/>
            <ac:spMk id="5" creationId="{9BC2DA97-9E4C-4A4C-BD20-96A652988867}"/>
          </ac:spMkLst>
        </pc:spChg>
        <pc:spChg chg="add mod">
          <ac:chgData name="Medhat Elmasry" userId="405e238c19f61b9e" providerId="LiveId" clId="{0E0F46A9-CE84-4C34-9619-5021A0B369EA}" dt="2022-09-03T21:02:55.740" v="1162" actId="1076"/>
          <ac:spMkLst>
            <pc:docMk/>
            <pc:sldMk cId="4121485749" sldId="300"/>
            <ac:spMk id="7" creationId="{BF52FFC7-B46A-45BF-BB46-DAE80017B577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1:04:08.624" v="1184" actId="15"/>
        <pc:sldMkLst>
          <pc:docMk/>
          <pc:sldMk cId="3236511759" sldId="301"/>
        </pc:sldMkLst>
        <pc:spChg chg="del mod ord">
          <ac:chgData name="Medhat Elmasry" userId="405e238c19f61b9e" providerId="LiveId" clId="{0E0F46A9-CE84-4C34-9619-5021A0B369EA}" dt="2022-09-03T21:03:26.359" v="1163" actId="700"/>
          <ac:spMkLst>
            <pc:docMk/>
            <pc:sldMk cId="3236511759" sldId="301"/>
            <ac:spMk id="2" creationId="{1BFA5780-51B0-4A63-B19A-EC2808C28210}"/>
          </ac:spMkLst>
        </pc:spChg>
        <pc:spChg chg="add mod ord">
          <ac:chgData name="Medhat Elmasry" userId="405e238c19f61b9e" providerId="LiveId" clId="{0E0F46A9-CE84-4C34-9619-5021A0B369EA}" dt="2022-09-03T21:03:29.513" v="1164"/>
          <ac:spMkLst>
            <pc:docMk/>
            <pc:sldMk cId="3236511759" sldId="301"/>
            <ac:spMk id="3" creationId="{CAE86818-B154-4563-8FD3-C325E8058245}"/>
          </ac:spMkLst>
        </pc:spChg>
        <pc:spChg chg="add mod ord">
          <ac:chgData name="Medhat Elmasry" userId="405e238c19f61b9e" providerId="LiveId" clId="{0E0F46A9-CE84-4C34-9619-5021A0B369EA}" dt="2022-09-03T21:04:08.624" v="1184" actId="15"/>
          <ac:spMkLst>
            <pc:docMk/>
            <pc:sldMk cId="3236511759" sldId="301"/>
            <ac:spMk id="4" creationId="{1EA26939-8121-43F5-AB7B-6CF057168347}"/>
          </ac:spMkLst>
        </pc:spChg>
      </pc:sldChg>
      <pc:sldChg chg="modSp new mod">
        <pc:chgData name="Medhat Elmasry" userId="405e238c19f61b9e" providerId="LiveId" clId="{0E0F46A9-CE84-4C34-9619-5021A0B369EA}" dt="2022-09-03T21:05:00.522" v="1216" actId="20577"/>
        <pc:sldMkLst>
          <pc:docMk/>
          <pc:sldMk cId="2567822705" sldId="302"/>
        </pc:sldMkLst>
        <pc:spChg chg="mod">
          <ac:chgData name="Medhat Elmasry" userId="405e238c19f61b9e" providerId="LiveId" clId="{0E0F46A9-CE84-4C34-9619-5021A0B369EA}" dt="2022-09-03T21:04:24.758" v="1186"/>
          <ac:spMkLst>
            <pc:docMk/>
            <pc:sldMk cId="2567822705" sldId="302"/>
            <ac:spMk id="2" creationId="{57C7D987-29D6-48B7-A633-6B4C34363CB1}"/>
          </ac:spMkLst>
        </pc:spChg>
        <pc:spChg chg="mod">
          <ac:chgData name="Medhat Elmasry" userId="405e238c19f61b9e" providerId="LiveId" clId="{0E0F46A9-CE84-4C34-9619-5021A0B369EA}" dt="2022-09-03T21:05:00.522" v="1216" actId="20577"/>
          <ac:spMkLst>
            <pc:docMk/>
            <pc:sldMk cId="2567822705" sldId="302"/>
            <ac:spMk id="3" creationId="{044B4D2E-8D70-4BF1-B5FB-85C2C214DD43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1:07:47.057" v="1230" actId="1076"/>
        <pc:sldMkLst>
          <pc:docMk/>
          <pc:sldMk cId="4168149056" sldId="303"/>
        </pc:sldMkLst>
        <pc:spChg chg="mod ord">
          <ac:chgData name="Medhat Elmasry" userId="405e238c19f61b9e" providerId="LiveId" clId="{0E0F46A9-CE84-4C34-9619-5021A0B369EA}" dt="2022-09-03T21:07:06.377" v="1219" actId="700"/>
          <ac:spMkLst>
            <pc:docMk/>
            <pc:sldMk cId="4168149056" sldId="303"/>
            <ac:spMk id="2" creationId="{32F12C2E-26A8-4815-8DC6-B85F36E9CCF8}"/>
          </ac:spMkLst>
        </pc:spChg>
        <pc:spChg chg="del">
          <ac:chgData name="Medhat Elmasry" userId="405e238c19f61b9e" providerId="LiveId" clId="{0E0F46A9-CE84-4C34-9619-5021A0B369EA}" dt="2022-09-03T21:07:06.377" v="1219" actId="700"/>
          <ac:spMkLst>
            <pc:docMk/>
            <pc:sldMk cId="4168149056" sldId="303"/>
            <ac:spMk id="3" creationId="{7162E5E0-6250-4E45-9790-D8C361DFDAEE}"/>
          </ac:spMkLst>
        </pc:spChg>
        <pc:spChg chg="add mod">
          <ac:chgData name="Medhat Elmasry" userId="405e238c19f61b9e" providerId="LiveId" clId="{0E0F46A9-CE84-4C34-9619-5021A0B369EA}" dt="2022-09-03T21:07:47.057" v="1230" actId="1076"/>
          <ac:spMkLst>
            <pc:docMk/>
            <pc:sldMk cId="4168149056" sldId="303"/>
            <ac:spMk id="5" creationId="{66A2B14D-721B-4BF7-AEE7-915959DC70B1}"/>
          </ac:spMkLst>
        </pc:spChg>
        <pc:spChg chg="add mod">
          <ac:chgData name="Medhat Elmasry" userId="405e238c19f61b9e" providerId="LiveId" clId="{0E0F46A9-CE84-4C34-9619-5021A0B369EA}" dt="2022-09-03T21:07:42.149" v="1229" actId="1076"/>
          <ac:spMkLst>
            <pc:docMk/>
            <pc:sldMk cId="4168149056" sldId="303"/>
            <ac:spMk id="7" creationId="{F546CD94-6932-47E7-8D32-B4D01EA7C4A5}"/>
          </ac:spMkLst>
        </pc:spChg>
      </pc:sldChg>
      <pc:sldChg chg="addSp delSp modSp new mod modClrScheme chgLayout">
        <pc:chgData name="Medhat Elmasry" userId="405e238c19f61b9e" providerId="LiveId" clId="{0E0F46A9-CE84-4C34-9619-5021A0B369EA}" dt="2022-09-03T21:10:21.697" v="1271" actId="20577"/>
        <pc:sldMkLst>
          <pc:docMk/>
          <pc:sldMk cId="2827549826" sldId="304"/>
        </pc:sldMkLst>
        <pc:spChg chg="mod ord">
          <ac:chgData name="Medhat Elmasry" userId="405e238c19f61b9e" providerId="LiveId" clId="{0E0F46A9-CE84-4C34-9619-5021A0B369EA}" dt="2022-09-03T21:09:34.409" v="1243" actId="700"/>
          <ac:spMkLst>
            <pc:docMk/>
            <pc:sldMk cId="2827549826" sldId="304"/>
            <ac:spMk id="2" creationId="{17437469-8E29-4023-A898-50AFA709720D}"/>
          </ac:spMkLst>
        </pc:spChg>
        <pc:spChg chg="add del mod ord">
          <ac:chgData name="Medhat Elmasry" userId="405e238c19f61b9e" providerId="LiveId" clId="{0E0F46A9-CE84-4C34-9619-5021A0B369EA}" dt="2022-09-03T21:09:06.659" v="1239" actId="700"/>
          <ac:spMkLst>
            <pc:docMk/>
            <pc:sldMk cId="2827549826" sldId="304"/>
            <ac:spMk id="3" creationId="{9C746A9E-9293-4D02-AB81-A3FEACE2E4F5}"/>
          </ac:spMkLst>
        </pc:spChg>
        <pc:spChg chg="add mod">
          <ac:chgData name="Medhat Elmasry" userId="405e238c19f61b9e" providerId="LiveId" clId="{0E0F46A9-CE84-4C34-9619-5021A0B369EA}" dt="2022-09-03T21:09:23.905" v="1242" actId="14100"/>
          <ac:spMkLst>
            <pc:docMk/>
            <pc:sldMk cId="2827549826" sldId="304"/>
            <ac:spMk id="5" creationId="{3BEF62DE-454F-4710-ACC9-CB1025F139A5}"/>
          </ac:spMkLst>
        </pc:spChg>
        <pc:spChg chg="add mod ord">
          <ac:chgData name="Medhat Elmasry" userId="405e238c19f61b9e" providerId="LiveId" clId="{0E0F46A9-CE84-4C34-9619-5021A0B369EA}" dt="2022-09-03T21:10:21.697" v="1271" actId="20577"/>
          <ac:spMkLst>
            <pc:docMk/>
            <pc:sldMk cId="2827549826" sldId="304"/>
            <ac:spMk id="6" creationId="{7F311E75-05FC-4F5E-A7C3-EAA531E37361}"/>
          </ac:spMkLst>
        </pc:spChg>
      </pc:sldChg>
      <pc:sldMasterChg chg="modSldLayout">
        <pc:chgData name="Medhat Elmasry" userId="405e238c19f61b9e" providerId="LiveId" clId="{0E0F46A9-CE84-4C34-9619-5021A0B369EA}" dt="2022-09-03T21:08:30.857" v="1235" actId="1076"/>
        <pc:sldMasterMkLst>
          <pc:docMk/>
          <pc:sldMasterMk cId="1318297308" sldId="2147483648"/>
        </pc:sldMasterMkLst>
        <pc:sldLayoutChg chg="modSp mod">
          <pc:chgData name="Medhat Elmasry" userId="405e238c19f61b9e" providerId="LiveId" clId="{0E0F46A9-CE84-4C34-9619-5021A0B369EA}" dt="2022-09-03T21:08:30.857" v="1235" actId="1076"/>
          <pc:sldLayoutMkLst>
            <pc:docMk/>
            <pc:sldMasterMk cId="1318297308" sldId="2147483648"/>
            <pc:sldLayoutMk cId="949828069" sldId="2147483650"/>
          </pc:sldLayoutMkLst>
          <pc:spChg chg="mod">
            <ac:chgData name="Medhat Elmasry" userId="405e238c19f61b9e" providerId="LiveId" clId="{0E0F46A9-CE84-4C34-9619-5021A0B369EA}" dt="2022-09-03T21:08:26.543" v="1233" actId="14100"/>
            <ac:spMkLst>
              <pc:docMk/>
              <pc:sldMasterMk cId="1318297308" sldId="2147483648"/>
              <pc:sldLayoutMk cId="949828069" sldId="2147483650"/>
              <ac:spMk id="2" creationId="{43334408-0764-41DB-B058-A8489C218C3E}"/>
            </ac:spMkLst>
          </pc:spChg>
          <pc:spChg chg="mod">
            <ac:chgData name="Medhat Elmasry" userId="405e238c19f61b9e" providerId="LiveId" clId="{0E0F46A9-CE84-4C34-9619-5021A0B369EA}" dt="2022-09-03T21:08:30.857" v="1235" actId="1076"/>
            <ac:spMkLst>
              <pc:docMk/>
              <pc:sldMasterMk cId="1318297308" sldId="2147483648"/>
              <pc:sldLayoutMk cId="949828069" sldId="2147483650"/>
              <ac:spMk id="3" creationId="{32AC231C-8A55-4E64-8239-CE9DDC239EE5}"/>
            </ac:spMkLst>
          </pc:spChg>
        </pc:sldLayoutChg>
        <pc:sldLayoutChg chg="modSp mod">
          <pc:chgData name="Medhat Elmasry" userId="405e238c19f61b9e" providerId="LiveId" clId="{0E0F46A9-CE84-4C34-9619-5021A0B369EA}" dt="2022-09-03T21:08:06.173" v="1231" actId="14100"/>
          <pc:sldLayoutMkLst>
            <pc:docMk/>
            <pc:sldMasterMk cId="1318297308" sldId="2147483648"/>
            <pc:sldLayoutMk cId="4240109301" sldId="2147483654"/>
          </pc:sldLayoutMkLst>
          <pc:spChg chg="mod">
            <ac:chgData name="Medhat Elmasry" userId="405e238c19f61b9e" providerId="LiveId" clId="{0E0F46A9-CE84-4C34-9619-5021A0B369EA}" dt="2022-09-03T21:08:06.173" v="1231" actId="14100"/>
            <ac:spMkLst>
              <pc:docMk/>
              <pc:sldMasterMk cId="1318297308" sldId="2147483648"/>
              <pc:sldLayoutMk cId="4240109301" sldId="2147483654"/>
              <ac:spMk id="2" creationId="{AF0FF41C-A5A7-4277-8751-DE43FFE8257F}"/>
            </ac:spMkLst>
          </pc:spChg>
        </pc:sldLayoutChg>
      </pc:sldMasterChg>
    </pc:docChg>
  </pc:docChgLst>
  <pc:docChgLst>
    <pc:chgData name="Medhat Elmasry" userId="405e238c19f61b9e" providerId="LiveId" clId="{4694DF96-EC6D-49E4-BA18-46D982DB2BFD}"/>
    <pc:docChg chg="modSld">
      <pc:chgData name="Medhat Elmasry" userId="405e238c19f61b9e" providerId="LiveId" clId="{4694DF96-EC6D-49E4-BA18-46D982DB2BFD}" dt="2022-09-04T23:51:39.687" v="13" actId="20577"/>
      <pc:docMkLst>
        <pc:docMk/>
      </pc:docMkLst>
      <pc:sldChg chg="modSp mod">
        <pc:chgData name="Medhat Elmasry" userId="405e238c19f61b9e" providerId="LiveId" clId="{4694DF96-EC6D-49E4-BA18-46D982DB2BFD}" dt="2022-09-04T23:51:39.687" v="13" actId="20577"/>
        <pc:sldMkLst>
          <pc:docMk/>
          <pc:sldMk cId="1669509965" sldId="256"/>
        </pc:sldMkLst>
        <pc:spChg chg="mod">
          <ac:chgData name="Medhat Elmasry" userId="405e238c19f61b9e" providerId="LiveId" clId="{4694DF96-EC6D-49E4-BA18-46D982DB2BFD}" dt="2022-09-04T23:51:39.687" v="13" actId="20577"/>
          <ac:spMkLst>
            <pc:docMk/>
            <pc:sldMk cId="1669509965" sldId="256"/>
            <ac:spMk id="3" creationId="{CE76344C-BF99-429B-8878-52AFF6DDA8DA}"/>
          </ac:spMkLst>
        </pc:spChg>
      </pc:sldChg>
    </pc:docChg>
  </pc:docChgLst>
  <pc:docChgLst>
    <pc:chgData name="Medhat Elmasry" userId="405e238c19f61b9e" providerId="LiveId" clId="{C896DBE3-BB3D-4904-A754-F1C591F36B31}"/>
    <pc:docChg chg="undo custSel addSld delSld modSld">
      <pc:chgData name="Medhat Elmasry" userId="405e238c19f61b9e" providerId="LiveId" clId="{C896DBE3-BB3D-4904-A754-F1C591F36B31}" dt="2022-09-10T21:24:17.120" v="1584" actId="20577"/>
      <pc:docMkLst>
        <pc:docMk/>
      </pc:docMkLst>
      <pc:sldChg chg="modSp mod">
        <pc:chgData name="Medhat Elmasry" userId="405e238c19f61b9e" providerId="LiveId" clId="{C896DBE3-BB3D-4904-A754-F1C591F36B31}" dt="2022-09-10T20:11:19.678" v="18" actId="20577"/>
        <pc:sldMkLst>
          <pc:docMk/>
          <pc:sldMk cId="1669509965" sldId="256"/>
        </pc:sldMkLst>
        <pc:spChg chg="mod">
          <ac:chgData name="Medhat Elmasry" userId="405e238c19f61b9e" providerId="LiveId" clId="{C896DBE3-BB3D-4904-A754-F1C591F36B31}" dt="2022-09-10T20:11:19.678" v="18" actId="20577"/>
          <ac:spMkLst>
            <pc:docMk/>
            <pc:sldMk cId="1669509965" sldId="256"/>
            <ac:spMk id="2" creationId="{C2560C3B-4FE9-48F5-9F4C-CC2890A6F5C9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296768810" sldId="257"/>
        </pc:sldMkLst>
      </pc:sldChg>
      <pc:sldChg chg="modSp new mod">
        <pc:chgData name="Medhat Elmasry" userId="405e238c19f61b9e" providerId="LiveId" clId="{C896DBE3-BB3D-4904-A754-F1C591F36B31}" dt="2022-09-10T20:15:05.980" v="350" actId="20577"/>
        <pc:sldMkLst>
          <pc:docMk/>
          <pc:sldMk cId="3030529096" sldId="257"/>
        </pc:sldMkLst>
        <pc:spChg chg="mod">
          <ac:chgData name="Medhat Elmasry" userId="405e238c19f61b9e" providerId="LiveId" clId="{C896DBE3-BB3D-4904-A754-F1C591F36B31}" dt="2022-09-10T20:11:42.720" v="50" actId="20577"/>
          <ac:spMkLst>
            <pc:docMk/>
            <pc:sldMk cId="3030529096" sldId="257"/>
            <ac:spMk id="2" creationId="{3EB79154-EC41-42DB-B9BA-B4D00ED4EC4E}"/>
          </ac:spMkLst>
        </pc:spChg>
        <pc:spChg chg="mod">
          <ac:chgData name="Medhat Elmasry" userId="405e238c19f61b9e" providerId="LiveId" clId="{C896DBE3-BB3D-4904-A754-F1C591F36B31}" dt="2022-09-10T20:15:05.980" v="350" actId="20577"/>
          <ac:spMkLst>
            <pc:docMk/>
            <pc:sldMk cId="3030529096" sldId="257"/>
            <ac:spMk id="3" creationId="{BC63C538-8F69-46BE-BD00-D72752F2E19D}"/>
          </ac:spMkLst>
        </pc:spChg>
      </pc:sldChg>
      <pc:sldChg chg="modSp new mod">
        <pc:chgData name="Medhat Elmasry" userId="405e238c19f61b9e" providerId="LiveId" clId="{C896DBE3-BB3D-4904-A754-F1C591F36B31}" dt="2022-09-10T20:15:02.048" v="349" actId="20577"/>
        <pc:sldMkLst>
          <pc:docMk/>
          <pc:sldMk cId="2286709082" sldId="258"/>
        </pc:sldMkLst>
        <pc:spChg chg="mod">
          <ac:chgData name="Medhat Elmasry" userId="405e238c19f61b9e" providerId="LiveId" clId="{C896DBE3-BB3D-4904-A754-F1C591F36B31}" dt="2022-09-10T20:14:10.001" v="283" actId="20577"/>
          <ac:spMkLst>
            <pc:docMk/>
            <pc:sldMk cId="2286709082" sldId="258"/>
            <ac:spMk id="2" creationId="{E498C751-AE87-44D1-BA11-2FD7AE10F91A}"/>
          </ac:spMkLst>
        </pc:spChg>
        <pc:spChg chg="mod">
          <ac:chgData name="Medhat Elmasry" userId="405e238c19f61b9e" providerId="LiveId" clId="{C896DBE3-BB3D-4904-A754-F1C591F36B31}" dt="2022-09-10T20:15:02.048" v="349" actId="20577"/>
          <ac:spMkLst>
            <pc:docMk/>
            <pc:sldMk cId="2286709082" sldId="258"/>
            <ac:spMk id="3" creationId="{6F003F2F-D146-4E92-85A8-C08DD2CB2E86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281562671" sldId="258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686204705" sldId="259"/>
        </pc:sldMkLst>
      </pc:sldChg>
      <pc:sldChg chg="modSp new mod">
        <pc:chgData name="Medhat Elmasry" userId="405e238c19f61b9e" providerId="LiveId" clId="{C896DBE3-BB3D-4904-A754-F1C591F36B31}" dt="2022-09-10T20:17:22.466" v="502" actId="20577"/>
        <pc:sldMkLst>
          <pc:docMk/>
          <pc:sldMk cId="2122905806" sldId="259"/>
        </pc:sldMkLst>
        <pc:spChg chg="mod">
          <ac:chgData name="Medhat Elmasry" userId="405e238c19f61b9e" providerId="LiveId" clId="{C896DBE3-BB3D-4904-A754-F1C591F36B31}" dt="2022-09-10T20:16:45.323" v="451" actId="20577"/>
          <ac:spMkLst>
            <pc:docMk/>
            <pc:sldMk cId="2122905806" sldId="259"/>
            <ac:spMk id="2" creationId="{E8A3ADF2-0304-4C2F-AA76-9CB628386F8C}"/>
          </ac:spMkLst>
        </pc:spChg>
        <pc:spChg chg="mod">
          <ac:chgData name="Medhat Elmasry" userId="405e238c19f61b9e" providerId="LiveId" clId="{C896DBE3-BB3D-4904-A754-F1C591F36B31}" dt="2022-09-10T20:17:22.466" v="502" actId="20577"/>
          <ac:spMkLst>
            <pc:docMk/>
            <pc:sldMk cId="2122905806" sldId="259"/>
            <ac:spMk id="3" creationId="{F70323EC-D147-4BC8-92C6-19D3ECA303AD}"/>
          </ac:spMkLst>
        </pc:spChg>
      </pc:sldChg>
      <pc:sldChg chg="modSp new mod">
        <pc:chgData name="Medhat Elmasry" userId="405e238c19f61b9e" providerId="LiveId" clId="{C896DBE3-BB3D-4904-A754-F1C591F36B31}" dt="2022-09-10T20:17:55.912" v="541" actId="20577"/>
        <pc:sldMkLst>
          <pc:docMk/>
          <pc:sldMk cId="2071297731" sldId="260"/>
        </pc:sldMkLst>
        <pc:spChg chg="mod">
          <ac:chgData name="Medhat Elmasry" userId="405e238c19f61b9e" providerId="LiveId" clId="{C896DBE3-BB3D-4904-A754-F1C591F36B31}" dt="2022-09-10T20:17:42.759" v="506" actId="20577"/>
          <ac:spMkLst>
            <pc:docMk/>
            <pc:sldMk cId="2071297731" sldId="260"/>
            <ac:spMk id="2" creationId="{E1AF65DD-9B8D-47E9-9F32-E1E10CFC1A58}"/>
          </ac:spMkLst>
        </pc:spChg>
        <pc:spChg chg="mod">
          <ac:chgData name="Medhat Elmasry" userId="405e238c19f61b9e" providerId="LiveId" clId="{C896DBE3-BB3D-4904-A754-F1C591F36B31}" dt="2022-09-10T20:17:55.912" v="541" actId="20577"/>
          <ac:spMkLst>
            <pc:docMk/>
            <pc:sldMk cId="2071297731" sldId="260"/>
            <ac:spMk id="3" creationId="{DC3F2D35-0AE3-4603-B01D-0D48A68B49F1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416321717" sldId="260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555048203" sldId="261"/>
        </pc:sldMkLst>
      </pc:sldChg>
      <pc:sldChg chg="modSp new mod">
        <pc:chgData name="Medhat Elmasry" userId="405e238c19f61b9e" providerId="LiveId" clId="{C896DBE3-BB3D-4904-A754-F1C591F36B31}" dt="2022-09-10T20:18:40.753" v="597" actId="20577"/>
        <pc:sldMkLst>
          <pc:docMk/>
          <pc:sldMk cId="2467603202" sldId="261"/>
        </pc:sldMkLst>
        <pc:spChg chg="mod">
          <ac:chgData name="Medhat Elmasry" userId="405e238c19f61b9e" providerId="LiveId" clId="{C896DBE3-BB3D-4904-A754-F1C591F36B31}" dt="2022-09-10T20:18:12.096" v="558" actId="27636"/>
          <ac:spMkLst>
            <pc:docMk/>
            <pc:sldMk cId="2467603202" sldId="261"/>
            <ac:spMk id="2" creationId="{B724A6BD-7435-44D1-B3EC-DFB1CC4E2EC1}"/>
          </ac:spMkLst>
        </pc:spChg>
        <pc:spChg chg="mod">
          <ac:chgData name="Medhat Elmasry" userId="405e238c19f61b9e" providerId="LiveId" clId="{C896DBE3-BB3D-4904-A754-F1C591F36B31}" dt="2022-09-10T20:18:40.753" v="597" actId="20577"/>
          <ac:spMkLst>
            <pc:docMk/>
            <pc:sldMk cId="2467603202" sldId="261"/>
            <ac:spMk id="3" creationId="{3365A60D-AE3C-4658-AC4A-775B9466BD06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353855049" sldId="262"/>
        </pc:sldMkLst>
      </pc:sldChg>
      <pc:sldChg chg="addSp delSp modSp new mod modClrScheme chgLayout">
        <pc:chgData name="Medhat Elmasry" userId="405e238c19f61b9e" providerId="LiveId" clId="{C896DBE3-BB3D-4904-A754-F1C591F36B31}" dt="2022-09-10T20:19:55.880" v="601" actId="700"/>
        <pc:sldMkLst>
          <pc:docMk/>
          <pc:sldMk cId="3321606457" sldId="262"/>
        </pc:sldMkLst>
        <pc:spChg chg="del mod ord">
          <ac:chgData name="Medhat Elmasry" userId="405e238c19f61b9e" providerId="LiveId" clId="{C896DBE3-BB3D-4904-A754-F1C591F36B31}" dt="2022-09-10T20:19:45.125" v="599" actId="700"/>
          <ac:spMkLst>
            <pc:docMk/>
            <pc:sldMk cId="3321606457" sldId="262"/>
            <ac:spMk id="2" creationId="{1397E209-3DE2-4899-A7DF-3A1CF9487AD5}"/>
          </ac:spMkLst>
        </pc:spChg>
        <pc:spChg chg="del">
          <ac:chgData name="Medhat Elmasry" userId="405e238c19f61b9e" providerId="LiveId" clId="{C896DBE3-BB3D-4904-A754-F1C591F36B31}" dt="2022-09-10T20:19:45.125" v="599" actId="700"/>
          <ac:spMkLst>
            <pc:docMk/>
            <pc:sldMk cId="3321606457" sldId="262"/>
            <ac:spMk id="3" creationId="{EEAFA9BE-E395-4503-A3DA-5764BB1C6394}"/>
          </ac:spMkLst>
        </pc:spChg>
        <pc:spChg chg="mod ord">
          <ac:chgData name="Medhat Elmasry" userId="405e238c19f61b9e" providerId="LiveId" clId="{C896DBE3-BB3D-4904-A754-F1C591F36B31}" dt="2022-09-10T20:19:55.880" v="601" actId="700"/>
          <ac:spMkLst>
            <pc:docMk/>
            <pc:sldMk cId="3321606457" sldId="262"/>
            <ac:spMk id="4" creationId="{A06918BF-2937-4840-9AF1-5BF71B933BE2}"/>
          </ac:spMkLst>
        </pc:spChg>
        <pc:spChg chg="add del mod ord">
          <ac:chgData name="Medhat Elmasry" userId="405e238c19f61b9e" providerId="LiveId" clId="{C896DBE3-BB3D-4904-A754-F1C591F36B31}" dt="2022-09-10T20:19:55.880" v="601" actId="700"/>
          <ac:spMkLst>
            <pc:docMk/>
            <pc:sldMk cId="3321606457" sldId="262"/>
            <ac:spMk id="5" creationId="{0F700A2D-8F68-499C-98D8-DC9B1B751DBC}"/>
          </ac:spMkLst>
        </pc:spChg>
        <pc:picChg chg="add">
          <ac:chgData name="Medhat Elmasry" userId="405e238c19f61b9e" providerId="LiveId" clId="{C896DBE3-BB3D-4904-A754-F1C591F36B31}" dt="2022-09-10T20:19:48.081" v="600" actId="22"/>
          <ac:picMkLst>
            <pc:docMk/>
            <pc:sldMk cId="3321606457" sldId="262"/>
            <ac:picMk id="7" creationId="{F6E79829-B902-4AAA-A3C0-BD25F84FC204}"/>
          </ac:picMkLst>
        </pc:picChg>
      </pc:sldChg>
      <pc:sldChg chg="addSp new mod">
        <pc:chgData name="Medhat Elmasry" userId="405e238c19f61b9e" providerId="LiveId" clId="{C896DBE3-BB3D-4904-A754-F1C591F36B31}" dt="2022-09-10T20:22:33.529" v="603" actId="22"/>
        <pc:sldMkLst>
          <pc:docMk/>
          <pc:sldMk cId="1103237090" sldId="263"/>
        </pc:sldMkLst>
        <pc:picChg chg="add">
          <ac:chgData name="Medhat Elmasry" userId="405e238c19f61b9e" providerId="LiveId" clId="{C896DBE3-BB3D-4904-A754-F1C591F36B31}" dt="2022-09-10T20:22:33.529" v="603" actId="22"/>
          <ac:picMkLst>
            <pc:docMk/>
            <pc:sldMk cId="1103237090" sldId="263"/>
            <ac:picMk id="4" creationId="{A44D4777-1542-4E8E-8D3C-340394594511}"/>
          </ac:picMkLst>
        </pc:pic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376526016" sldId="263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397981424" sldId="264"/>
        </pc:sldMkLst>
      </pc:sldChg>
      <pc:sldChg chg="addSp new mod">
        <pc:chgData name="Medhat Elmasry" userId="405e238c19f61b9e" providerId="LiveId" clId="{C896DBE3-BB3D-4904-A754-F1C591F36B31}" dt="2022-09-10T20:23:50.120" v="605" actId="22"/>
        <pc:sldMkLst>
          <pc:docMk/>
          <pc:sldMk cId="3456404812" sldId="264"/>
        </pc:sldMkLst>
        <pc:picChg chg="add">
          <ac:chgData name="Medhat Elmasry" userId="405e238c19f61b9e" providerId="LiveId" clId="{C896DBE3-BB3D-4904-A754-F1C591F36B31}" dt="2022-09-10T20:23:50.120" v="605" actId="22"/>
          <ac:picMkLst>
            <pc:docMk/>
            <pc:sldMk cId="3456404812" sldId="264"/>
            <ac:picMk id="4" creationId="{6EC43F44-055C-4B5F-A65B-E82ADA321CED}"/>
          </ac:picMkLst>
        </pc:picChg>
      </pc:sldChg>
      <pc:sldChg chg="addSp modSp new mod modClrScheme chgLayout">
        <pc:chgData name="Medhat Elmasry" userId="405e238c19f61b9e" providerId="LiveId" clId="{C896DBE3-BB3D-4904-A754-F1C591F36B31}" dt="2022-09-10T20:27:40.248" v="628"/>
        <pc:sldMkLst>
          <pc:docMk/>
          <pc:sldMk cId="196823678" sldId="265"/>
        </pc:sldMkLst>
        <pc:spChg chg="mod ord">
          <ac:chgData name="Medhat Elmasry" userId="405e238c19f61b9e" providerId="LiveId" clId="{C896DBE3-BB3D-4904-A754-F1C591F36B31}" dt="2022-09-10T20:24:42.224" v="607" actId="700"/>
          <ac:spMkLst>
            <pc:docMk/>
            <pc:sldMk cId="196823678" sldId="265"/>
            <ac:spMk id="2" creationId="{9FFFA40C-8B6D-4D04-9619-EC8FD1BBB910}"/>
          </ac:spMkLst>
        </pc:spChg>
        <pc:spChg chg="add mod ord">
          <ac:chgData name="Medhat Elmasry" userId="405e238c19f61b9e" providerId="LiveId" clId="{C896DBE3-BB3D-4904-A754-F1C591F36B31}" dt="2022-09-10T20:24:50.147" v="622" actId="20577"/>
          <ac:spMkLst>
            <pc:docMk/>
            <pc:sldMk cId="196823678" sldId="265"/>
            <ac:spMk id="3" creationId="{9A62CCB9-67F9-4C8D-986B-24F7FC4ED8C1}"/>
          </ac:spMkLst>
        </pc:spChg>
        <pc:spChg chg="add mod">
          <ac:chgData name="Medhat Elmasry" userId="405e238c19f61b9e" providerId="LiveId" clId="{C896DBE3-BB3D-4904-A754-F1C591F36B31}" dt="2022-09-10T20:27:40.248" v="628"/>
          <ac:spMkLst>
            <pc:docMk/>
            <pc:sldMk cId="196823678" sldId="265"/>
            <ac:spMk id="5" creationId="{60A9E5A0-CF12-4521-9961-06A5B2B33599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774270408" sldId="265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175218204" sldId="266"/>
        </pc:sldMkLst>
      </pc:sldChg>
      <pc:sldChg chg="addSp modSp new mod">
        <pc:chgData name="Medhat Elmasry" userId="405e238c19f61b9e" providerId="LiveId" clId="{C896DBE3-BB3D-4904-A754-F1C591F36B31}" dt="2022-09-10T20:31:56.815" v="922" actId="14734"/>
        <pc:sldMkLst>
          <pc:docMk/>
          <pc:sldMk cId="3820660867" sldId="266"/>
        </pc:sldMkLst>
        <pc:spChg chg="mod">
          <ac:chgData name="Medhat Elmasry" userId="405e238c19f61b9e" providerId="LiveId" clId="{C896DBE3-BB3D-4904-A754-F1C591F36B31}" dt="2022-09-10T20:28:29.026" v="663" actId="20577"/>
          <ac:spMkLst>
            <pc:docMk/>
            <pc:sldMk cId="3820660867" sldId="266"/>
            <ac:spMk id="2" creationId="{7B1A8991-0ED1-456F-AD78-19A7FC6D962C}"/>
          </ac:spMkLst>
        </pc:spChg>
        <pc:graphicFrameChg chg="add mod modGraphic">
          <ac:chgData name="Medhat Elmasry" userId="405e238c19f61b9e" providerId="LiveId" clId="{C896DBE3-BB3D-4904-A754-F1C591F36B31}" dt="2022-09-10T20:31:56.815" v="922" actId="14734"/>
          <ac:graphicFrameMkLst>
            <pc:docMk/>
            <pc:sldMk cId="3820660867" sldId="266"/>
            <ac:graphicFrameMk id="4" creationId="{A18F838C-9DE2-46F4-923F-6AC19DCD1BB0}"/>
          </ac:graphicFrameMkLst>
        </pc:graphicFrame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556388133" sldId="267"/>
        </pc:sldMkLst>
      </pc:sldChg>
      <pc:sldChg chg="addSp delSp modSp new mod modClrScheme chgLayout">
        <pc:chgData name="Medhat Elmasry" userId="405e238c19f61b9e" providerId="LiveId" clId="{C896DBE3-BB3D-4904-A754-F1C591F36B31}" dt="2022-09-10T21:00:04.826" v="1250" actId="20577"/>
        <pc:sldMkLst>
          <pc:docMk/>
          <pc:sldMk cId="1540628123" sldId="267"/>
        </pc:sldMkLst>
        <pc:spChg chg="del mod ord">
          <ac:chgData name="Medhat Elmasry" userId="405e238c19f61b9e" providerId="LiveId" clId="{C896DBE3-BB3D-4904-A754-F1C591F36B31}" dt="2022-09-10T20:56:22.117" v="924" actId="700"/>
          <ac:spMkLst>
            <pc:docMk/>
            <pc:sldMk cId="1540628123" sldId="267"/>
            <ac:spMk id="2" creationId="{D38E5CCC-CBFA-4984-B36F-58BEEDCEEBAE}"/>
          </ac:spMkLst>
        </pc:spChg>
        <pc:spChg chg="mod ord">
          <ac:chgData name="Medhat Elmasry" userId="405e238c19f61b9e" providerId="LiveId" clId="{C896DBE3-BB3D-4904-A754-F1C591F36B31}" dt="2022-09-10T20:56:22.117" v="924" actId="700"/>
          <ac:spMkLst>
            <pc:docMk/>
            <pc:sldMk cId="1540628123" sldId="267"/>
            <ac:spMk id="3" creationId="{0A5625DF-1BD6-4596-89F9-F584B5545BB3}"/>
          </ac:spMkLst>
        </pc:spChg>
        <pc:spChg chg="add mod ord">
          <ac:chgData name="Medhat Elmasry" userId="405e238c19f61b9e" providerId="LiveId" clId="{C896DBE3-BB3D-4904-A754-F1C591F36B31}" dt="2022-09-10T20:56:31.782" v="944" actId="20577"/>
          <ac:spMkLst>
            <pc:docMk/>
            <pc:sldMk cId="1540628123" sldId="267"/>
            <ac:spMk id="4" creationId="{FE2DCBB6-D46A-4D53-982A-D12A91991858}"/>
          </ac:spMkLst>
        </pc:spChg>
        <pc:spChg chg="add mod ord">
          <ac:chgData name="Medhat Elmasry" userId="405e238c19f61b9e" providerId="LiveId" clId="{C896DBE3-BB3D-4904-A754-F1C591F36B31}" dt="2022-09-10T21:00:04.826" v="1250" actId="20577"/>
          <ac:spMkLst>
            <pc:docMk/>
            <pc:sldMk cId="1540628123" sldId="267"/>
            <ac:spMk id="5" creationId="{5B40C604-F5E6-4CF8-8D51-FE5EB78D8C2D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279226864" sldId="268"/>
        </pc:sldMkLst>
      </pc:sldChg>
      <pc:sldChg chg="modSp new mod">
        <pc:chgData name="Medhat Elmasry" userId="405e238c19f61b9e" providerId="LiveId" clId="{C896DBE3-BB3D-4904-A754-F1C591F36B31}" dt="2022-09-10T21:21:06.826" v="1387" actId="20577"/>
        <pc:sldMkLst>
          <pc:docMk/>
          <pc:sldMk cId="2075991333" sldId="268"/>
        </pc:sldMkLst>
        <pc:spChg chg="mod">
          <ac:chgData name="Medhat Elmasry" userId="405e238c19f61b9e" providerId="LiveId" clId="{C896DBE3-BB3D-4904-A754-F1C591F36B31}" dt="2022-09-10T21:20:00.033" v="1263" actId="20577"/>
          <ac:spMkLst>
            <pc:docMk/>
            <pc:sldMk cId="2075991333" sldId="268"/>
            <ac:spMk id="2" creationId="{4FE6B340-E7FE-4C2D-B0D6-AD451A047E58}"/>
          </ac:spMkLst>
        </pc:spChg>
        <pc:spChg chg="mod">
          <ac:chgData name="Medhat Elmasry" userId="405e238c19f61b9e" providerId="LiveId" clId="{C896DBE3-BB3D-4904-A754-F1C591F36B31}" dt="2022-09-10T21:21:06.826" v="1387" actId="20577"/>
          <ac:spMkLst>
            <pc:docMk/>
            <pc:sldMk cId="2075991333" sldId="268"/>
            <ac:spMk id="3" creationId="{3B2A5E05-F867-4170-BC67-9B0CAA3ADFAA}"/>
          </ac:spMkLst>
        </pc:spChg>
      </pc:sldChg>
      <pc:sldChg chg="modSp new mod">
        <pc:chgData name="Medhat Elmasry" userId="405e238c19f61b9e" providerId="LiveId" clId="{C896DBE3-BB3D-4904-A754-F1C591F36B31}" dt="2022-09-10T21:22:33.768" v="1507" actId="20577"/>
        <pc:sldMkLst>
          <pc:docMk/>
          <pc:sldMk cId="713758055" sldId="269"/>
        </pc:sldMkLst>
        <pc:spChg chg="mod">
          <ac:chgData name="Medhat Elmasry" userId="405e238c19f61b9e" providerId="LiveId" clId="{C896DBE3-BB3D-4904-A754-F1C591F36B31}" dt="2022-09-10T21:21:53.439" v="1417" actId="20577"/>
          <ac:spMkLst>
            <pc:docMk/>
            <pc:sldMk cId="713758055" sldId="269"/>
            <ac:spMk id="2" creationId="{AF681986-7FC7-40F7-861E-4EF3FB6B38F0}"/>
          </ac:spMkLst>
        </pc:spChg>
        <pc:spChg chg="mod">
          <ac:chgData name="Medhat Elmasry" userId="405e238c19f61b9e" providerId="LiveId" clId="{C896DBE3-BB3D-4904-A754-F1C591F36B31}" dt="2022-09-10T21:22:33.768" v="1507" actId="20577"/>
          <ac:spMkLst>
            <pc:docMk/>
            <pc:sldMk cId="713758055" sldId="269"/>
            <ac:spMk id="3" creationId="{D5D91EB4-CCFF-4AE6-AF2C-0DE6C83A957C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709100351" sldId="269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583968874" sldId="270"/>
        </pc:sldMkLst>
      </pc:sldChg>
      <pc:sldChg chg="modSp add mod">
        <pc:chgData name="Medhat Elmasry" userId="405e238c19f61b9e" providerId="LiveId" clId="{C896DBE3-BB3D-4904-A754-F1C591F36B31}" dt="2022-09-10T21:23:13.338" v="1538" actId="20577"/>
        <pc:sldMkLst>
          <pc:docMk/>
          <pc:sldMk cId="3170145735" sldId="270"/>
        </pc:sldMkLst>
        <pc:spChg chg="mod">
          <ac:chgData name="Medhat Elmasry" userId="405e238c19f61b9e" providerId="LiveId" clId="{C896DBE3-BB3D-4904-A754-F1C591F36B31}" dt="2022-09-10T21:22:52.960" v="1511" actId="20577"/>
          <ac:spMkLst>
            <pc:docMk/>
            <pc:sldMk cId="3170145735" sldId="270"/>
            <ac:spMk id="2" creationId="{AF681986-7FC7-40F7-861E-4EF3FB6B38F0}"/>
          </ac:spMkLst>
        </pc:spChg>
        <pc:spChg chg="mod">
          <ac:chgData name="Medhat Elmasry" userId="405e238c19f61b9e" providerId="LiveId" clId="{C896DBE3-BB3D-4904-A754-F1C591F36B31}" dt="2022-09-10T21:23:13.338" v="1538" actId="20577"/>
          <ac:spMkLst>
            <pc:docMk/>
            <pc:sldMk cId="3170145735" sldId="270"/>
            <ac:spMk id="3" creationId="{D5D91EB4-CCFF-4AE6-AF2C-0DE6C83A957C}"/>
          </ac:spMkLst>
        </pc:spChg>
      </pc:sldChg>
      <pc:sldChg chg="modSp add mod">
        <pc:chgData name="Medhat Elmasry" userId="405e238c19f61b9e" providerId="LiveId" clId="{C896DBE3-BB3D-4904-A754-F1C591F36B31}" dt="2022-09-10T21:24:17.120" v="1584" actId="20577"/>
        <pc:sldMkLst>
          <pc:docMk/>
          <pc:sldMk cId="347682432" sldId="271"/>
        </pc:sldMkLst>
        <pc:spChg chg="mod">
          <ac:chgData name="Medhat Elmasry" userId="405e238c19f61b9e" providerId="LiveId" clId="{C896DBE3-BB3D-4904-A754-F1C591F36B31}" dt="2022-09-10T21:23:37.107" v="1544" actId="20577"/>
          <ac:spMkLst>
            <pc:docMk/>
            <pc:sldMk cId="347682432" sldId="271"/>
            <ac:spMk id="2" creationId="{AF681986-7FC7-40F7-861E-4EF3FB6B38F0}"/>
          </ac:spMkLst>
        </pc:spChg>
        <pc:spChg chg="mod">
          <ac:chgData name="Medhat Elmasry" userId="405e238c19f61b9e" providerId="LiveId" clId="{C896DBE3-BB3D-4904-A754-F1C591F36B31}" dt="2022-09-10T21:24:17.120" v="1584" actId="20577"/>
          <ac:spMkLst>
            <pc:docMk/>
            <pc:sldMk cId="347682432" sldId="271"/>
            <ac:spMk id="3" creationId="{D5D91EB4-CCFF-4AE6-AF2C-0DE6C83A957C}"/>
          </ac:spMkLst>
        </pc:spChg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209363120" sldId="271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927395285" sldId="272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745921193" sldId="273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456942820" sldId="274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813693818" sldId="275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89343225" sldId="276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4016318607" sldId="277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956350480" sldId="278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568630085" sldId="279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240379007" sldId="280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089239377" sldId="281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661136227" sldId="282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368965036" sldId="283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046176291" sldId="284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901646935" sldId="285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193558623" sldId="286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81419116" sldId="287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146477668" sldId="289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187467085" sldId="290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388381257" sldId="291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4652368" sldId="292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189812591" sldId="293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392707976" sldId="294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417705674" sldId="295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390182742" sldId="296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699832480" sldId="297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032401375" sldId="298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1953875360" sldId="299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4121485749" sldId="300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3236511759" sldId="301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567822705" sldId="302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4168149056" sldId="303"/>
        </pc:sldMkLst>
      </pc:sldChg>
      <pc:sldChg chg="del">
        <pc:chgData name="Medhat Elmasry" userId="405e238c19f61b9e" providerId="LiveId" clId="{C896DBE3-BB3D-4904-A754-F1C591F36B31}" dt="2022-09-10T20:11:25.094" v="19" actId="47"/>
        <pc:sldMkLst>
          <pc:docMk/>
          <pc:sldMk cId="2827549826" sldId="304"/>
        </pc:sldMkLst>
      </pc:sldChg>
    </pc:docChg>
  </pc:docChgLst>
  <pc:docChgLst>
    <pc:chgData name="Medhat Elmasry" userId="405e238c19f61b9e" providerId="LiveId" clId="{4CE706A8-8964-8B4F-B753-80682BAA528E}"/>
    <pc:docChg chg="undo custSel delSld modSld">
      <pc:chgData name="Medhat Elmasry" userId="405e238c19f61b9e" providerId="LiveId" clId="{4CE706A8-8964-8B4F-B753-80682BAA528E}" dt="2022-09-05T21:35:35.215" v="588" actId="20577"/>
      <pc:docMkLst>
        <pc:docMk/>
      </pc:docMkLst>
      <pc:sldChg chg="addSp modSp mod">
        <pc:chgData name="Medhat Elmasry" userId="405e238c19f61b9e" providerId="LiveId" clId="{4CE706A8-8964-8B4F-B753-80682BAA528E}" dt="2022-09-05T21:03:03.038" v="163" actId="1076"/>
        <pc:sldMkLst>
          <pc:docMk/>
          <pc:sldMk cId="1686204705" sldId="259"/>
        </pc:sldMkLst>
        <pc:spChg chg="mod">
          <ac:chgData name="Medhat Elmasry" userId="405e238c19f61b9e" providerId="LiveId" clId="{4CE706A8-8964-8B4F-B753-80682BAA528E}" dt="2022-09-05T21:01:48.594" v="157" actId="114"/>
          <ac:spMkLst>
            <pc:docMk/>
            <pc:sldMk cId="1686204705" sldId="259"/>
            <ac:spMk id="3" creationId="{80E247E2-5BD8-4B88-9A52-86A318C87843}"/>
          </ac:spMkLst>
        </pc:spChg>
        <pc:picChg chg="add mod">
          <ac:chgData name="Medhat Elmasry" userId="405e238c19f61b9e" providerId="LiveId" clId="{4CE706A8-8964-8B4F-B753-80682BAA528E}" dt="2022-09-05T21:03:00.981" v="162" actId="1076"/>
          <ac:picMkLst>
            <pc:docMk/>
            <pc:sldMk cId="1686204705" sldId="259"/>
            <ac:picMk id="5" creationId="{99B5882A-209E-04A3-D186-DAFBFA427086}"/>
          </ac:picMkLst>
        </pc:picChg>
        <pc:picChg chg="add mod">
          <ac:chgData name="Medhat Elmasry" userId="405e238c19f61b9e" providerId="LiveId" clId="{4CE706A8-8964-8B4F-B753-80682BAA528E}" dt="2022-09-05T21:02:58.863" v="161" actId="1076"/>
          <ac:picMkLst>
            <pc:docMk/>
            <pc:sldMk cId="1686204705" sldId="259"/>
            <ac:picMk id="6" creationId="{01E42BA3-3514-5F68-2315-48DAC7BFF58F}"/>
          </ac:picMkLst>
        </pc:picChg>
        <pc:picChg chg="add mod">
          <ac:chgData name="Medhat Elmasry" userId="405e238c19f61b9e" providerId="LiveId" clId="{4CE706A8-8964-8B4F-B753-80682BAA528E}" dt="2022-09-05T21:03:03.038" v="163" actId="1076"/>
          <ac:picMkLst>
            <pc:docMk/>
            <pc:sldMk cId="1686204705" sldId="259"/>
            <ac:picMk id="7" creationId="{97745ED5-D3F0-E266-10BF-51911F9C6AFC}"/>
          </ac:picMkLst>
        </pc:picChg>
      </pc:sldChg>
      <pc:sldChg chg="addSp delSp modSp mod">
        <pc:chgData name="Medhat Elmasry" userId="405e238c19f61b9e" providerId="LiveId" clId="{4CE706A8-8964-8B4F-B753-80682BAA528E}" dt="2022-09-05T21:03:59.330" v="223" actId="20577"/>
        <pc:sldMkLst>
          <pc:docMk/>
          <pc:sldMk cId="1555048203" sldId="261"/>
        </pc:sldMkLst>
        <pc:spChg chg="mod">
          <ac:chgData name="Medhat Elmasry" userId="405e238c19f61b9e" providerId="LiveId" clId="{4CE706A8-8964-8B4F-B753-80682BAA528E}" dt="2022-09-05T21:03:59.330" v="223" actId="20577"/>
          <ac:spMkLst>
            <pc:docMk/>
            <pc:sldMk cId="1555048203" sldId="261"/>
            <ac:spMk id="2" creationId="{8FCAA140-60C3-4D04-9206-D0473326D484}"/>
          </ac:spMkLst>
        </pc:spChg>
        <pc:spChg chg="mod">
          <ac:chgData name="Medhat Elmasry" userId="405e238c19f61b9e" providerId="LiveId" clId="{4CE706A8-8964-8B4F-B753-80682BAA528E}" dt="2022-09-04T03:51:49.896" v="113" actId="20577"/>
          <ac:spMkLst>
            <pc:docMk/>
            <pc:sldMk cId="1555048203" sldId="261"/>
            <ac:spMk id="3" creationId="{F2483F0F-F506-4887-84B5-D1B2E47103C1}"/>
          </ac:spMkLst>
        </pc:spChg>
        <pc:picChg chg="add del mod">
          <ac:chgData name="Medhat Elmasry" userId="405e238c19f61b9e" providerId="LiveId" clId="{4CE706A8-8964-8B4F-B753-80682BAA528E}" dt="2022-09-04T03:39:16.907" v="43" actId="478"/>
          <ac:picMkLst>
            <pc:docMk/>
            <pc:sldMk cId="1555048203" sldId="261"/>
            <ac:picMk id="5" creationId="{3F5EDD85-F565-A4F8-CF83-4F6A2E5A708D}"/>
          </ac:picMkLst>
        </pc:picChg>
        <pc:picChg chg="add mod">
          <ac:chgData name="Medhat Elmasry" userId="405e238c19f61b9e" providerId="LiveId" clId="{4CE706A8-8964-8B4F-B753-80682BAA528E}" dt="2022-09-04T03:40:38.403" v="48" actId="1076"/>
          <ac:picMkLst>
            <pc:docMk/>
            <pc:sldMk cId="1555048203" sldId="261"/>
            <ac:picMk id="6" creationId="{6AC94399-B4B8-B814-B225-81D315AD77A2}"/>
          </ac:picMkLst>
        </pc:picChg>
        <pc:picChg chg="add mod">
          <ac:chgData name="Medhat Elmasry" userId="405e238c19f61b9e" providerId="LiveId" clId="{4CE706A8-8964-8B4F-B753-80682BAA528E}" dt="2022-09-04T03:51:52.620" v="114" actId="1076"/>
          <ac:picMkLst>
            <pc:docMk/>
            <pc:sldMk cId="1555048203" sldId="261"/>
            <ac:picMk id="7" creationId="{9B11768A-D60A-294A-1C24-6F6802BD9318}"/>
          </ac:picMkLst>
        </pc:picChg>
      </pc:sldChg>
      <pc:sldChg chg="addSp delSp modSp mod">
        <pc:chgData name="Medhat Elmasry" userId="405e238c19f61b9e" providerId="LiveId" clId="{4CE706A8-8964-8B4F-B753-80682BAA528E}" dt="2022-09-05T21:12:59.917" v="356" actId="20577"/>
        <pc:sldMkLst>
          <pc:docMk/>
          <pc:sldMk cId="1353855049" sldId="262"/>
        </pc:sldMkLst>
        <pc:spChg chg="add mod">
          <ac:chgData name="Medhat Elmasry" userId="405e238c19f61b9e" providerId="LiveId" clId="{4CE706A8-8964-8B4F-B753-80682BAA528E}" dt="2022-09-05T21:09:38.944" v="342" actId="14100"/>
          <ac:spMkLst>
            <pc:docMk/>
            <pc:sldMk cId="1353855049" sldId="262"/>
            <ac:spMk id="4" creationId="{D1E80EE0-46ED-2C2C-2823-1D3D82A590D9}"/>
          </ac:spMkLst>
        </pc:spChg>
        <pc:spChg chg="mod">
          <ac:chgData name="Medhat Elmasry" userId="405e238c19f61b9e" providerId="LiveId" clId="{4CE706A8-8964-8B4F-B753-80682BAA528E}" dt="2022-09-05T21:12:24.309" v="351" actId="404"/>
          <ac:spMkLst>
            <pc:docMk/>
            <pc:sldMk cId="1353855049" sldId="262"/>
            <ac:spMk id="5" creationId="{CDA970B7-1E30-4F35-8CE3-8EEC8EA88AE7}"/>
          </ac:spMkLst>
        </pc:spChg>
        <pc:spChg chg="add del mod">
          <ac:chgData name="Medhat Elmasry" userId="405e238c19f61b9e" providerId="LiveId" clId="{4CE706A8-8964-8B4F-B753-80682BAA528E}" dt="2022-09-05T21:11:59.724" v="347" actId="22"/>
          <ac:spMkLst>
            <pc:docMk/>
            <pc:sldMk cId="1353855049" sldId="262"/>
            <ac:spMk id="8" creationId="{B07473A1-524E-168E-A7FB-0CEDB9E99FDB}"/>
          </ac:spMkLst>
        </pc:spChg>
        <pc:spChg chg="add mod">
          <ac:chgData name="Medhat Elmasry" userId="405e238c19f61b9e" providerId="LiveId" clId="{4CE706A8-8964-8B4F-B753-80682BAA528E}" dt="2022-09-05T21:12:59.917" v="356" actId="20577"/>
          <ac:spMkLst>
            <pc:docMk/>
            <pc:sldMk cId="1353855049" sldId="262"/>
            <ac:spMk id="10" creationId="{B6C225AE-06E9-3CE7-0087-4A85D8E6FCE0}"/>
          </ac:spMkLst>
        </pc:spChg>
      </pc:sldChg>
      <pc:sldChg chg="modSp mod">
        <pc:chgData name="Medhat Elmasry" userId="405e238c19f61b9e" providerId="LiveId" clId="{4CE706A8-8964-8B4F-B753-80682BAA528E}" dt="2022-09-05T21:35:35.215" v="588" actId="20577"/>
        <pc:sldMkLst>
          <pc:docMk/>
          <pc:sldMk cId="1376526016" sldId="263"/>
        </pc:sldMkLst>
        <pc:spChg chg="mod">
          <ac:chgData name="Medhat Elmasry" userId="405e238c19f61b9e" providerId="LiveId" clId="{4CE706A8-8964-8B4F-B753-80682BAA528E}" dt="2022-09-05T21:35:35.215" v="588" actId="20577"/>
          <ac:spMkLst>
            <pc:docMk/>
            <pc:sldMk cId="1376526016" sldId="263"/>
            <ac:spMk id="3" creationId="{480F6401-0EF8-4293-B5C1-3BBAC83F23C9}"/>
          </ac:spMkLst>
        </pc:spChg>
      </pc:sldChg>
      <pc:sldChg chg="del">
        <pc:chgData name="Medhat Elmasry" userId="405e238c19f61b9e" providerId="LiveId" clId="{4CE706A8-8964-8B4F-B753-80682BAA528E}" dt="2022-09-05T21:16:04.273" v="362" actId="2696"/>
        <pc:sldMkLst>
          <pc:docMk/>
          <pc:sldMk cId="3172751029" sldId="288"/>
        </pc:sldMkLst>
      </pc:sldChg>
      <pc:sldChg chg="addSp modSp mod">
        <pc:chgData name="Medhat Elmasry" userId="405e238c19f61b9e" providerId="LiveId" clId="{4CE706A8-8964-8B4F-B753-80682BAA528E}" dt="2022-09-05T21:20:09.574" v="391" actId="13822"/>
        <pc:sldMkLst>
          <pc:docMk/>
          <pc:sldMk cId="34652368" sldId="292"/>
        </pc:sldMkLst>
        <pc:spChg chg="add mod">
          <ac:chgData name="Medhat Elmasry" userId="405e238c19f61b9e" providerId="LiveId" clId="{4CE706A8-8964-8B4F-B753-80682BAA528E}" dt="2022-09-05T21:20:09.574" v="391" actId="13822"/>
          <ac:spMkLst>
            <pc:docMk/>
            <pc:sldMk cId="34652368" sldId="292"/>
            <ac:spMk id="5" creationId="{C885C267-13D7-91D5-8C9A-57A428C14597}"/>
          </ac:spMkLst>
        </pc:spChg>
      </pc:sldChg>
      <pc:sldChg chg="modSp mod">
        <pc:chgData name="Medhat Elmasry" userId="405e238c19f61b9e" providerId="LiveId" clId="{4CE706A8-8964-8B4F-B753-80682BAA528E}" dt="2022-09-05T21:19:28.482" v="390" actId="20577"/>
        <pc:sldMkLst>
          <pc:docMk/>
          <pc:sldMk cId="3189812591" sldId="293"/>
        </pc:sldMkLst>
        <pc:spChg chg="mod">
          <ac:chgData name="Medhat Elmasry" userId="405e238c19f61b9e" providerId="LiveId" clId="{4CE706A8-8964-8B4F-B753-80682BAA528E}" dt="2022-09-05T21:19:28.482" v="390" actId="20577"/>
          <ac:spMkLst>
            <pc:docMk/>
            <pc:sldMk cId="3189812591" sldId="293"/>
            <ac:spMk id="3" creationId="{0DB2C9EC-8F4A-45FD-AE0C-E071794586DA}"/>
          </ac:spMkLst>
        </pc:spChg>
      </pc:sldChg>
      <pc:sldChg chg="addSp delSp modSp mod">
        <pc:chgData name="Medhat Elmasry" userId="405e238c19f61b9e" providerId="LiveId" clId="{4CE706A8-8964-8B4F-B753-80682BAA528E}" dt="2022-09-05T21:22:05.358" v="413" actId="404"/>
        <pc:sldMkLst>
          <pc:docMk/>
          <pc:sldMk cId="1392707976" sldId="294"/>
        </pc:sldMkLst>
        <pc:spChg chg="mod">
          <ac:chgData name="Medhat Elmasry" userId="405e238c19f61b9e" providerId="LiveId" clId="{4CE706A8-8964-8B4F-B753-80682BAA528E}" dt="2022-09-05T21:22:05.358" v="413" actId="404"/>
          <ac:spMkLst>
            <pc:docMk/>
            <pc:sldMk cId="1392707976" sldId="294"/>
            <ac:spMk id="3" creationId="{72005CFD-AE9B-4719-94AF-BB077E227B0A}"/>
          </ac:spMkLst>
        </pc:spChg>
        <pc:spChg chg="add del mod">
          <ac:chgData name="Medhat Elmasry" userId="405e238c19f61b9e" providerId="LiveId" clId="{4CE706A8-8964-8B4F-B753-80682BAA528E}" dt="2022-09-05T21:21:27.241" v="405" actId="478"/>
          <ac:spMkLst>
            <pc:docMk/>
            <pc:sldMk cId="1392707976" sldId="294"/>
            <ac:spMk id="5" creationId="{6CB1218B-DE95-04A7-D494-8C66DDAD30C7}"/>
          </ac:spMkLst>
        </pc:spChg>
      </pc:sldChg>
      <pc:sldChg chg="modSp mod">
        <pc:chgData name="Medhat Elmasry" userId="405e238c19f61b9e" providerId="LiveId" clId="{4CE706A8-8964-8B4F-B753-80682BAA528E}" dt="2022-09-05T21:22:00.342" v="412" actId="27636"/>
        <pc:sldMkLst>
          <pc:docMk/>
          <pc:sldMk cId="3417705674" sldId="295"/>
        </pc:sldMkLst>
        <pc:spChg chg="mod">
          <ac:chgData name="Medhat Elmasry" userId="405e238c19f61b9e" providerId="LiveId" clId="{4CE706A8-8964-8B4F-B753-80682BAA528E}" dt="2022-09-05T21:22:00.342" v="412" actId="27636"/>
          <ac:spMkLst>
            <pc:docMk/>
            <pc:sldMk cId="3417705674" sldId="295"/>
            <ac:spMk id="3" creationId="{3E992E98-4D24-4C05-A8DB-39DE4BCD3292}"/>
          </ac:spMkLst>
        </pc:spChg>
      </pc:sldChg>
      <pc:sldChg chg="modSp mod">
        <pc:chgData name="Medhat Elmasry" userId="405e238c19f61b9e" providerId="LiveId" clId="{4CE706A8-8964-8B4F-B753-80682BAA528E}" dt="2022-09-05T21:22:33.674" v="416" actId="20577"/>
        <pc:sldMkLst>
          <pc:docMk/>
          <pc:sldMk cId="1390182742" sldId="296"/>
        </pc:sldMkLst>
        <pc:spChg chg="mod">
          <ac:chgData name="Medhat Elmasry" userId="405e238c19f61b9e" providerId="LiveId" clId="{4CE706A8-8964-8B4F-B753-80682BAA528E}" dt="2022-09-05T21:22:33.674" v="416" actId="20577"/>
          <ac:spMkLst>
            <pc:docMk/>
            <pc:sldMk cId="1390182742" sldId="296"/>
            <ac:spMk id="7" creationId="{5AC2EBC0-3FFC-42B0-8A42-F304E7AFB2FE}"/>
          </ac:spMkLst>
        </pc:spChg>
      </pc:sldChg>
      <pc:sldChg chg="modSp mod">
        <pc:chgData name="Medhat Elmasry" userId="405e238c19f61b9e" providerId="LiveId" clId="{4CE706A8-8964-8B4F-B753-80682BAA528E}" dt="2022-09-05T21:23:50.719" v="419" actId="114"/>
        <pc:sldMkLst>
          <pc:docMk/>
          <pc:sldMk cId="3236511759" sldId="301"/>
        </pc:sldMkLst>
        <pc:spChg chg="mod">
          <ac:chgData name="Medhat Elmasry" userId="405e238c19f61b9e" providerId="LiveId" clId="{4CE706A8-8964-8B4F-B753-80682BAA528E}" dt="2022-09-05T21:23:50.719" v="419" actId="114"/>
          <ac:spMkLst>
            <pc:docMk/>
            <pc:sldMk cId="3236511759" sldId="301"/>
            <ac:spMk id="4" creationId="{1EA26939-8121-43F5-AB7B-6CF057168347}"/>
          </ac:spMkLst>
        </pc:spChg>
      </pc:sldChg>
      <pc:sldChg chg="modSp mod">
        <pc:chgData name="Medhat Elmasry" userId="405e238c19f61b9e" providerId="LiveId" clId="{4CE706A8-8964-8B4F-B753-80682BAA528E}" dt="2022-09-05T21:25:01.646" v="437" actId="20577"/>
        <pc:sldMkLst>
          <pc:docMk/>
          <pc:sldMk cId="4168149056" sldId="303"/>
        </pc:sldMkLst>
        <pc:spChg chg="mod">
          <ac:chgData name="Medhat Elmasry" userId="405e238c19f61b9e" providerId="LiveId" clId="{4CE706A8-8964-8B4F-B753-80682BAA528E}" dt="2022-09-05T21:25:01.646" v="437" actId="20577"/>
          <ac:spMkLst>
            <pc:docMk/>
            <pc:sldMk cId="4168149056" sldId="303"/>
            <ac:spMk id="5" creationId="{66A2B14D-721B-4BF7-AEE7-915959DC70B1}"/>
          </ac:spMkLst>
        </pc:spChg>
        <pc:spChg chg="mod">
          <ac:chgData name="Medhat Elmasry" userId="405e238c19f61b9e" providerId="LiveId" clId="{4CE706A8-8964-8B4F-B753-80682BAA528E}" dt="2022-09-05T21:24:43.149" v="429" actId="1076"/>
          <ac:spMkLst>
            <pc:docMk/>
            <pc:sldMk cId="4168149056" sldId="303"/>
            <ac:spMk id="7" creationId="{F546CD94-6932-47E7-8D32-B4D01EA7C4A5}"/>
          </ac:spMkLst>
        </pc:spChg>
      </pc:sldChg>
      <pc:sldChg chg="modSp mod">
        <pc:chgData name="Medhat Elmasry" userId="405e238c19f61b9e" providerId="LiveId" clId="{4CE706A8-8964-8B4F-B753-80682BAA528E}" dt="2022-09-05T21:28:43.531" v="540" actId="20577"/>
        <pc:sldMkLst>
          <pc:docMk/>
          <pc:sldMk cId="2827549826" sldId="304"/>
        </pc:sldMkLst>
        <pc:spChg chg="mod">
          <ac:chgData name="Medhat Elmasry" userId="405e238c19f61b9e" providerId="LiveId" clId="{4CE706A8-8964-8B4F-B753-80682BAA528E}" dt="2022-09-05T21:28:43.531" v="540" actId="20577"/>
          <ac:spMkLst>
            <pc:docMk/>
            <pc:sldMk cId="2827549826" sldId="304"/>
            <ac:spMk id="6" creationId="{7F311E75-05FC-4F5E-A7C3-EAA531E373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E6958-8126-4043-9937-F7CE584B287C}" type="datetimeFigureOut">
              <a:rPr lang="en-CA" smtClean="0"/>
              <a:t>2022-09-10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8C75-1CDE-4F4D-A0D3-791EDBC6AD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470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8C75-1CDE-4F4D-A0D3-791EDBC6AD6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5812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8C75-1CDE-4F4D-A0D3-791EDBC6AD6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58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C283-8BCE-489D-B092-0C25FC00E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69558-48CE-46F8-8493-B6FE73B3B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585F6-6CD3-418D-8798-34B329A8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6F6C2-7B43-43A7-B371-9BF79B427CEC}" type="datetime1">
              <a:rPr lang="en-CA" smtClean="0"/>
              <a:t>2022-09-10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588CF-72A7-49AB-9E02-F3D2FF50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C785-B1CD-42B5-9449-4811517C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934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4408-0764-41DB-B058-A8489C21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82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231C-8A55-4E64-8239-CE9DDC239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E7C-A132-44EC-AEDF-1355FFFF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B08E-CE67-4E9B-8EB7-7235F8A1D831}" type="datetime1">
              <a:rPr lang="en-CA" smtClean="0"/>
              <a:t>2022-09-10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8C7C3-633B-4E28-8747-1D24B078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D610A-293F-4973-B64C-D7824282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982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AE98-7A74-46A3-8083-F373AF2A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4624D-0D62-453E-B566-801AAB2D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EB34-9F7A-4F5C-8DC0-3D1B4BD5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8725-EE48-48D4-9F32-76502816298B}" type="datetime1">
              <a:rPr lang="en-CA" smtClean="0"/>
              <a:t>2022-09-10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E829-9968-4651-8B5E-26E2C063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A26B5-92A8-4CED-9B0E-F1A99DF6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093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AAE9-B50C-4089-8E7F-807BE46C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8F57-1612-4B61-B39D-B1114A972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7A948-D454-4F8C-A434-EDF6744C9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F3F4C-243D-430B-9B89-8A024325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0761-17C3-4099-8BD8-8443EF74FCD3}" type="datetime1">
              <a:rPr lang="en-CA" smtClean="0"/>
              <a:t>2022-09-10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AAF15-B550-45EE-9C25-75CA7B8B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0CFEB-9686-4FED-A683-17BD14B2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827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FC40-2A29-492F-BD1C-7C6D835E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BD1E9-89E9-414C-97A4-73AB159C9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50DD6-EAE1-4935-A5E3-7B018DF7B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B1B77-197D-4D31-B88D-F2DAE320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D1206-5DDF-4F38-8554-4F34A8299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FAF3A-2981-4026-B7A9-5584C97E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9D1EB-253D-4F44-A50F-AF6EAAFC7D2E}" type="datetime1">
              <a:rPr lang="en-CA" smtClean="0"/>
              <a:t>2022-09-10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ECE2F-C636-401E-BE0E-ECF3A6EC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722E0-32AA-4587-BB4B-45B59534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87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F41C-A5A7-4277-8751-DE43FFE82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5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F8C362-6114-4382-BAE3-B88E4E50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77AF6-FF8D-4918-B5C0-CD4E668F3C1B}" type="datetime1">
              <a:rPr lang="en-CA" smtClean="0"/>
              <a:t>2022-09-10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67E9D-8F5E-403D-A33C-B1ABE5EE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04EBA-5505-43EE-AD9B-F8CC9890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010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B90A2-0E9E-4054-8CE4-3856C6B8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87C8-EEBB-47F0-B601-B9DC84B70DBF}" type="datetime1">
              <a:rPr lang="en-CA" smtClean="0"/>
              <a:t>2022-09-10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28E5D-C6AF-4FDF-A5FD-5FEC10D8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1BCE2-82A9-4F1D-8157-5692C126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894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54BE-A804-460E-9278-6B2B183E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7CF1-7AD6-4A73-BDB8-25358DB48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CF379-1ACB-401B-90BC-C78EDDCEF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F6CC9-9598-4A02-9E9B-51166F8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0271-DC28-4E8D-9F61-23D11C3FE347}" type="datetime1">
              <a:rPr lang="en-CA" smtClean="0"/>
              <a:t>2022-09-10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1C143-F552-4975-91D1-CD33E256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9264E-AE3B-4E22-BA3A-5F4DDE57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85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7D38-DADE-4F89-BAD6-5A9D565F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B06E0-AD2B-4216-B56F-385C3DC83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5BF26-BDB6-4E5A-B70A-DFBE3CE4D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BFD9D-7405-48ED-AC4C-DF374DBC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685-8EDC-4956-B474-3C9D81A5010C}" type="datetime1">
              <a:rPr lang="en-CA" smtClean="0"/>
              <a:t>2022-09-10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8359E-7819-4930-A265-C762BF77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6FC35-8B3B-4B18-BA65-4BEB7DF4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908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7F58-D3CC-44C2-9B64-1D7B167F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E4763-60F9-48C6-BEBD-7084AED07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E557B-91F1-42B0-A2BC-243BC803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95C93-E00E-4B94-A4EA-40AC916A5A2F}" type="datetime1">
              <a:rPr lang="en-CA" smtClean="0"/>
              <a:t>2022-09-10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CC98C-5713-4956-B216-D9A044F1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1213F-0D0D-4CD8-8110-2A0637A5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950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9A354-8575-46A7-BA22-81058411B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5C6FC-BAC0-4BC3-A9C7-B9BFFD5C4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76316-CCD2-4CEC-A650-FB9EC5A5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466DA-0BCC-4191-9AC2-064C503AB664}" type="datetime1">
              <a:rPr lang="en-CA" smtClean="0"/>
              <a:t>2022-09-10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ADEB7-E19B-4042-A8FB-958EAD42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FC7CE-1DA1-4988-AB53-31E809D7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994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1D13C-A378-4A23-A7A1-ED3159CB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46ECC-BE8E-4B6F-9172-2D44F47B4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D4A69-5013-4C20-B128-561B36258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60D95-BF69-4BC3-A113-1B24CFD597B0}" type="datetime1">
              <a:rPr lang="en-CA" smtClean="0"/>
              <a:t>2022-09-10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33A4F-8F89-4C73-B928-86674F3D4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E132E-E5F8-42A8-ABAA-5EF0ED47E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DB906-439D-4086-BAEA-344C325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829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0C3B-4FE9-48F5-9F4C-CC2890A6F5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ASP.NET Razor Pages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6344C-BF99-429B-8878-52AFF6DDA8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Medhat Elmasry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C200E-642B-431D-B15C-EE4F4437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950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9154-EC41-42DB-B9BA-B4D00ED4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ASP.NET Razor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C538-8F69-46BE-BD00-D72752F2E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ASP.NET Razor Pages is a server-side, page-focused framework that enables building dynamic, data-driven websites with clean separation of concerns.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3E4E2-CBA0-42B4-809C-5717FA74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0529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C751-AE87-44D1-BA11-2FD7AE10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03F2F-D146-4E92-85A8-C08DD2CB2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Lightweight</a:t>
            </a:r>
          </a:p>
          <a:p>
            <a:r>
              <a:rPr lang="en-CA" dirty="0"/>
              <a:t>Flexible</a:t>
            </a:r>
          </a:p>
          <a:p>
            <a:r>
              <a:rPr lang="en-CA" dirty="0"/>
              <a:t>Full control over HTML</a:t>
            </a:r>
          </a:p>
          <a:p>
            <a:r>
              <a:rPr lang="en-CA" dirty="0"/>
              <a:t>Cross-platform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EBA2E-D96F-44BD-918E-BAE83052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670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ADF2-0304-4C2F-AA76-9CB62838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23EC-D147-4BC8-92C6-19D3ECA30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.NET Core</a:t>
            </a:r>
          </a:p>
          <a:p>
            <a:pPr lvl="1"/>
            <a:r>
              <a:rPr lang="en-CA" dirty="0"/>
              <a:t>SDK (software development kit)</a:t>
            </a:r>
          </a:p>
          <a:p>
            <a:pPr lvl="1"/>
            <a:r>
              <a:rPr lang="en-CA" dirty="0"/>
              <a:t>Runtime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56E7A-0B6C-405D-A6C0-929BECA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90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65DD-9B8D-47E9-9F32-E1E10CFC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F2D35-0AE3-4603-B01D-0D48A68B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to learn</a:t>
            </a:r>
          </a:p>
          <a:p>
            <a:r>
              <a:rPr lang="en-CA" dirty="0"/>
              <a:t>Well supported</a:t>
            </a:r>
          </a:p>
          <a:p>
            <a:r>
              <a:rPr lang="en-CA" dirty="0"/>
              <a:t>Robust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4EDF6-FDBC-42FF-99D6-38EF8CE8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9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A6BD-7435-44D1-B3EC-DFB1CC4E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A60D-AE3C-4658-AC4A-775B9466B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C#</a:t>
            </a:r>
          </a:p>
          <a:p>
            <a:r>
              <a:rPr lang="en-CA" dirty="0"/>
              <a:t>Razor templating syntax</a:t>
            </a:r>
          </a:p>
          <a:p>
            <a:pPr lvl="1"/>
            <a:r>
              <a:rPr lang="en-CA" dirty="0"/>
              <a:t>C# in HTML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D2B13-89E0-4F22-9810-36C64DA8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760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918BF-2937-4840-9AF1-5BF71B93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7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E79829-B902-4AAA-A3C0-BD25F84FC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983"/>
            <a:ext cx="12192000" cy="65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0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D2949B-CB3B-4564-92EC-C8539E800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8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D4777-1542-4E8E-8D3C-340394594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620"/>
            <a:ext cx="12192000" cy="665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3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BF8D9-81BC-491D-B2E8-BB7D4595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9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43F44-055C-4B5F-A65B-E82ADA321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5" y="199574"/>
            <a:ext cx="11993649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0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62CCB9-67F9-4C8D-986B-24F7FC4E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Razor Page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FFA40C-8B6D-4D04-9619-EC8FD1BB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10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9E5A0-CF12-4521-9961-06A5B2B33599}"/>
              </a:ext>
            </a:extLst>
          </p:cNvPr>
          <p:cNvSpPr txBox="1"/>
          <p:nvPr/>
        </p:nvSpPr>
        <p:spPr>
          <a:xfrm>
            <a:off x="1143000" y="2139767"/>
            <a:ext cx="82108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latin typeface="Lucida Console" panose="020B0609040504020204" pitchFamily="49" charset="0"/>
              </a:rPr>
              <a:t>public class </a:t>
            </a:r>
            <a:r>
              <a:rPr lang="en-CA" sz="2000" dirty="0" err="1">
                <a:latin typeface="Lucida Console" panose="020B0609040504020204" pitchFamily="49" charset="0"/>
              </a:rPr>
              <a:t>HomeModel</a:t>
            </a:r>
            <a:r>
              <a:rPr lang="en-CA" sz="2000" dirty="0">
                <a:latin typeface="Lucida Console" panose="020B0609040504020204" pitchFamily="49" charset="0"/>
              </a:rPr>
              <a:t> : </a:t>
            </a:r>
            <a:r>
              <a:rPr lang="en-CA" sz="2000" dirty="0" err="1">
                <a:latin typeface="Lucida Console" panose="020B0609040504020204" pitchFamily="49" charset="0"/>
              </a:rPr>
              <a:t>PageModel</a:t>
            </a:r>
            <a:endParaRPr lang="en-CA" sz="2000" dirty="0">
              <a:latin typeface="Lucida Console" panose="020B0609040504020204" pitchFamily="49" charset="0"/>
            </a:endParaRPr>
          </a:p>
          <a:p>
            <a:r>
              <a:rPr lang="en-CA" sz="2000" dirty="0">
                <a:latin typeface="Lucida Console" panose="020B0609040504020204" pitchFamily="49" charset="0"/>
              </a:rPr>
              <a:t>{</a:t>
            </a:r>
          </a:p>
          <a:p>
            <a:r>
              <a:rPr lang="en-CA" sz="2000" dirty="0">
                <a:latin typeface="Lucida Console" panose="020B0609040504020204" pitchFamily="49" charset="0"/>
              </a:rPr>
              <a:t>	public void </a:t>
            </a:r>
            <a:r>
              <a:rPr lang="en-CA" sz="2000" dirty="0" err="1">
                <a:latin typeface="Lucida Console" panose="020B0609040504020204" pitchFamily="49" charset="0"/>
              </a:rPr>
              <a:t>OnGet</a:t>
            </a:r>
            <a:r>
              <a:rPr lang="en-CA" sz="2000" dirty="0">
                <a:latin typeface="Lucida Console" panose="020B0609040504020204" pitchFamily="49" charset="0"/>
              </a:rPr>
              <a:t>()</a:t>
            </a:r>
          </a:p>
          <a:p>
            <a:r>
              <a:rPr lang="en-CA" sz="2000" dirty="0">
                <a:latin typeface="Lucida Console" panose="020B0609040504020204" pitchFamily="49" charset="0"/>
              </a:rPr>
              <a:t>	{</a:t>
            </a:r>
          </a:p>
          <a:p>
            <a:r>
              <a:rPr lang="en-CA" sz="2000" dirty="0">
                <a:latin typeface="Lucida Console" panose="020B0609040504020204" pitchFamily="49" charset="0"/>
              </a:rPr>
              <a:t>		</a:t>
            </a:r>
          </a:p>
          <a:p>
            <a:r>
              <a:rPr lang="en-CA" sz="2000" dirty="0">
                <a:latin typeface="Lucida Console" panose="020B0609040504020204" pitchFamily="49" charset="0"/>
              </a:rPr>
              <a:t>	}</a:t>
            </a:r>
          </a:p>
          <a:p>
            <a:endParaRPr lang="en-CA" sz="2000" dirty="0">
              <a:latin typeface="Lucida Console" panose="020B0609040504020204" pitchFamily="49" charset="0"/>
            </a:endParaRPr>
          </a:p>
          <a:p>
            <a:r>
              <a:rPr lang="en-CA" sz="20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82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8991-0ED1-456F-AD78-19A7FC6D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Razor Pages vs. MVC -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2EDEC-03ED-4955-A67A-0E34FA22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11</a:t>
            </a:fld>
            <a:endParaRPr lang="en-CA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18F838C-9DE2-46F4-923F-6AC19DCD1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316756"/>
              </p:ext>
            </p:extLst>
          </p:nvPr>
        </p:nvGraphicFramePr>
        <p:xfrm>
          <a:off x="838200" y="1772150"/>
          <a:ext cx="10644266" cy="3444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322133">
                  <a:extLst>
                    <a:ext uri="{9D8B030D-6E8A-4147-A177-3AD203B41FA5}">
                      <a16:colId xmlns:a16="http://schemas.microsoft.com/office/drawing/2014/main" val="3138504071"/>
                    </a:ext>
                  </a:extLst>
                </a:gridCol>
                <a:gridCol w="5322133">
                  <a:extLst>
                    <a:ext uri="{9D8B030D-6E8A-4147-A177-3AD203B41FA5}">
                      <a16:colId xmlns:a16="http://schemas.microsoft.com/office/drawing/2014/main" val="3028779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sz="2800" dirty="0"/>
                        <a:t>Razor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MVC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126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Everything under Pages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Spread over multiple folders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8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Designed for page-focused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Controller heavy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83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Anti-forgery token validation enabled automatically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dirty="0"/>
                        <a:t>Anti-forgery token validation enabled manually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847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2800" dirty="0"/>
                        <a:t>Hard to create complex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dirty="0"/>
                        <a:t>Easy to create complex routes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7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66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DCBB6-D46A-4D53-982A-D12A9199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Razor Pages Concepts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40C604-F5E6-4CF8-8D51-FE5EB78D8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Razor files (or content pages) – intended to be browsable and contain a mixture of client-side &amp; server-side code</a:t>
            </a:r>
          </a:p>
          <a:p>
            <a:pPr lvl="1"/>
            <a:r>
              <a:rPr lang="en-CA" dirty="0"/>
              <a:t>@page – directive specifying a razor page</a:t>
            </a:r>
          </a:p>
          <a:p>
            <a:pPr lvl="1"/>
            <a:r>
              <a:rPr lang="en-CA" dirty="0"/>
              <a:t>@model – directive specifying the model</a:t>
            </a:r>
          </a:p>
          <a:p>
            <a:pPr lvl="1"/>
            <a:r>
              <a:rPr lang="en-CA" dirty="0"/>
              <a:t>@{ . . . } – Razor code block containing C#</a:t>
            </a:r>
          </a:p>
          <a:p>
            <a:r>
              <a:rPr lang="en-CA" dirty="0"/>
              <a:t>Model binding – used to pass data</a:t>
            </a:r>
          </a:p>
          <a:p>
            <a:r>
              <a:rPr lang="en-CA" dirty="0"/>
              <a:t>Model validation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5625DF-1BD6-4596-89F9-F584B554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062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B340-E7FE-4C2D-B0D6-AD451A04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5E05-F867-4170-BC67-9B0CAA3AD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One-way data binding – one directional</a:t>
            </a:r>
          </a:p>
          <a:p>
            <a:r>
              <a:rPr lang="en-CA" dirty="0"/>
              <a:t>Two-way data binding – two directional</a:t>
            </a:r>
          </a:p>
          <a:p>
            <a:r>
              <a:rPr lang="en-CA" dirty="0"/>
              <a:t>Event binding – binding to user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52382-00BB-43FA-9CA9-CC302262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5991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1986-7FC7-40F7-861E-4EF3FB6B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One-way data binding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1EB4-CCFF-4AE6-AF2C-0DE6C83A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Loading data in a table</a:t>
            </a:r>
          </a:p>
          <a:p>
            <a:r>
              <a:rPr lang="en-CA" dirty="0"/>
              <a:t>Getting a profile picture</a:t>
            </a:r>
          </a:p>
          <a:p>
            <a:r>
              <a:rPr lang="en-CA" dirty="0"/>
              <a:t>Displaying date and time on a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AA515-ED4E-4AB5-89D4-883C624D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3758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1986-7FC7-40F7-861E-4EF3FB6B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Two-way data binding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1EB4-CCFF-4AE6-AF2C-0DE6C83A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Calculator</a:t>
            </a:r>
          </a:p>
          <a:p>
            <a:r>
              <a:rPr lang="en-CA" dirty="0"/>
              <a:t>Form validation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AA515-ED4E-4AB5-89D4-883C624D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145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1986-7FC7-40F7-861E-4EF3FB6B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Event data binding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1EB4-CCFF-4AE6-AF2C-0DE6C83A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Clicks</a:t>
            </a:r>
          </a:p>
          <a:p>
            <a:r>
              <a:rPr lang="en-CA" dirty="0"/>
              <a:t>Keystrokes</a:t>
            </a:r>
          </a:p>
          <a:p>
            <a:r>
              <a:rPr lang="en-CA" dirty="0"/>
              <a:t>Touch</a:t>
            </a:r>
          </a:p>
          <a:p>
            <a:r>
              <a:rPr lang="en-CA" dirty="0"/>
              <a:t>Mouse movement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AA515-ED4E-4AB5-89D4-883C624D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DB906-439D-4086-BAEA-344C3250F9C0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82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275</Words>
  <Application>Microsoft Office PowerPoint</Application>
  <PresentationFormat>Widescreen</PresentationFormat>
  <Paragraphs>82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Lucida Console</vt:lpstr>
      <vt:lpstr>Office Theme</vt:lpstr>
      <vt:lpstr>ASP.NET Razor Pages</vt:lpstr>
      <vt:lpstr>What are ASP.NET Razor Pages</vt:lpstr>
      <vt:lpstr>Benefits</vt:lpstr>
      <vt:lpstr>How?</vt:lpstr>
      <vt:lpstr>Why</vt:lpstr>
      <vt:lpstr>Technologies</vt:lpstr>
      <vt:lpstr>PowerPoint Presentation</vt:lpstr>
      <vt:lpstr>PowerPoint Presentation</vt:lpstr>
      <vt:lpstr>PowerPoint Presentation</vt:lpstr>
      <vt:lpstr>Razor Page Code</vt:lpstr>
      <vt:lpstr>Razor Pages vs. MVC - comparison</vt:lpstr>
      <vt:lpstr>Razor Pages Concepts</vt:lpstr>
      <vt:lpstr>Data Binding</vt:lpstr>
      <vt:lpstr>One-way data binding examples</vt:lpstr>
      <vt:lpstr>Two-way data binding examples</vt:lpstr>
      <vt:lpstr>Event data binding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 SQL (TSQL)</dc:title>
  <dc:creator>Medhat Elmasry</dc:creator>
  <cp:lastModifiedBy>Medhat Elmasry</cp:lastModifiedBy>
  <cp:revision>1</cp:revision>
  <dcterms:created xsi:type="dcterms:W3CDTF">2022-09-03T20:02:29Z</dcterms:created>
  <dcterms:modified xsi:type="dcterms:W3CDTF">2022-09-10T21:24:30Z</dcterms:modified>
</cp:coreProperties>
</file>