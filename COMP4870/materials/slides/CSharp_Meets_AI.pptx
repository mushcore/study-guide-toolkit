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80" r:id="rId3"/>
    <p:sldId id="268" r:id="rId4"/>
    <p:sldId id="259" r:id="rId5"/>
    <p:sldId id="260" r:id="rId6"/>
    <p:sldId id="299" r:id="rId7"/>
    <p:sldId id="300" r:id="rId8"/>
    <p:sldId id="301" r:id="rId9"/>
    <p:sldId id="306" r:id="rId10"/>
    <p:sldId id="303" r:id="rId11"/>
    <p:sldId id="264" r:id="rId12"/>
    <p:sldId id="262" r:id="rId13"/>
    <p:sldId id="279" r:id="rId14"/>
    <p:sldId id="257" r:id="rId15"/>
    <p:sldId id="258" r:id="rId16"/>
    <p:sldId id="265" r:id="rId17"/>
    <p:sldId id="309" r:id="rId18"/>
    <p:sldId id="310" r:id="rId19"/>
    <p:sldId id="304" r:id="rId20"/>
    <p:sldId id="308" r:id="rId21"/>
    <p:sldId id="283" r:id="rId22"/>
    <p:sldId id="267" r:id="rId23"/>
    <p:sldId id="276" r:id="rId24"/>
    <p:sldId id="307" r:id="rId25"/>
    <p:sldId id="263" r:id="rId26"/>
    <p:sldId id="269" r:id="rId27"/>
    <p:sldId id="270" r:id="rId28"/>
    <p:sldId id="271" r:id="rId29"/>
    <p:sldId id="272" r:id="rId30"/>
    <p:sldId id="29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309085-130A-F94B-9B4C-B56D5E466304}" v="57" dt="2025-10-16T15:02:29.7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075"/>
    <p:restoredTop sz="77910"/>
  </p:normalViewPr>
  <p:slideViewPr>
    <p:cSldViewPr snapToGrid="0">
      <p:cViewPr varScale="1">
        <p:scale>
          <a:sx n="95" d="100"/>
          <a:sy n="95" d="100"/>
        </p:scale>
        <p:origin x="8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dhat Elmasry" userId="405e238c19f61b9e" providerId="LiveId" clId="{FDECEA60-4432-5C1E-B4FA-7BC519CADCB5}"/>
    <pc:docChg chg="undo custSel addSld delSld modSld sldOrd">
      <pc:chgData name="Medhat Elmasry" userId="405e238c19f61b9e" providerId="LiveId" clId="{FDECEA60-4432-5C1E-B4FA-7BC519CADCB5}" dt="2025-10-16T15:05:30.107" v="600" actId="20577"/>
      <pc:docMkLst>
        <pc:docMk/>
      </pc:docMkLst>
      <pc:sldChg chg="delSp modSp mod delAnim">
        <pc:chgData name="Medhat Elmasry" userId="405e238c19f61b9e" providerId="LiveId" clId="{FDECEA60-4432-5C1E-B4FA-7BC519CADCB5}" dt="2025-10-16T15:00:16.590" v="403" actId="478"/>
        <pc:sldMkLst>
          <pc:docMk/>
          <pc:sldMk cId="495529128" sldId="256"/>
        </pc:sldMkLst>
        <pc:spChg chg="mod">
          <ac:chgData name="Medhat Elmasry" userId="405e238c19f61b9e" providerId="LiveId" clId="{FDECEA60-4432-5C1E-B4FA-7BC519CADCB5}" dt="2025-10-16T15:00:08.152" v="402" actId="20577"/>
          <ac:spMkLst>
            <pc:docMk/>
            <pc:sldMk cId="495529128" sldId="256"/>
            <ac:spMk id="2" creationId="{06560F22-E087-24FF-EFFE-DCBCF1760D48}"/>
          </ac:spMkLst>
        </pc:spChg>
        <pc:picChg chg="del">
          <ac:chgData name="Medhat Elmasry" userId="405e238c19f61b9e" providerId="LiveId" clId="{FDECEA60-4432-5C1E-B4FA-7BC519CADCB5}" dt="2025-10-16T15:00:16.590" v="403" actId="478"/>
          <ac:picMkLst>
            <pc:docMk/>
            <pc:sldMk cId="495529128" sldId="256"/>
            <ac:picMk id="6" creationId="{93BE1C5F-AC8E-2010-1B92-F494DE29F936}"/>
          </ac:picMkLst>
        </pc:picChg>
      </pc:sldChg>
      <pc:sldChg chg="modSp add del mod ord">
        <pc:chgData name="Medhat Elmasry" userId="405e238c19f61b9e" providerId="LiveId" clId="{FDECEA60-4432-5C1E-B4FA-7BC519CADCB5}" dt="2025-10-15T19:54:14.412" v="116" actId="2696"/>
        <pc:sldMkLst>
          <pc:docMk/>
          <pc:sldMk cId="1419472337" sldId="261"/>
        </pc:sldMkLst>
        <pc:spChg chg="mod">
          <ac:chgData name="Medhat Elmasry" userId="405e238c19f61b9e" providerId="LiveId" clId="{FDECEA60-4432-5C1E-B4FA-7BC519CADCB5}" dt="2025-10-15T19:53:21.655" v="114" actId="27636"/>
          <ac:spMkLst>
            <pc:docMk/>
            <pc:sldMk cId="1419472337" sldId="261"/>
            <ac:spMk id="3" creationId="{C1CE6CEA-F4FE-27CC-7769-13D85A861B8D}"/>
          </ac:spMkLst>
        </pc:spChg>
      </pc:sldChg>
      <pc:sldChg chg="modSp mod ord">
        <pc:chgData name="Medhat Elmasry" userId="405e238c19f61b9e" providerId="LiveId" clId="{FDECEA60-4432-5C1E-B4FA-7BC519CADCB5}" dt="2025-10-15T20:02:27.597" v="122" actId="20577"/>
        <pc:sldMkLst>
          <pc:docMk/>
          <pc:sldMk cId="1161048928" sldId="263"/>
        </pc:sldMkLst>
        <pc:spChg chg="mod">
          <ac:chgData name="Medhat Elmasry" userId="405e238c19f61b9e" providerId="LiveId" clId="{FDECEA60-4432-5C1E-B4FA-7BC519CADCB5}" dt="2025-10-15T20:02:27.597" v="122" actId="20577"/>
          <ac:spMkLst>
            <pc:docMk/>
            <pc:sldMk cId="1161048928" sldId="263"/>
            <ac:spMk id="2" creationId="{A303E1EB-E2A7-C947-9591-A5E201B917BE}"/>
          </ac:spMkLst>
        </pc:spChg>
      </pc:sldChg>
      <pc:sldChg chg="modSp mod">
        <pc:chgData name="Medhat Elmasry" userId="405e238c19f61b9e" providerId="LiveId" clId="{FDECEA60-4432-5C1E-B4FA-7BC519CADCB5}" dt="2025-10-15T19:51:08.713" v="111" actId="20577"/>
        <pc:sldMkLst>
          <pc:docMk/>
          <pc:sldMk cId="184595272" sldId="265"/>
        </pc:sldMkLst>
        <pc:spChg chg="mod">
          <ac:chgData name="Medhat Elmasry" userId="405e238c19f61b9e" providerId="LiveId" clId="{FDECEA60-4432-5C1E-B4FA-7BC519CADCB5}" dt="2025-10-15T19:51:08.713" v="111" actId="20577"/>
          <ac:spMkLst>
            <pc:docMk/>
            <pc:sldMk cId="184595272" sldId="265"/>
            <ac:spMk id="3" creationId="{380C71DA-3F10-85DB-4CD7-EE218EB10F30}"/>
          </ac:spMkLst>
        </pc:spChg>
      </pc:sldChg>
      <pc:sldChg chg="del">
        <pc:chgData name="Medhat Elmasry" userId="405e238c19f61b9e" providerId="LiveId" clId="{FDECEA60-4432-5C1E-B4FA-7BC519CADCB5}" dt="2025-10-15T20:06:29.725" v="156" actId="2696"/>
        <pc:sldMkLst>
          <pc:docMk/>
          <pc:sldMk cId="3417542940" sldId="266"/>
        </pc:sldMkLst>
      </pc:sldChg>
      <pc:sldChg chg="modSp mod ord">
        <pc:chgData name="Medhat Elmasry" userId="405e238c19f61b9e" providerId="LiveId" clId="{FDECEA60-4432-5C1E-B4FA-7BC519CADCB5}" dt="2025-10-15T20:04:43.055" v="135" actId="20577"/>
        <pc:sldMkLst>
          <pc:docMk/>
          <pc:sldMk cId="1305819315" sldId="267"/>
        </pc:sldMkLst>
        <pc:spChg chg="mod">
          <ac:chgData name="Medhat Elmasry" userId="405e238c19f61b9e" providerId="LiveId" clId="{FDECEA60-4432-5C1E-B4FA-7BC519CADCB5}" dt="2025-10-15T20:04:43.055" v="135" actId="20577"/>
          <ac:spMkLst>
            <pc:docMk/>
            <pc:sldMk cId="1305819315" sldId="267"/>
            <ac:spMk id="3" creationId="{6E7E26B4-A2CB-A528-31AF-DFAA36E63FA5}"/>
          </ac:spMkLst>
        </pc:spChg>
      </pc:sldChg>
      <pc:sldChg chg="modSp mod">
        <pc:chgData name="Medhat Elmasry" userId="405e238c19f61b9e" providerId="LiveId" clId="{FDECEA60-4432-5C1E-B4FA-7BC519CADCB5}" dt="2025-10-15T20:03:22.851" v="125"/>
        <pc:sldMkLst>
          <pc:docMk/>
          <pc:sldMk cId="89665470" sldId="269"/>
        </pc:sldMkLst>
        <pc:spChg chg="mod">
          <ac:chgData name="Medhat Elmasry" userId="405e238c19f61b9e" providerId="LiveId" clId="{FDECEA60-4432-5C1E-B4FA-7BC519CADCB5}" dt="2025-10-15T20:02:31.648" v="123" actId="20577"/>
          <ac:spMkLst>
            <pc:docMk/>
            <pc:sldMk cId="89665470" sldId="269"/>
            <ac:spMk id="2" creationId="{A303E1EB-E2A7-C947-9591-A5E201B917BE}"/>
          </ac:spMkLst>
        </pc:spChg>
        <pc:spChg chg="mod">
          <ac:chgData name="Medhat Elmasry" userId="405e238c19f61b9e" providerId="LiveId" clId="{FDECEA60-4432-5C1E-B4FA-7BC519CADCB5}" dt="2025-10-15T20:03:22.851" v="125"/>
          <ac:spMkLst>
            <pc:docMk/>
            <pc:sldMk cId="89665470" sldId="269"/>
            <ac:spMk id="3" creationId="{C673F51B-0659-4BBF-5973-3D9720BE0621}"/>
          </ac:spMkLst>
        </pc:spChg>
      </pc:sldChg>
      <pc:sldChg chg="addSp delSp modSp mod">
        <pc:chgData name="Medhat Elmasry" userId="405e238c19f61b9e" providerId="LiveId" clId="{FDECEA60-4432-5C1E-B4FA-7BC519CADCB5}" dt="2025-10-15T20:07:16.227" v="163" actId="478"/>
        <pc:sldMkLst>
          <pc:docMk/>
          <pc:sldMk cId="1757418834" sldId="270"/>
        </pc:sldMkLst>
        <pc:spChg chg="mod">
          <ac:chgData name="Medhat Elmasry" userId="405e238c19f61b9e" providerId="LiveId" clId="{FDECEA60-4432-5C1E-B4FA-7BC519CADCB5}" dt="2025-10-15T20:07:13.206" v="162" actId="20577"/>
          <ac:spMkLst>
            <pc:docMk/>
            <pc:sldMk cId="1757418834" sldId="270"/>
            <ac:spMk id="3" creationId="{C673F51B-0659-4BBF-5973-3D9720BE0621}"/>
          </ac:spMkLst>
        </pc:spChg>
        <pc:graphicFrameChg chg="add del mod">
          <ac:chgData name="Medhat Elmasry" userId="405e238c19f61b9e" providerId="LiveId" clId="{FDECEA60-4432-5C1E-B4FA-7BC519CADCB5}" dt="2025-10-15T20:07:16.227" v="163" actId="478"/>
          <ac:graphicFrameMkLst>
            <pc:docMk/>
            <pc:sldMk cId="1757418834" sldId="270"/>
            <ac:graphicFrameMk id="4" creationId="{251BB0F7-1F3C-A5A8-DECF-D482C6B26D45}"/>
          </ac:graphicFrameMkLst>
        </pc:graphicFrameChg>
      </pc:sldChg>
      <pc:sldChg chg="modSp mod">
        <pc:chgData name="Medhat Elmasry" userId="405e238c19f61b9e" providerId="LiveId" clId="{FDECEA60-4432-5C1E-B4FA-7BC519CADCB5}" dt="2025-10-15T20:08:27.584" v="172"/>
        <pc:sldMkLst>
          <pc:docMk/>
          <pc:sldMk cId="851398583" sldId="271"/>
        </pc:sldMkLst>
        <pc:spChg chg="mod">
          <ac:chgData name="Medhat Elmasry" userId="405e238c19f61b9e" providerId="LiveId" clId="{FDECEA60-4432-5C1E-B4FA-7BC519CADCB5}" dt="2025-10-15T20:08:27.584" v="172"/>
          <ac:spMkLst>
            <pc:docMk/>
            <pc:sldMk cId="851398583" sldId="271"/>
            <ac:spMk id="3" creationId="{C673F51B-0659-4BBF-5973-3D9720BE0621}"/>
          </ac:spMkLst>
        </pc:spChg>
      </pc:sldChg>
      <pc:sldChg chg="modSp mod">
        <pc:chgData name="Medhat Elmasry" userId="405e238c19f61b9e" providerId="LiveId" clId="{FDECEA60-4432-5C1E-B4FA-7BC519CADCB5}" dt="2025-10-15T20:08:48.604" v="174"/>
        <pc:sldMkLst>
          <pc:docMk/>
          <pc:sldMk cId="14623299" sldId="272"/>
        </pc:sldMkLst>
        <pc:spChg chg="mod">
          <ac:chgData name="Medhat Elmasry" userId="405e238c19f61b9e" providerId="LiveId" clId="{FDECEA60-4432-5C1E-B4FA-7BC519CADCB5}" dt="2025-10-15T20:08:48.604" v="174"/>
          <ac:spMkLst>
            <pc:docMk/>
            <pc:sldMk cId="14623299" sldId="272"/>
            <ac:spMk id="3" creationId="{C673F51B-0659-4BBF-5973-3D9720BE0621}"/>
          </ac:spMkLst>
        </pc:spChg>
      </pc:sldChg>
      <pc:sldChg chg="del">
        <pc:chgData name="Medhat Elmasry" userId="405e238c19f61b9e" providerId="LiveId" clId="{FDECEA60-4432-5C1E-B4FA-7BC519CADCB5}" dt="2025-10-15T20:09:18.862" v="178" actId="2696"/>
        <pc:sldMkLst>
          <pc:docMk/>
          <pc:sldMk cId="2360517300" sldId="275"/>
        </pc:sldMkLst>
      </pc:sldChg>
      <pc:sldChg chg="del">
        <pc:chgData name="Medhat Elmasry" userId="405e238c19f61b9e" providerId="LiveId" clId="{FDECEA60-4432-5C1E-B4FA-7BC519CADCB5}" dt="2025-10-15T20:04:59.012" v="136" actId="2696"/>
        <pc:sldMkLst>
          <pc:docMk/>
          <pc:sldMk cId="1569139106" sldId="276"/>
        </pc:sldMkLst>
      </pc:sldChg>
      <pc:sldChg chg="add ord">
        <pc:chgData name="Medhat Elmasry" userId="405e238c19f61b9e" providerId="LiveId" clId="{FDECEA60-4432-5C1E-B4FA-7BC519CADCB5}" dt="2025-10-15T20:05:26.784" v="138" actId="20578"/>
        <pc:sldMkLst>
          <pc:docMk/>
          <pc:sldMk cId="1835652131" sldId="276"/>
        </pc:sldMkLst>
      </pc:sldChg>
      <pc:sldChg chg="del">
        <pc:chgData name="Medhat Elmasry" userId="405e238c19f61b9e" providerId="LiveId" clId="{FDECEA60-4432-5C1E-B4FA-7BC519CADCB5}" dt="2025-10-15T20:09:15.071" v="177" actId="2696"/>
        <pc:sldMkLst>
          <pc:docMk/>
          <pc:sldMk cId="4075955855" sldId="277"/>
        </pc:sldMkLst>
      </pc:sldChg>
      <pc:sldChg chg="del">
        <pc:chgData name="Medhat Elmasry" userId="405e238c19f61b9e" providerId="LiveId" clId="{FDECEA60-4432-5C1E-B4FA-7BC519CADCB5}" dt="2025-10-15T20:09:06.429" v="175" actId="2696"/>
        <pc:sldMkLst>
          <pc:docMk/>
          <pc:sldMk cId="841089283" sldId="281"/>
        </pc:sldMkLst>
      </pc:sldChg>
      <pc:sldChg chg="del">
        <pc:chgData name="Medhat Elmasry" userId="405e238c19f61b9e" providerId="LiveId" clId="{FDECEA60-4432-5C1E-B4FA-7BC519CADCB5}" dt="2025-10-15T20:09:11.986" v="176" actId="2696"/>
        <pc:sldMkLst>
          <pc:docMk/>
          <pc:sldMk cId="556952102" sldId="282"/>
        </pc:sldMkLst>
      </pc:sldChg>
      <pc:sldChg chg="modSp">
        <pc:chgData name="Medhat Elmasry" userId="405e238c19f61b9e" providerId="LiveId" clId="{FDECEA60-4432-5C1E-B4FA-7BC519CADCB5}" dt="2025-10-15T19:39:40.983" v="15" actId="20577"/>
        <pc:sldMkLst>
          <pc:docMk/>
          <pc:sldMk cId="723225577" sldId="299"/>
        </pc:sldMkLst>
        <pc:graphicFrameChg chg="mod">
          <ac:chgData name="Medhat Elmasry" userId="405e238c19f61b9e" providerId="LiveId" clId="{FDECEA60-4432-5C1E-B4FA-7BC519CADCB5}" dt="2025-10-15T19:39:40.983" v="15" actId="20577"/>
          <ac:graphicFrameMkLst>
            <pc:docMk/>
            <pc:sldMk cId="723225577" sldId="299"/>
            <ac:graphicFrameMk id="3" creationId="{087399D0-2285-16B5-DE93-179051EC60BD}"/>
          </ac:graphicFrameMkLst>
        </pc:graphicFrameChg>
      </pc:sldChg>
      <pc:sldChg chg="add del">
        <pc:chgData name="Medhat Elmasry" userId="405e238c19f61b9e" providerId="LiveId" clId="{FDECEA60-4432-5C1E-B4FA-7BC519CADCB5}" dt="2025-10-15T19:49:35.033" v="98" actId="2696"/>
        <pc:sldMkLst>
          <pc:docMk/>
          <pc:sldMk cId="2476309735" sldId="302"/>
        </pc:sldMkLst>
      </pc:sldChg>
      <pc:sldChg chg="add">
        <pc:chgData name="Medhat Elmasry" userId="405e238c19f61b9e" providerId="LiveId" clId="{FDECEA60-4432-5C1E-B4FA-7BC519CADCB5}" dt="2025-10-15T20:10:32.459" v="180"/>
        <pc:sldMkLst>
          <pc:docMk/>
          <pc:sldMk cId="212689989" sldId="304"/>
        </pc:sldMkLst>
      </pc:sldChg>
      <pc:sldChg chg="del">
        <pc:chgData name="Medhat Elmasry" userId="405e238c19f61b9e" providerId="LiveId" clId="{FDECEA60-4432-5C1E-B4FA-7BC519CADCB5}" dt="2025-10-15T20:10:23.905" v="179" actId="2696"/>
        <pc:sldMkLst>
          <pc:docMk/>
          <pc:sldMk cId="795099729" sldId="304"/>
        </pc:sldMkLst>
      </pc:sldChg>
      <pc:sldChg chg="del">
        <pc:chgData name="Medhat Elmasry" userId="405e238c19f61b9e" providerId="LiveId" clId="{FDECEA60-4432-5C1E-B4FA-7BC519CADCB5}" dt="2025-10-15T20:10:37.493" v="181" actId="2696"/>
        <pc:sldMkLst>
          <pc:docMk/>
          <pc:sldMk cId="3161368812" sldId="305"/>
        </pc:sldMkLst>
      </pc:sldChg>
      <pc:sldChg chg="addSp delSp modSp add del mod">
        <pc:chgData name="Medhat Elmasry" userId="405e238c19f61b9e" providerId="LiveId" clId="{FDECEA60-4432-5C1E-B4FA-7BC519CADCB5}" dt="2025-10-15T20:22:14.546" v="398" actId="2696"/>
        <pc:sldMkLst>
          <pc:docMk/>
          <pc:sldMk cId="3257151660" sldId="305"/>
        </pc:sldMkLst>
        <pc:picChg chg="add mod">
          <ac:chgData name="Medhat Elmasry" userId="405e238c19f61b9e" providerId="LiveId" clId="{FDECEA60-4432-5C1E-B4FA-7BC519CADCB5}" dt="2025-10-15T20:12:40.287" v="189" actId="1076"/>
          <ac:picMkLst>
            <pc:docMk/>
            <pc:sldMk cId="3257151660" sldId="305"/>
            <ac:picMk id="3" creationId="{65CF3719-B44F-5E77-7E79-2E1F6723533A}"/>
          </ac:picMkLst>
        </pc:picChg>
        <pc:picChg chg="del">
          <ac:chgData name="Medhat Elmasry" userId="405e238c19f61b9e" providerId="LiveId" clId="{FDECEA60-4432-5C1E-B4FA-7BC519CADCB5}" dt="2025-10-15T20:12:10.038" v="183" actId="478"/>
          <ac:picMkLst>
            <pc:docMk/>
            <pc:sldMk cId="3257151660" sldId="305"/>
            <ac:picMk id="4" creationId="{AFAFB78C-1483-8F0D-F76A-1BAE61AA7372}"/>
          </ac:picMkLst>
        </pc:picChg>
      </pc:sldChg>
      <pc:sldChg chg="addSp delSp modSp new mod">
        <pc:chgData name="Medhat Elmasry" userId="405e238c19f61b9e" providerId="LiveId" clId="{FDECEA60-4432-5C1E-B4FA-7BC519CADCB5}" dt="2025-10-15T19:49:50.988" v="100" actId="2085"/>
        <pc:sldMkLst>
          <pc:docMk/>
          <pc:sldMk cId="647753508" sldId="306"/>
        </pc:sldMkLst>
        <pc:spChg chg="mod">
          <ac:chgData name="Medhat Elmasry" userId="405e238c19f61b9e" providerId="LiveId" clId="{FDECEA60-4432-5C1E-B4FA-7BC519CADCB5}" dt="2025-10-15T19:46:03.091" v="61" actId="20577"/>
          <ac:spMkLst>
            <pc:docMk/>
            <pc:sldMk cId="647753508" sldId="306"/>
            <ac:spMk id="2" creationId="{A46D13A3-0417-2845-2AEC-D66BA579968C}"/>
          </ac:spMkLst>
        </pc:spChg>
        <pc:spChg chg="add mod">
          <ac:chgData name="Medhat Elmasry" userId="405e238c19f61b9e" providerId="LiveId" clId="{FDECEA60-4432-5C1E-B4FA-7BC519CADCB5}" dt="2025-10-15T19:49:41.654" v="99" actId="2085"/>
          <ac:spMkLst>
            <pc:docMk/>
            <pc:sldMk cId="647753508" sldId="306"/>
            <ac:spMk id="3" creationId="{8F5DBB28-D8B0-FAB1-1614-FB4C98D91ECC}"/>
          </ac:spMkLst>
        </pc:spChg>
        <pc:spChg chg="add del mod">
          <ac:chgData name="Medhat Elmasry" userId="405e238c19f61b9e" providerId="LiveId" clId="{FDECEA60-4432-5C1E-B4FA-7BC519CADCB5}" dt="2025-10-15T19:44:25.750" v="29" actId="478"/>
          <ac:spMkLst>
            <pc:docMk/>
            <pc:sldMk cId="647753508" sldId="306"/>
            <ac:spMk id="7" creationId="{72463108-F2C5-0EE2-D9F2-52D90D05B3A8}"/>
          </ac:spMkLst>
        </pc:spChg>
        <pc:spChg chg="add mod">
          <ac:chgData name="Medhat Elmasry" userId="405e238c19f61b9e" providerId="LiveId" clId="{FDECEA60-4432-5C1E-B4FA-7BC519CADCB5}" dt="2025-10-15T19:49:50.988" v="100" actId="2085"/>
          <ac:spMkLst>
            <pc:docMk/>
            <pc:sldMk cId="647753508" sldId="306"/>
            <ac:spMk id="8" creationId="{BD3D6E6A-D213-51BF-AF2E-35064059F3E9}"/>
          </ac:spMkLst>
        </pc:spChg>
        <pc:picChg chg="add mod">
          <ac:chgData name="Medhat Elmasry" userId="405e238c19f61b9e" providerId="LiveId" clId="{FDECEA60-4432-5C1E-B4FA-7BC519CADCB5}" dt="2025-10-15T19:46:59.257" v="62"/>
          <ac:picMkLst>
            <pc:docMk/>
            <pc:sldMk cId="647753508" sldId="306"/>
            <ac:picMk id="9" creationId="{BD0E235B-DBE7-0FEA-3525-52A2086E2C37}"/>
          </ac:picMkLst>
        </pc:picChg>
        <pc:picChg chg="add mod">
          <ac:chgData name="Medhat Elmasry" userId="405e238c19f61b9e" providerId="LiveId" clId="{FDECEA60-4432-5C1E-B4FA-7BC519CADCB5}" dt="2025-10-15T19:47:20.284" v="66" actId="1076"/>
          <ac:picMkLst>
            <pc:docMk/>
            <pc:sldMk cId="647753508" sldId="306"/>
            <ac:picMk id="10" creationId="{D9946D6F-119B-35C4-1C7F-C5D16549A460}"/>
          </ac:picMkLst>
        </pc:picChg>
        <pc:picChg chg="add mod">
          <ac:chgData name="Medhat Elmasry" userId="405e238c19f61b9e" providerId="LiveId" clId="{FDECEA60-4432-5C1E-B4FA-7BC519CADCB5}" dt="2025-10-15T19:48:13.019" v="88" actId="14100"/>
          <ac:picMkLst>
            <pc:docMk/>
            <pc:sldMk cId="647753508" sldId="306"/>
            <ac:picMk id="11" creationId="{A6BA3A0F-2292-9D8E-B3A9-EFEC83EA1E4F}"/>
          </ac:picMkLst>
        </pc:picChg>
        <pc:picChg chg="add mod">
          <ac:chgData name="Medhat Elmasry" userId="405e238c19f61b9e" providerId="LiveId" clId="{FDECEA60-4432-5C1E-B4FA-7BC519CADCB5}" dt="2025-10-15T19:49:19.292" v="95" actId="1076"/>
          <ac:picMkLst>
            <pc:docMk/>
            <pc:sldMk cId="647753508" sldId="306"/>
            <ac:picMk id="14" creationId="{F02B55A5-6726-C4B4-3955-353C420765C9}"/>
          </ac:picMkLst>
        </pc:picChg>
        <pc:cxnChg chg="add mod">
          <ac:chgData name="Medhat Elmasry" userId="405e238c19f61b9e" providerId="LiveId" clId="{FDECEA60-4432-5C1E-B4FA-7BC519CADCB5}" dt="2025-10-15T19:49:04.818" v="90" actId="14100"/>
          <ac:cxnSpMkLst>
            <pc:docMk/>
            <pc:sldMk cId="647753508" sldId="306"/>
            <ac:cxnSpMk id="5" creationId="{58501760-1D24-C150-1945-BD7344D6EAC5}"/>
          </ac:cxnSpMkLst>
        </pc:cxnChg>
      </pc:sldChg>
      <pc:sldChg chg="modSp add mod">
        <pc:chgData name="Medhat Elmasry" userId="405e238c19f61b9e" providerId="LiveId" clId="{FDECEA60-4432-5C1E-B4FA-7BC519CADCB5}" dt="2025-10-15T20:06:18.572" v="155" actId="14100"/>
        <pc:sldMkLst>
          <pc:docMk/>
          <pc:sldMk cId="1193436044" sldId="307"/>
        </pc:sldMkLst>
        <pc:spChg chg="mod">
          <ac:chgData name="Medhat Elmasry" userId="405e238c19f61b9e" providerId="LiveId" clId="{FDECEA60-4432-5C1E-B4FA-7BC519CADCB5}" dt="2025-10-15T20:06:05.725" v="154" actId="20577"/>
          <ac:spMkLst>
            <pc:docMk/>
            <pc:sldMk cId="1193436044" sldId="307"/>
            <ac:spMk id="2" creationId="{20606999-6768-9EF4-83CC-BD033BDCE3F7}"/>
          </ac:spMkLst>
        </pc:spChg>
        <pc:spChg chg="mod">
          <ac:chgData name="Medhat Elmasry" userId="405e238c19f61b9e" providerId="LiveId" clId="{FDECEA60-4432-5C1E-B4FA-7BC519CADCB5}" dt="2025-10-15T20:05:56.789" v="140" actId="20577"/>
          <ac:spMkLst>
            <pc:docMk/>
            <pc:sldMk cId="1193436044" sldId="307"/>
            <ac:spMk id="3" creationId="{A25C441A-C242-3AFD-40F4-EB0ECE882E36}"/>
          </ac:spMkLst>
        </pc:spChg>
        <pc:spChg chg="mod">
          <ac:chgData name="Medhat Elmasry" userId="405e238c19f61b9e" providerId="LiveId" clId="{FDECEA60-4432-5C1E-B4FA-7BC519CADCB5}" dt="2025-10-15T20:06:18.572" v="155" actId="14100"/>
          <ac:spMkLst>
            <pc:docMk/>
            <pc:sldMk cId="1193436044" sldId="307"/>
            <ac:spMk id="5" creationId="{CA9F6F90-C44F-02B9-FEB8-C1D056631199}"/>
          </ac:spMkLst>
        </pc:spChg>
      </pc:sldChg>
      <pc:sldChg chg="addSp delSp modSp new mod">
        <pc:chgData name="Medhat Elmasry" userId="405e238c19f61b9e" providerId="LiveId" clId="{FDECEA60-4432-5C1E-B4FA-7BC519CADCB5}" dt="2025-10-15T20:22:10.529" v="397"/>
        <pc:sldMkLst>
          <pc:docMk/>
          <pc:sldMk cId="2163101575" sldId="308"/>
        </pc:sldMkLst>
        <pc:spChg chg="mod">
          <ac:chgData name="Medhat Elmasry" userId="405e238c19f61b9e" providerId="LiveId" clId="{FDECEA60-4432-5C1E-B4FA-7BC519CADCB5}" dt="2025-10-15T20:22:10.529" v="397"/>
          <ac:spMkLst>
            <pc:docMk/>
            <pc:sldMk cId="2163101575" sldId="308"/>
            <ac:spMk id="2" creationId="{5EBC66F2-9315-265C-0AA2-0ACC328D9A11}"/>
          </ac:spMkLst>
        </pc:spChg>
        <pc:spChg chg="add mod">
          <ac:chgData name="Medhat Elmasry" userId="405e238c19f61b9e" providerId="LiveId" clId="{FDECEA60-4432-5C1E-B4FA-7BC519CADCB5}" dt="2025-10-15T20:14:17.414" v="211" actId="20577"/>
          <ac:spMkLst>
            <pc:docMk/>
            <pc:sldMk cId="2163101575" sldId="308"/>
            <ac:spMk id="3" creationId="{7A194222-2548-A891-35E4-356C33228F34}"/>
          </ac:spMkLst>
        </pc:spChg>
        <pc:spChg chg="add mod">
          <ac:chgData name="Medhat Elmasry" userId="405e238c19f61b9e" providerId="LiveId" clId="{FDECEA60-4432-5C1E-B4FA-7BC519CADCB5}" dt="2025-10-15T20:14:25.209" v="221" actId="20577"/>
          <ac:spMkLst>
            <pc:docMk/>
            <pc:sldMk cId="2163101575" sldId="308"/>
            <ac:spMk id="4" creationId="{6D7B372E-5AAF-9804-9299-A330E9437215}"/>
          </ac:spMkLst>
        </pc:spChg>
        <pc:spChg chg="add mod">
          <ac:chgData name="Medhat Elmasry" userId="405e238c19f61b9e" providerId="LiveId" clId="{FDECEA60-4432-5C1E-B4FA-7BC519CADCB5}" dt="2025-10-15T20:15:04.383" v="245" actId="1076"/>
          <ac:spMkLst>
            <pc:docMk/>
            <pc:sldMk cId="2163101575" sldId="308"/>
            <ac:spMk id="5" creationId="{FCA6CA00-3E8F-5785-C0DE-12F6B767DD75}"/>
          </ac:spMkLst>
        </pc:spChg>
        <pc:spChg chg="add del mod">
          <ac:chgData name="Medhat Elmasry" userId="405e238c19f61b9e" providerId="LiveId" clId="{FDECEA60-4432-5C1E-B4FA-7BC519CADCB5}" dt="2025-10-15T20:13:27.314" v="197" actId="478"/>
          <ac:spMkLst>
            <pc:docMk/>
            <pc:sldMk cId="2163101575" sldId="308"/>
            <ac:spMk id="6" creationId="{F31A37F5-82EA-556F-882D-1A814884D968}"/>
          </ac:spMkLst>
        </pc:spChg>
        <pc:spChg chg="add del mod">
          <ac:chgData name="Medhat Elmasry" userId="405e238c19f61b9e" providerId="LiveId" clId="{FDECEA60-4432-5C1E-B4FA-7BC519CADCB5}" dt="2025-10-15T20:14:49.163" v="240" actId="478"/>
          <ac:spMkLst>
            <pc:docMk/>
            <pc:sldMk cId="2163101575" sldId="308"/>
            <ac:spMk id="7" creationId="{6EA8C230-C8CF-226B-B6C3-F463F1DFC170}"/>
          </ac:spMkLst>
        </pc:spChg>
        <pc:spChg chg="add mod">
          <ac:chgData name="Medhat Elmasry" userId="405e238c19f61b9e" providerId="LiveId" clId="{FDECEA60-4432-5C1E-B4FA-7BC519CADCB5}" dt="2025-10-15T20:17:28.993" v="346" actId="14100"/>
          <ac:spMkLst>
            <pc:docMk/>
            <pc:sldMk cId="2163101575" sldId="308"/>
            <ac:spMk id="8" creationId="{32B90F6C-B19D-A711-7F8A-0DC9B2DEE77A}"/>
          </ac:spMkLst>
        </pc:spChg>
        <pc:spChg chg="add mod">
          <ac:chgData name="Medhat Elmasry" userId="405e238c19f61b9e" providerId="LiveId" clId="{FDECEA60-4432-5C1E-B4FA-7BC519CADCB5}" dt="2025-10-15T20:19:50.506" v="374" actId="167"/>
          <ac:spMkLst>
            <pc:docMk/>
            <pc:sldMk cId="2163101575" sldId="308"/>
            <ac:spMk id="9" creationId="{9DACAAF8-EDB6-6701-3FE8-9DD21D2DED3F}"/>
          </ac:spMkLst>
        </pc:spChg>
        <pc:spChg chg="add mod">
          <ac:chgData name="Medhat Elmasry" userId="405e238c19f61b9e" providerId="LiveId" clId="{FDECEA60-4432-5C1E-B4FA-7BC519CADCB5}" dt="2025-10-15T20:17:31.648" v="347" actId="1076"/>
          <ac:spMkLst>
            <pc:docMk/>
            <pc:sldMk cId="2163101575" sldId="308"/>
            <ac:spMk id="10" creationId="{980F2413-DA1F-C091-A4B0-1BDC1D761CF9}"/>
          </ac:spMkLst>
        </pc:spChg>
        <pc:spChg chg="add mod">
          <ac:chgData name="Medhat Elmasry" userId="405e238c19f61b9e" providerId="LiveId" clId="{FDECEA60-4432-5C1E-B4FA-7BC519CADCB5}" dt="2025-10-15T20:17:33.969" v="348" actId="1076"/>
          <ac:spMkLst>
            <pc:docMk/>
            <pc:sldMk cId="2163101575" sldId="308"/>
            <ac:spMk id="11" creationId="{CF04782C-6E6C-EDB5-2C98-10E0670F7155}"/>
          </ac:spMkLst>
        </pc:spChg>
        <pc:spChg chg="add mod">
          <ac:chgData name="Medhat Elmasry" userId="405e238c19f61b9e" providerId="LiveId" clId="{FDECEA60-4432-5C1E-B4FA-7BC519CADCB5}" dt="2025-10-15T20:17:44.979" v="350" actId="1076"/>
          <ac:spMkLst>
            <pc:docMk/>
            <pc:sldMk cId="2163101575" sldId="308"/>
            <ac:spMk id="12" creationId="{5C26C607-F17B-AEC4-EE89-BCC61BDD809C}"/>
          </ac:spMkLst>
        </pc:spChg>
        <pc:spChg chg="add mod">
          <ac:chgData name="Medhat Elmasry" userId="405e238c19f61b9e" providerId="LiveId" clId="{FDECEA60-4432-5C1E-B4FA-7BC519CADCB5}" dt="2025-10-15T20:17:51.217" v="352" actId="1076"/>
          <ac:spMkLst>
            <pc:docMk/>
            <pc:sldMk cId="2163101575" sldId="308"/>
            <ac:spMk id="13" creationId="{0BF305CC-488B-843A-D6E8-4AFAB3194CF0}"/>
          </ac:spMkLst>
        </pc:spChg>
        <pc:spChg chg="add mod">
          <ac:chgData name="Medhat Elmasry" userId="405e238c19f61b9e" providerId="LiveId" clId="{FDECEA60-4432-5C1E-B4FA-7BC519CADCB5}" dt="2025-10-15T20:17:56.098" v="354" actId="1076"/>
          <ac:spMkLst>
            <pc:docMk/>
            <pc:sldMk cId="2163101575" sldId="308"/>
            <ac:spMk id="14" creationId="{0CBDD373-151C-4185-0F18-506466665D17}"/>
          </ac:spMkLst>
        </pc:spChg>
        <pc:spChg chg="add mod">
          <ac:chgData name="Medhat Elmasry" userId="405e238c19f61b9e" providerId="LiveId" clId="{FDECEA60-4432-5C1E-B4FA-7BC519CADCB5}" dt="2025-10-15T20:18:02.305" v="356" actId="1076"/>
          <ac:spMkLst>
            <pc:docMk/>
            <pc:sldMk cId="2163101575" sldId="308"/>
            <ac:spMk id="15" creationId="{D35BFF76-5323-8C55-564E-896B4216AF39}"/>
          </ac:spMkLst>
        </pc:spChg>
        <pc:spChg chg="add mod">
          <ac:chgData name="Medhat Elmasry" userId="405e238c19f61b9e" providerId="LiveId" clId="{FDECEA60-4432-5C1E-B4FA-7BC519CADCB5}" dt="2025-10-15T20:18:12.356" v="358" actId="1076"/>
          <ac:spMkLst>
            <pc:docMk/>
            <pc:sldMk cId="2163101575" sldId="308"/>
            <ac:spMk id="16" creationId="{4FA659CB-5620-28A2-4D39-0946A754EB32}"/>
          </ac:spMkLst>
        </pc:spChg>
        <pc:spChg chg="add mod">
          <ac:chgData name="Medhat Elmasry" userId="405e238c19f61b9e" providerId="LiveId" clId="{FDECEA60-4432-5C1E-B4FA-7BC519CADCB5}" dt="2025-10-15T20:18:17.492" v="360" actId="1076"/>
          <ac:spMkLst>
            <pc:docMk/>
            <pc:sldMk cId="2163101575" sldId="308"/>
            <ac:spMk id="17" creationId="{FBA38BF2-6BDA-B75B-359C-C5ACBE6B4E77}"/>
          </ac:spMkLst>
        </pc:spChg>
        <pc:spChg chg="add mod">
          <ac:chgData name="Medhat Elmasry" userId="405e238c19f61b9e" providerId="LiveId" clId="{FDECEA60-4432-5C1E-B4FA-7BC519CADCB5}" dt="2025-10-15T20:18:22.789" v="362" actId="1076"/>
          <ac:spMkLst>
            <pc:docMk/>
            <pc:sldMk cId="2163101575" sldId="308"/>
            <ac:spMk id="18" creationId="{7FC070E6-316F-4432-A6CE-D1BAF50FADF0}"/>
          </ac:spMkLst>
        </pc:spChg>
        <pc:spChg chg="add mod">
          <ac:chgData name="Medhat Elmasry" userId="405e238c19f61b9e" providerId="LiveId" clId="{FDECEA60-4432-5C1E-B4FA-7BC519CADCB5}" dt="2025-10-15T20:18:26.775" v="364" actId="1076"/>
          <ac:spMkLst>
            <pc:docMk/>
            <pc:sldMk cId="2163101575" sldId="308"/>
            <ac:spMk id="19" creationId="{5CE68B15-D69E-1F1A-CB54-92424BA235AA}"/>
          </ac:spMkLst>
        </pc:spChg>
        <pc:spChg chg="add mod">
          <ac:chgData name="Medhat Elmasry" userId="405e238c19f61b9e" providerId="LiveId" clId="{FDECEA60-4432-5C1E-B4FA-7BC519CADCB5}" dt="2025-10-15T20:18:31.907" v="366" actId="1076"/>
          <ac:spMkLst>
            <pc:docMk/>
            <pc:sldMk cId="2163101575" sldId="308"/>
            <ac:spMk id="20" creationId="{CA34B7B4-AEEC-AF7B-4D24-B18A8D5CAFA6}"/>
          </ac:spMkLst>
        </pc:spChg>
        <pc:spChg chg="add mod">
          <ac:chgData name="Medhat Elmasry" userId="405e238c19f61b9e" providerId="LiveId" clId="{FDECEA60-4432-5C1E-B4FA-7BC519CADCB5}" dt="2025-10-15T20:18:43.545" v="368" actId="1076"/>
          <ac:spMkLst>
            <pc:docMk/>
            <pc:sldMk cId="2163101575" sldId="308"/>
            <ac:spMk id="21" creationId="{1CA877AD-22C8-E0BF-367E-4CA36D1DD41A}"/>
          </ac:spMkLst>
        </pc:spChg>
        <pc:spChg chg="add mod">
          <ac:chgData name="Medhat Elmasry" userId="405e238c19f61b9e" providerId="LiveId" clId="{FDECEA60-4432-5C1E-B4FA-7BC519CADCB5}" dt="2025-10-15T20:21:50.194" v="395" actId="1076"/>
          <ac:spMkLst>
            <pc:docMk/>
            <pc:sldMk cId="2163101575" sldId="308"/>
            <ac:spMk id="33" creationId="{76D71318-C45D-FBE1-73FC-35162D2A12A1}"/>
          </ac:spMkLst>
        </pc:spChg>
        <pc:cxnChg chg="add mod">
          <ac:chgData name="Medhat Elmasry" userId="405e238c19f61b9e" providerId="LiveId" clId="{FDECEA60-4432-5C1E-B4FA-7BC519CADCB5}" dt="2025-10-15T20:20:03.024" v="375" actId="167"/>
          <ac:cxnSpMkLst>
            <pc:docMk/>
            <pc:sldMk cId="2163101575" sldId="308"/>
            <ac:cxnSpMk id="23" creationId="{70B07ECC-5DD6-D8D1-CF5B-73C0D72129E4}"/>
          </ac:cxnSpMkLst>
        </pc:cxnChg>
        <pc:cxnChg chg="add mod">
          <ac:chgData name="Medhat Elmasry" userId="405e238c19f61b9e" providerId="LiveId" clId="{FDECEA60-4432-5C1E-B4FA-7BC519CADCB5}" dt="2025-10-15T20:20:17.258" v="378" actId="14100"/>
          <ac:cxnSpMkLst>
            <pc:docMk/>
            <pc:sldMk cId="2163101575" sldId="308"/>
            <ac:cxnSpMk id="25" creationId="{1DA430C1-A5DD-0B84-81D0-3EED52C1C35C}"/>
          </ac:cxnSpMkLst>
        </pc:cxnChg>
        <pc:cxnChg chg="add mod">
          <ac:chgData name="Medhat Elmasry" userId="405e238c19f61b9e" providerId="LiveId" clId="{FDECEA60-4432-5C1E-B4FA-7BC519CADCB5}" dt="2025-10-15T20:20:44.035" v="385" actId="14100"/>
          <ac:cxnSpMkLst>
            <pc:docMk/>
            <pc:sldMk cId="2163101575" sldId="308"/>
            <ac:cxnSpMk id="27" creationId="{BF84F194-7FDD-20A3-8EB0-28560077D747}"/>
          </ac:cxnSpMkLst>
        </pc:cxnChg>
      </pc:sldChg>
      <pc:sldChg chg="add del">
        <pc:chgData name="Medhat Elmasry" userId="405e238c19f61b9e" providerId="LiveId" clId="{FDECEA60-4432-5C1E-B4FA-7BC519CADCB5}" dt="2025-10-15T19:54:14.416" v="117" actId="2696"/>
        <pc:sldMkLst>
          <pc:docMk/>
          <pc:sldMk cId="2801308231" sldId="308"/>
        </pc:sldMkLst>
      </pc:sldChg>
      <pc:sldChg chg="addSp delSp modSp new mod modClrScheme chgLayout">
        <pc:chgData name="Medhat Elmasry" userId="405e238c19f61b9e" providerId="LiveId" clId="{FDECEA60-4432-5C1E-B4FA-7BC519CADCB5}" dt="2025-10-16T15:03:39.602" v="483" actId="14100"/>
        <pc:sldMkLst>
          <pc:docMk/>
          <pc:sldMk cId="2436733428" sldId="309"/>
        </pc:sldMkLst>
        <pc:spChg chg="del mod ord">
          <ac:chgData name="Medhat Elmasry" userId="405e238c19f61b9e" providerId="LiveId" clId="{FDECEA60-4432-5C1E-B4FA-7BC519CADCB5}" dt="2025-10-16T15:01:05.378" v="405" actId="700"/>
          <ac:spMkLst>
            <pc:docMk/>
            <pc:sldMk cId="2436733428" sldId="309"/>
            <ac:spMk id="2" creationId="{CF90EC8C-85FB-4683-8F75-74E08D020AA5}"/>
          </ac:spMkLst>
        </pc:spChg>
        <pc:spChg chg="del">
          <ac:chgData name="Medhat Elmasry" userId="405e238c19f61b9e" providerId="LiveId" clId="{FDECEA60-4432-5C1E-B4FA-7BC519CADCB5}" dt="2025-10-16T15:01:05.378" v="405" actId="700"/>
          <ac:spMkLst>
            <pc:docMk/>
            <pc:sldMk cId="2436733428" sldId="309"/>
            <ac:spMk id="3" creationId="{1B42AB5F-CC2C-0322-8EE3-CE8C2CE87DB3}"/>
          </ac:spMkLst>
        </pc:spChg>
        <pc:spChg chg="add mod ord">
          <ac:chgData name="Medhat Elmasry" userId="405e238c19f61b9e" providerId="LiveId" clId="{FDECEA60-4432-5C1E-B4FA-7BC519CADCB5}" dt="2025-10-16T15:01:26.577" v="438" actId="20577"/>
          <ac:spMkLst>
            <pc:docMk/>
            <pc:sldMk cId="2436733428" sldId="309"/>
            <ac:spMk id="4" creationId="{4B7132B9-6937-DA73-C2AE-74B05DBA5443}"/>
          </ac:spMkLst>
        </pc:spChg>
        <pc:spChg chg="add mod">
          <ac:chgData name="Medhat Elmasry" userId="405e238c19f61b9e" providerId="LiveId" clId="{FDECEA60-4432-5C1E-B4FA-7BC519CADCB5}" dt="2025-10-16T15:03:39.602" v="483" actId="14100"/>
          <ac:spMkLst>
            <pc:docMk/>
            <pc:sldMk cId="2436733428" sldId="309"/>
            <ac:spMk id="6" creationId="{68AF9514-FC7A-57B5-CFD7-F6F7DC4E1B12}"/>
          </ac:spMkLst>
        </pc:spChg>
        <pc:spChg chg="add mod">
          <ac:chgData name="Medhat Elmasry" userId="405e238c19f61b9e" providerId="LiveId" clId="{FDECEA60-4432-5C1E-B4FA-7BC519CADCB5}" dt="2025-10-16T15:03:01.121" v="474" actId="1038"/>
          <ac:spMkLst>
            <pc:docMk/>
            <pc:sldMk cId="2436733428" sldId="309"/>
            <ac:spMk id="8" creationId="{1CDDE26B-143E-986C-4442-A2EAB5CAC528}"/>
          </ac:spMkLst>
        </pc:spChg>
        <pc:spChg chg="add mod">
          <ac:chgData name="Medhat Elmasry" userId="405e238c19f61b9e" providerId="LiveId" clId="{FDECEA60-4432-5C1E-B4FA-7BC519CADCB5}" dt="2025-10-16T15:03:34.352" v="482" actId="1076"/>
          <ac:spMkLst>
            <pc:docMk/>
            <pc:sldMk cId="2436733428" sldId="309"/>
            <ac:spMk id="9" creationId="{9CD42841-C432-E342-9911-C21F52A2F76D}"/>
          </ac:spMkLst>
        </pc:spChg>
      </pc:sldChg>
      <pc:sldChg chg="add del">
        <pc:chgData name="Medhat Elmasry" userId="405e238c19f61b9e" providerId="LiveId" clId="{FDECEA60-4432-5C1E-B4FA-7BC519CADCB5}" dt="2025-10-15T19:54:14.418" v="118" actId="2696"/>
        <pc:sldMkLst>
          <pc:docMk/>
          <pc:sldMk cId="3732809412" sldId="309"/>
        </pc:sldMkLst>
      </pc:sldChg>
      <pc:sldChg chg="addSp delSp modSp new mod modClrScheme chgLayout">
        <pc:chgData name="Medhat Elmasry" userId="405e238c19f61b9e" providerId="LiveId" clId="{FDECEA60-4432-5C1E-B4FA-7BC519CADCB5}" dt="2025-10-16T15:05:30.107" v="600" actId="20577"/>
        <pc:sldMkLst>
          <pc:docMk/>
          <pc:sldMk cId="3363671769" sldId="310"/>
        </pc:sldMkLst>
        <pc:spChg chg="del mod ord">
          <ac:chgData name="Medhat Elmasry" userId="405e238c19f61b9e" providerId="LiveId" clId="{FDECEA60-4432-5C1E-B4FA-7BC519CADCB5}" dt="2025-10-16T15:04:13.120" v="485" actId="700"/>
          <ac:spMkLst>
            <pc:docMk/>
            <pc:sldMk cId="3363671769" sldId="310"/>
            <ac:spMk id="2" creationId="{13A727CE-4BEA-E147-F04D-78FBB04BB3D3}"/>
          </ac:spMkLst>
        </pc:spChg>
        <pc:spChg chg="add mod ord">
          <ac:chgData name="Medhat Elmasry" userId="405e238c19f61b9e" providerId="LiveId" clId="{FDECEA60-4432-5C1E-B4FA-7BC519CADCB5}" dt="2025-10-16T15:04:18.571" v="499" actId="20577"/>
          <ac:spMkLst>
            <pc:docMk/>
            <pc:sldMk cId="3363671769" sldId="310"/>
            <ac:spMk id="3" creationId="{4B3E25CA-FA9C-4CE0-2637-F4C3B7587FC2}"/>
          </ac:spMkLst>
        </pc:spChg>
        <pc:spChg chg="add mod ord">
          <ac:chgData name="Medhat Elmasry" userId="405e238c19f61b9e" providerId="LiveId" clId="{FDECEA60-4432-5C1E-B4FA-7BC519CADCB5}" dt="2025-10-16T15:05:30.107" v="600" actId="20577"/>
          <ac:spMkLst>
            <pc:docMk/>
            <pc:sldMk cId="3363671769" sldId="310"/>
            <ac:spMk id="4" creationId="{AB7588BA-FB2C-BDE1-16CF-6AADCD3EE227}"/>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0A3034-4312-4941-9F1A-93D9F2CCE1F8}"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E94C2325-64FC-45BF-BA38-596B8B2FB764}">
      <dgm:prSet phldrT="[Text]"/>
      <dgm:spPr/>
      <dgm:t>
        <a:bodyPr spcFirstLastPara="0" vert="horz" wrap="square" lIns="133350" tIns="133350" rIns="133350" bIns="133350" numCol="1" spcCol="1270" anchor="ctr" anchorCtr="0"/>
        <a:lstStyle/>
        <a:p>
          <a:pPr marL="0" lvl="0" indent="0" defTabSz="1555750">
            <a:spcBef>
              <a:spcPct val="0"/>
            </a:spcBef>
            <a:spcAft>
              <a:spcPct val="35000"/>
            </a:spcAft>
            <a:buNone/>
          </a:pPr>
          <a:r>
            <a:rPr lang="en-US" kern="1200" dirty="0">
              <a:latin typeface="Aptos" panose="02110004020202020204"/>
              <a:ea typeface="+mn-ea"/>
              <a:cs typeface="+mn-cs"/>
            </a:rPr>
            <a:t>All apps will be reinvented with AI</a:t>
          </a:r>
        </a:p>
      </dgm:t>
    </dgm:pt>
    <dgm:pt modelId="{D63A27CF-5DB0-4893-ABD6-0B7DE40A03EB}" type="parTrans" cxnId="{7C5CB3B2-0E85-4A16-92E9-7C4C7AEB07EF}">
      <dgm:prSet/>
      <dgm:spPr/>
      <dgm:t>
        <a:bodyPr/>
        <a:lstStyle/>
        <a:p>
          <a:endParaRPr lang="en-US"/>
        </a:p>
      </dgm:t>
    </dgm:pt>
    <dgm:pt modelId="{527E05CB-B50F-4D42-B12E-472BBB97251A}" type="sibTrans" cxnId="{7C5CB3B2-0E85-4A16-92E9-7C4C7AEB07EF}">
      <dgm:prSet/>
      <dgm:spPr/>
      <dgm:t>
        <a:bodyPr/>
        <a:lstStyle/>
        <a:p>
          <a:endParaRPr lang="en-US"/>
        </a:p>
      </dgm:t>
    </dgm:pt>
    <dgm:pt modelId="{F9D0E28F-3F82-4876-9D43-52E21FD9F91F}">
      <dgm:prSet phldrT="[Text]"/>
      <dgm:spPr/>
      <dgm:t>
        <a:bodyPr/>
        <a:lstStyle/>
        <a:p>
          <a:r>
            <a:rPr lang="en-US" dirty="0"/>
            <a:t>New apps will be built that were not possible before</a:t>
          </a:r>
        </a:p>
      </dgm:t>
    </dgm:pt>
    <dgm:pt modelId="{AA837E01-EEFB-4E94-933A-A09FA390B509}" type="parTrans" cxnId="{9523EB30-56F4-4BB4-BEC3-A184D608BCC1}">
      <dgm:prSet/>
      <dgm:spPr/>
      <dgm:t>
        <a:bodyPr/>
        <a:lstStyle/>
        <a:p>
          <a:endParaRPr lang="en-US"/>
        </a:p>
      </dgm:t>
    </dgm:pt>
    <dgm:pt modelId="{A8A62408-A335-4EAC-947B-00DF9ED890FB}" type="sibTrans" cxnId="{9523EB30-56F4-4BB4-BEC3-A184D608BCC1}">
      <dgm:prSet/>
      <dgm:spPr/>
      <dgm:t>
        <a:bodyPr/>
        <a:lstStyle/>
        <a:p>
          <a:endParaRPr lang="en-US"/>
        </a:p>
      </dgm:t>
    </dgm:pt>
    <dgm:pt modelId="{77841AE8-3B2B-BB49-8BB2-F4BF5E31EDD8}">
      <dgm:prSet phldrT="[Text]"/>
      <dgm:spPr/>
      <dgm:t>
        <a:bodyPr/>
        <a:lstStyle/>
        <a:p>
          <a:r>
            <a:rPr lang="en-US" dirty="0"/>
            <a:t>Developers will do less coding and more editing</a:t>
          </a:r>
        </a:p>
      </dgm:t>
    </dgm:pt>
    <dgm:pt modelId="{CE903BD3-C6EC-8947-A43C-8D921402C516}" type="parTrans" cxnId="{BEEF522F-CEE2-1440-BDEA-F30CD85EB4ED}">
      <dgm:prSet/>
      <dgm:spPr/>
      <dgm:t>
        <a:bodyPr/>
        <a:lstStyle/>
        <a:p>
          <a:endParaRPr lang="en-US"/>
        </a:p>
      </dgm:t>
    </dgm:pt>
    <dgm:pt modelId="{10241BEC-1D22-B349-9BF6-3BE6FC7DF31F}" type="sibTrans" cxnId="{BEEF522F-CEE2-1440-BDEA-F30CD85EB4ED}">
      <dgm:prSet/>
      <dgm:spPr/>
      <dgm:t>
        <a:bodyPr/>
        <a:lstStyle/>
        <a:p>
          <a:endParaRPr lang="en-US"/>
        </a:p>
      </dgm:t>
    </dgm:pt>
    <dgm:pt modelId="{14FEFA0B-A836-374C-8519-1466830E462D}" type="pres">
      <dgm:prSet presAssocID="{680A3034-4312-4941-9F1A-93D9F2CCE1F8}" presName="diagram" presStyleCnt="0">
        <dgm:presLayoutVars>
          <dgm:dir/>
          <dgm:resizeHandles val="exact"/>
        </dgm:presLayoutVars>
      </dgm:prSet>
      <dgm:spPr/>
    </dgm:pt>
    <dgm:pt modelId="{B91E305B-C84D-3E40-A04E-CA7CF935BF20}" type="pres">
      <dgm:prSet presAssocID="{E94C2325-64FC-45BF-BA38-596B8B2FB764}" presName="node" presStyleLbl="node1" presStyleIdx="0" presStyleCnt="3">
        <dgm:presLayoutVars>
          <dgm:bulletEnabled val="1"/>
        </dgm:presLayoutVars>
      </dgm:prSet>
      <dgm:spPr/>
    </dgm:pt>
    <dgm:pt modelId="{677C982B-3F01-4147-ACBB-B3A8333F8FA0}" type="pres">
      <dgm:prSet presAssocID="{527E05CB-B50F-4D42-B12E-472BBB97251A}" presName="sibTrans" presStyleCnt="0"/>
      <dgm:spPr/>
    </dgm:pt>
    <dgm:pt modelId="{FB8FE0F9-E40E-5F4A-943D-FB3B542370C0}" type="pres">
      <dgm:prSet presAssocID="{F9D0E28F-3F82-4876-9D43-52E21FD9F91F}" presName="node" presStyleLbl="node1" presStyleIdx="1" presStyleCnt="3">
        <dgm:presLayoutVars>
          <dgm:bulletEnabled val="1"/>
        </dgm:presLayoutVars>
      </dgm:prSet>
      <dgm:spPr/>
    </dgm:pt>
    <dgm:pt modelId="{7A34720A-640D-8A48-9B34-EC73978DD758}" type="pres">
      <dgm:prSet presAssocID="{A8A62408-A335-4EAC-947B-00DF9ED890FB}" presName="sibTrans" presStyleCnt="0"/>
      <dgm:spPr/>
    </dgm:pt>
    <dgm:pt modelId="{F4509490-E2FE-5342-9F70-7DA5AC5B0C00}" type="pres">
      <dgm:prSet presAssocID="{77841AE8-3B2B-BB49-8BB2-F4BF5E31EDD8}" presName="node" presStyleLbl="node1" presStyleIdx="2" presStyleCnt="3">
        <dgm:presLayoutVars>
          <dgm:bulletEnabled val="1"/>
        </dgm:presLayoutVars>
      </dgm:prSet>
      <dgm:spPr/>
    </dgm:pt>
  </dgm:ptLst>
  <dgm:cxnLst>
    <dgm:cxn modelId="{6A10F40F-8BEE-D746-A91D-AB187B397F51}" type="presOf" srcId="{680A3034-4312-4941-9F1A-93D9F2CCE1F8}" destId="{14FEFA0B-A836-374C-8519-1466830E462D}" srcOrd="0" destOrd="0" presId="urn:microsoft.com/office/officeart/2005/8/layout/default"/>
    <dgm:cxn modelId="{BEEF522F-CEE2-1440-BDEA-F30CD85EB4ED}" srcId="{680A3034-4312-4941-9F1A-93D9F2CCE1F8}" destId="{77841AE8-3B2B-BB49-8BB2-F4BF5E31EDD8}" srcOrd="2" destOrd="0" parTransId="{CE903BD3-C6EC-8947-A43C-8D921402C516}" sibTransId="{10241BEC-1D22-B349-9BF6-3BE6FC7DF31F}"/>
    <dgm:cxn modelId="{9523EB30-56F4-4BB4-BEC3-A184D608BCC1}" srcId="{680A3034-4312-4941-9F1A-93D9F2CCE1F8}" destId="{F9D0E28F-3F82-4876-9D43-52E21FD9F91F}" srcOrd="1" destOrd="0" parTransId="{AA837E01-EEFB-4E94-933A-A09FA390B509}" sibTransId="{A8A62408-A335-4EAC-947B-00DF9ED890FB}"/>
    <dgm:cxn modelId="{72D7263D-2F76-B744-842C-9507D3F67493}" type="presOf" srcId="{E94C2325-64FC-45BF-BA38-596B8B2FB764}" destId="{B91E305B-C84D-3E40-A04E-CA7CF935BF20}" srcOrd="0" destOrd="0" presId="urn:microsoft.com/office/officeart/2005/8/layout/default"/>
    <dgm:cxn modelId="{F06A6969-8D34-1C46-9CDA-4F0850C22EE7}" type="presOf" srcId="{F9D0E28F-3F82-4876-9D43-52E21FD9F91F}" destId="{FB8FE0F9-E40E-5F4A-943D-FB3B542370C0}" srcOrd="0" destOrd="0" presId="urn:microsoft.com/office/officeart/2005/8/layout/default"/>
    <dgm:cxn modelId="{7C5CB3B2-0E85-4A16-92E9-7C4C7AEB07EF}" srcId="{680A3034-4312-4941-9F1A-93D9F2CCE1F8}" destId="{E94C2325-64FC-45BF-BA38-596B8B2FB764}" srcOrd="0" destOrd="0" parTransId="{D63A27CF-5DB0-4893-ABD6-0B7DE40A03EB}" sibTransId="{527E05CB-B50F-4D42-B12E-472BBB97251A}"/>
    <dgm:cxn modelId="{190E11F3-B4E1-9646-ABE4-D7CD7FF4F67B}" type="presOf" srcId="{77841AE8-3B2B-BB49-8BB2-F4BF5E31EDD8}" destId="{F4509490-E2FE-5342-9F70-7DA5AC5B0C00}" srcOrd="0" destOrd="0" presId="urn:microsoft.com/office/officeart/2005/8/layout/default"/>
    <dgm:cxn modelId="{7E379F34-B5FA-8946-A263-71E6BB6B4D7F}" type="presParOf" srcId="{14FEFA0B-A836-374C-8519-1466830E462D}" destId="{B91E305B-C84D-3E40-A04E-CA7CF935BF20}" srcOrd="0" destOrd="0" presId="urn:microsoft.com/office/officeart/2005/8/layout/default"/>
    <dgm:cxn modelId="{35341C6D-E003-0544-9A19-E02A35360683}" type="presParOf" srcId="{14FEFA0B-A836-374C-8519-1466830E462D}" destId="{677C982B-3F01-4147-ACBB-B3A8333F8FA0}" srcOrd="1" destOrd="0" presId="urn:microsoft.com/office/officeart/2005/8/layout/default"/>
    <dgm:cxn modelId="{77FE8345-3E4A-4642-8169-A8C7222D4932}" type="presParOf" srcId="{14FEFA0B-A836-374C-8519-1466830E462D}" destId="{FB8FE0F9-E40E-5F4A-943D-FB3B542370C0}" srcOrd="2" destOrd="0" presId="urn:microsoft.com/office/officeart/2005/8/layout/default"/>
    <dgm:cxn modelId="{860E4FF7-9F41-AE4D-B279-5C31292AC576}" type="presParOf" srcId="{14FEFA0B-A836-374C-8519-1466830E462D}" destId="{7A34720A-640D-8A48-9B34-EC73978DD758}" srcOrd="3" destOrd="0" presId="urn:microsoft.com/office/officeart/2005/8/layout/default"/>
    <dgm:cxn modelId="{791A9A0B-2DF5-3348-A792-5423723420D1}" type="presParOf" srcId="{14FEFA0B-A836-374C-8519-1466830E462D}" destId="{F4509490-E2FE-5342-9F70-7DA5AC5B0C00}" srcOrd="4"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29FC192-EF8A-224B-8B26-52F9FDF59167}" type="doc">
      <dgm:prSet loTypeId="urn:microsoft.com/office/officeart/2005/8/layout/radial6" loCatId="" qsTypeId="urn:microsoft.com/office/officeart/2005/8/quickstyle/simple1" qsCatId="simple" csTypeId="urn:microsoft.com/office/officeart/2005/8/colors/accent1_2" csCatId="accent1" phldr="1"/>
      <dgm:spPr/>
      <dgm:t>
        <a:bodyPr/>
        <a:lstStyle/>
        <a:p>
          <a:endParaRPr lang="en-US"/>
        </a:p>
      </dgm:t>
    </dgm:pt>
    <dgm:pt modelId="{886191DE-2148-7843-961F-36316DF90ADD}">
      <dgm:prSet phldrT="[Text]"/>
      <dgm:spPr/>
      <dgm:t>
        <a:bodyPr/>
        <a:lstStyle/>
        <a:p>
          <a:r>
            <a:rPr lang="en-US" dirty="0" err="1"/>
            <a:t>OpenAI</a:t>
          </a:r>
          <a:r>
            <a:rPr lang="en-US" dirty="0"/>
            <a:t> Models</a:t>
          </a:r>
        </a:p>
      </dgm:t>
    </dgm:pt>
    <dgm:pt modelId="{AF99146B-3DBC-6B4E-AAB2-5F59A380653B}" type="parTrans" cxnId="{A9E30C2E-F195-4245-BBC4-A9C438357325}">
      <dgm:prSet/>
      <dgm:spPr/>
      <dgm:t>
        <a:bodyPr/>
        <a:lstStyle/>
        <a:p>
          <a:endParaRPr lang="en-US"/>
        </a:p>
      </dgm:t>
    </dgm:pt>
    <dgm:pt modelId="{8C2D371A-E50A-9B44-9E81-9F323BE22C26}" type="sibTrans" cxnId="{A9E30C2E-F195-4245-BBC4-A9C438357325}">
      <dgm:prSet/>
      <dgm:spPr/>
      <dgm:t>
        <a:bodyPr/>
        <a:lstStyle/>
        <a:p>
          <a:endParaRPr lang="en-US"/>
        </a:p>
      </dgm:t>
    </dgm:pt>
    <dgm:pt modelId="{8353994D-EE59-3F4D-B80B-299B599D255D}">
      <dgm:prSet phldrT="[Text]"/>
      <dgm:spPr/>
      <dgm:t>
        <a:bodyPr/>
        <a:lstStyle/>
        <a:p>
          <a:r>
            <a:rPr lang="en-US" dirty="0"/>
            <a:t>GPT-4</a:t>
          </a:r>
        </a:p>
      </dgm:t>
    </dgm:pt>
    <dgm:pt modelId="{C6D0D4D8-C6A4-F541-93AA-FC95334E24A8}" type="parTrans" cxnId="{48AF28EA-1523-D54B-BDA7-99995DACA5D2}">
      <dgm:prSet/>
      <dgm:spPr/>
      <dgm:t>
        <a:bodyPr/>
        <a:lstStyle/>
        <a:p>
          <a:endParaRPr lang="en-US"/>
        </a:p>
      </dgm:t>
    </dgm:pt>
    <dgm:pt modelId="{2B0B5027-0D9B-BE4D-A6B5-E7BE25BCE575}" type="sibTrans" cxnId="{48AF28EA-1523-D54B-BDA7-99995DACA5D2}">
      <dgm:prSet/>
      <dgm:spPr/>
      <dgm:t>
        <a:bodyPr/>
        <a:lstStyle/>
        <a:p>
          <a:endParaRPr lang="en-US"/>
        </a:p>
      </dgm:t>
    </dgm:pt>
    <dgm:pt modelId="{DB481182-608F-D64D-8A3A-E77052B1FEB0}">
      <dgm:prSet phldrT="[Text]"/>
      <dgm:spPr/>
      <dgm:t>
        <a:bodyPr/>
        <a:lstStyle/>
        <a:p>
          <a:r>
            <a:rPr lang="en-US" dirty="0"/>
            <a:t>GPT-4-32k</a:t>
          </a:r>
        </a:p>
      </dgm:t>
    </dgm:pt>
    <dgm:pt modelId="{4B958733-E081-944C-877E-C5293ECC3DE9}" type="parTrans" cxnId="{E958B987-602B-4C4A-A804-81CE9C4F323A}">
      <dgm:prSet/>
      <dgm:spPr/>
      <dgm:t>
        <a:bodyPr/>
        <a:lstStyle/>
        <a:p>
          <a:endParaRPr lang="en-US"/>
        </a:p>
      </dgm:t>
    </dgm:pt>
    <dgm:pt modelId="{3D3435AB-BD5C-E640-AEDF-DCD6707AE818}" type="sibTrans" cxnId="{E958B987-602B-4C4A-A804-81CE9C4F323A}">
      <dgm:prSet/>
      <dgm:spPr/>
      <dgm:t>
        <a:bodyPr/>
        <a:lstStyle/>
        <a:p>
          <a:endParaRPr lang="en-US"/>
        </a:p>
      </dgm:t>
    </dgm:pt>
    <dgm:pt modelId="{B64AF848-E942-3940-A8CA-D1B09B057C62}">
      <dgm:prSet phldrT="[Text]"/>
      <dgm:spPr/>
      <dgm:t>
        <a:bodyPr/>
        <a:lstStyle/>
        <a:p>
          <a:r>
            <a:rPr lang="en-US" dirty="0"/>
            <a:t>Text Embeddings Ada</a:t>
          </a:r>
        </a:p>
      </dgm:t>
    </dgm:pt>
    <dgm:pt modelId="{C255DE56-7558-0B40-9704-CC0F971966A4}" type="parTrans" cxnId="{18E9F874-604B-184F-95FA-B41ACF79B380}">
      <dgm:prSet/>
      <dgm:spPr/>
      <dgm:t>
        <a:bodyPr/>
        <a:lstStyle/>
        <a:p>
          <a:endParaRPr lang="en-US"/>
        </a:p>
      </dgm:t>
    </dgm:pt>
    <dgm:pt modelId="{6B3FC66B-47A4-9342-B960-980A20DBF957}" type="sibTrans" cxnId="{18E9F874-604B-184F-95FA-B41ACF79B380}">
      <dgm:prSet/>
      <dgm:spPr/>
      <dgm:t>
        <a:bodyPr/>
        <a:lstStyle/>
        <a:p>
          <a:endParaRPr lang="en-US"/>
        </a:p>
      </dgm:t>
    </dgm:pt>
    <dgm:pt modelId="{9CEBD069-9C3C-9644-8240-E8D03ED7E1AF}">
      <dgm:prSet phldrT="[Text]"/>
      <dgm:spPr/>
      <dgm:t>
        <a:bodyPr/>
        <a:lstStyle/>
        <a:p>
          <a:r>
            <a:rPr lang="en-US" dirty="0"/>
            <a:t>Davinci / Babbage</a:t>
          </a:r>
        </a:p>
      </dgm:t>
    </dgm:pt>
    <dgm:pt modelId="{3FE9B817-506E-1A4E-81E2-2E6BDFA143BA}" type="parTrans" cxnId="{27E4F515-D812-D841-A297-E827727F6A3A}">
      <dgm:prSet/>
      <dgm:spPr/>
      <dgm:t>
        <a:bodyPr/>
        <a:lstStyle/>
        <a:p>
          <a:endParaRPr lang="en-US"/>
        </a:p>
      </dgm:t>
    </dgm:pt>
    <dgm:pt modelId="{B082A652-7A32-AC41-93E5-8B2174E15800}" type="sibTrans" cxnId="{27E4F515-D812-D841-A297-E827727F6A3A}">
      <dgm:prSet/>
      <dgm:spPr/>
      <dgm:t>
        <a:bodyPr/>
        <a:lstStyle/>
        <a:p>
          <a:endParaRPr lang="en-US"/>
        </a:p>
      </dgm:t>
    </dgm:pt>
    <dgm:pt modelId="{351EEFAD-61BB-BA4C-9527-C1731C13BA94}">
      <dgm:prSet phldrT="[Text]"/>
      <dgm:spPr/>
      <dgm:t>
        <a:bodyPr/>
        <a:lstStyle/>
        <a:p>
          <a:r>
            <a:rPr lang="en-US" dirty="0"/>
            <a:t>Whisper</a:t>
          </a:r>
        </a:p>
      </dgm:t>
    </dgm:pt>
    <dgm:pt modelId="{4506C2B3-E32A-324E-9B3D-90DCF8D3C257}" type="parTrans" cxnId="{92EF23BE-258B-9541-A7B7-67C0EBC8F3AC}">
      <dgm:prSet/>
      <dgm:spPr/>
      <dgm:t>
        <a:bodyPr/>
        <a:lstStyle/>
        <a:p>
          <a:endParaRPr lang="en-US"/>
        </a:p>
      </dgm:t>
    </dgm:pt>
    <dgm:pt modelId="{AEE706E3-76D2-C246-90F7-C9856B1BF38A}" type="sibTrans" cxnId="{92EF23BE-258B-9541-A7B7-67C0EBC8F3AC}">
      <dgm:prSet/>
      <dgm:spPr/>
      <dgm:t>
        <a:bodyPr/>
        <a:lstStyle/>
        <a:p>
          <a:endParaRPr lang="en-US"/>
        </a:p>
      </dgm:t>
    </dgm:pt>
    <dgm:pt modelId="{E24B0188-0779-5748-B23C-FE1B223909B8}">
      <dgm:prSet phldrT="[Text]"/>
      <dgm:spPr/>
      <dgm:t>
        <a:bodyPr/>
        <a:lstStyle/>
        <a:p>
          <a:r>
            <a:rPr lang="en-US" dirty="0"/>
            <a:t>Dalle3</a:t>
          </a:r>
        </a:p>
      </dgm:t>
    </dgm:pt>
    <dgm:pt modelId="{2CBFF7DD-5F0C-7E40-96D6-860BEB986650}" type="parTrans" cxnId="{0C35660F-7117-E24B-A5CF-F4C4D96AE7C6}">
      <dgm:prSet/>
      <dgm:spPr/>
      <dgm:t>
        <a:bodyPr/>
        <a:lstStyle/>
        <a:p>
          <a:endParaRPr lang="en-US"/>
        </a:p>
      </dgm:t>
    </dgm:pt>
    <dgm:pt modelId="{F65F7540-F20D-3344-AAA4-23ABE56FF9BC}" type="sibTrans" cxnId="{0C35660F-7117-E24B-A5CF-F4C4D96AE7C6}">
      <dgm:prSet/>
      <dgm:spPr/>
      <dgm:t>
        <a:bodyPr/>
        <a:lstStyle/>
        <a:p>
          <a:endParaRPr lang="en-US"/>
        </a:p>
      </dgm:t>
    </dgm:pt>
    <dgm:pt modelId="{2705645D-DC23-8E48-BD1E-5F57A93652AE}">
      <dgm:prSet phldrT="[Text]"/>
      <dgm:spPr/>
      <dgm:t>
        <a:bodyPr/>
        <a:lstStyle/>
        <a:p>
          <a:r>
            <a:rPr lang="en-US"/>
            <a:t>GPT-4 </a:t>
          </a:r>
          <a:r>
            <a:rPr lang="en-US" dirty="0"/>
            <a:t>Turbo</a:t>
          </a:r>
        </a:p>
      </dgm:t>
    </dgm:pt>
    <dgm:pt modelId="{51E0D9EE-5EF5-954F-9544-3813E5C49A86}" type="parTrans" cxnId="{F653109F-0EAC-B14B-BD98-F5B009CDE887}">
      <dgm:prSet/>
      <dgm:spPr/>
      <dgm:t>
        <a:bodyPr/>
        <a:lstStyle/>
        <a:p>
          <a:endParaRPr lang="en-US"/>
        </a:p>
      </dgm:t>
    </dgm:pt>
    <dgm:pt modelId="{176C0DF2-6EBC-EE4B-9BDC-6399983E4F74}" type="sibTrans" cxnId="{F653109F-0EAC-B14B-BD98-F5B009CDE887}">
      <dgm:prSet/>
      <dgm:spPr/>
      <dgm:t>
        <a:bodyPr/>
        <a:lstStyle/>
        <a:p>
          <a:endParaRPr lang="en-US"/>
        </a:p>
      </dgm:t>
    </dgm:pt>
    <dgm:pt modelId="{E123F42F-2631-B145-8078-FB77FE69177E}" type="pres">
      <dgm:prSet presAssocID="{629FC192-EF8A-224B-8B26-52F9FDF59167}" presName="Name0" presStyleCnt="0">
        <dgm:presLayoutVars>
          <dgm:chMax val="1"/>
          <dgm:dir/>
          <dgm:animLvl val="ctr"/>
          <dgm:resizeHandles val="exact"/>
        </dgm:presLayoutVars>
      </dgm:prSet>
      <dgm:spPr/>
    </dgm:pt>
    <dgm:pt modelId="{A7F36B84-C95D-524F-A435-69F87FCF3915}" type="pres">
      <dgm:prSet presAssocID="{886191DE-2148-7843-961F-36316DF90ADD}" presName="centerShape" presStyleLbl="node0" presStyleIdx="0" presStyleCnt="1"/>
      <dgm:spPr/>
    </dgm:pt>
    <dgm:pt modelId="{1F31D9BE-1F62-ED4C-844E-3EEFDF8F1E74}" type="pres">
      <dgm:prSet presAssocID="{8353994D-EE59-3F4D-B80B-299B599D255D}" presName="node" presStyleLbl="node1" presStyleIdx="0" presStyleCnt="7">
        <dgm:presLayoutVars>
          <dgm:bulletEnabled val="1"/>
        </dgm:presLayoutVars>
      </dgm:prSet>
      <dgm:spPr/>
    </dgm:pt>
    <dgm:pt modelId="{653452D3-363C-DE41-A0D6-223467F6C944}" type="pres">
      <dgm:prSet presAssocID="{8353994D-EE59-3F4D-B80B-299B599D255D}" presName="dummy" presStyleCnt="0"/>
      <dgm:spPr/>
    </dgm:pt>
    <dgm:pt modelId="{F113F40F-1DED-B34F-A958-B7C561F2D746}" type="pres">
      <dgm:prSet presAssocID="{2B0B5027-0D9B-BE4D-A6B5-E7BE25BCE575}" presName="sibTrans" presStyleLbl="sibTrans2D1" presStyleIdx="0" presStyleCnt="7"/>
      <dgm:spPr/>
    </dgm:pt>
    <dgm:pt modelId="{38924314-C8F5-CD43-BA5A-931C88A52C13}" type="pres">
      <dgm:prSet presAssocID="{DB481182-608F-D64D-8A3A-E77052B1FEB0}" presName="node" presStyleLbl="node1" presStyleIdx="1" presStyleCnt="7">
        <dgm:presLayoutVars>
          <dgm:bulletEnabled val="1"/>
        </dgm:presLayoutVars>
      </dgm:prSet>
      <dgm:spPr/>
    </dgm:pt>
    <dgm:pt modelId="{DF07EA05-BE0C-DB44-BBA9-53E3EAE0D8EC}" type="pres">
      <dgm:prSet presAssocID="{DB481182-608F-D64D-8A3A-E77052B1FEB0}" presName="dummy" presStyleCnt="0"/>
      <dgm:spPr/>
    </dgm:pt>
    <dgm:pt modelId="{3AFDDFC5-2C0F-0444-AE0F-AFA41FBC27CD}" type="pres">
      <dgm:prSet presAssocID="{3D3435AB-BD5C-E640-AEDF-DCD6707AE818}" presName="sibTrans" presStyleLbl="sibTrans2D1" presStyleIdx="1" presStyleCnt="7"/>
      <dgm:spPr/>
    </dgm:pt>
    <dgm:pt modelId="{1C5C90DE-5A8C-B148-A024-187376BE84EA}" type="pres">
      <dgm:prSet presAssocID="{B64AF848-E942-3940-A8CA-D1B09B057C62}" presName="node" presStyleLbl="node1" presStyleIdx="2" presStyleCnt="7">
        <dgm:presLayoutVars>
          <dgm:bulletEnabled val="1"/>
        </dgm:presLayoutVars>
      </dgm:prSet>
      <dgm:spPr/>
    </dgm:pt>
    <dgm:pt modelId="{C0E256B1-F041-4E43-A672-D6A0A6ED95D9}" type="pres">
      <dgm:prSet presAssocID="{B64AF848-E942-3940-A8CA-D1B09B057C62}" presName="dummy" presStyleCnt="0"/>
      <dgm:spPr/>
    </dgm:pt>
    <dgm:pt modelId="{B0F7D581-2933-984D-B33F-10BE0788EFB3}" type="pres">
      <dgm:prSet presAssocID="{6B3FC66B-47A4-9342-B960-980A20DBF957}" presName="sibTrans" presStyleLbl="sibTrans2D1" presStyleIdx="2" presStyleCnt="7"/>
      <dgm:spPr/>
    </dgm:pt>
    <dgm:pt modelId="{C8E5DCB9-8146-7B42-ADC4-7E9322D52D83}" type="pres">
      <dgm:prSet presAssocID="{351EEFAD-61BB-BA4C-9527-C1731C13BA94}" presName="node" presStyleLbl="node1" presStyleIdx="3" presStyleCnt="7">
        <dgm:presLayoutVars>
          <dgm:bulletEnabled val="1"/>
        </dgm:presLayoutVars>
      </dgm:prSet>
      <dgm:spPr/>
    </dgm:pt>
    <dgm:pt modelId="{28BDD602-2A18-2F47-8DC3-E625455E42CA}" type="pres">
      <dgm:prSet presAssocID="{351EEFAD-61BB-BA4C-9527-C1731C13BA94}" presName="dummy" presStyleCnt="0"/>
      <dgm:spPr/>
    </dgm:pt>
    <dgm:pt modelId="{8E3DFCCB-6F4F-7B4E-B758-B3D4C2098C86}" type="pres">
      <dgm:prSet presAssocID="{AEE706E3-76D2-C246-90F7-C9856B1BF38A}" presName="sibTrans" presStyleLbl="sibTrans2D1" presStyleIdx="3" presStyleCnt="7"/>
      <dgm:spPr/>
    </dgm:pt>
    <dgm:pt modelId="{88E54F0D-D9B3-C04C-8CC4-E301B3D5BBCC}" type="pres">
      <dgm:prSet presAssocID="{E24B0188-0779-5748-B23C-FE1B223909B8}" presName="node" presStyleLbl="node1" presStyleIdx="4" presStyleCnt="7">
        <dgm:presLayoutVars>
          <dgm:bulletEnabled val="1"/>
        </dgm:presLayoutVars>
      </dgm:prSet>
      <dgm:spPr/>
    </dgm:pt>
    <dgm:pt modelId="{76FF1DE3-DC8E-0E47-8E92-6491E643676D}" type="pres">
      <dgm:prSet presAssocID="{E24B0188-0779-5748-B23C-FE1B223909B8}" presName="dummy" presStyleCnt="0"/>
      <dgm:spPr/>
    </dgm:pt>
    <dgm:pt modelId="{CC5ECCF0-017D-1A4E-9C91-F3004CA1C08D}" type="pres">
      <dgm:prSet presAssocID="{F65F7540-F20D-3344-AAA4-23ABE56FF9BC}" presName="sibTrans" presStyleLbl="sibTrans2D1" presStyleIdx="4" presStyleCnt="7"/>
      <dgm:spPr/>
    </dgm:pt>
    <dgm:pt modelId="{167C0189-6A4C-3948-BDD9-D86218CDAEB0}" type="pres">
      <dgm:prSet presAssocID="{2705645D-DC23-8E48-BD1E-5F57A93652AE}" presName="node" presStyleLbl="node1" presStyleIdx="5" presStyleCnt="7">
        <dgm:presLayoutVars>
          <dgm:bulletEnabled val="1"/>
        </dgm:presLayoutVars>
      </dgm:prSet>
      <dgm:spPr/>
    </dgm:pt>
    <dgm:pt modelId="{39E09799-4268-1F42-9640-39A0E3703815}" type="pres">
      <dgm:prSet presAssocID="{2705645D-DC23-8E48-BD1E-5F57A93652AE}" presName="dummy" presStyleCnt="0"/>
      <dgm:spPr/>
    </dgm:pt>
    <dgm:pt modelId="{FB88104C-D4B5-8140-A883-22BF906DAEDD}" type="pres">
      <dgm:prSet presAssocID="{176C0DF2-6EBC-EE4B-9BDC-6399983E4F74}" presName="sibTrans" presStyleLbl="sibTrans2D1" presStyleIdx="5" presStyleCnt="7"/>
      <dgm:spPr/>
    </dgm:pt>
    <dgm:pt modelId="{F7051151-BC59-1D40-A2A7-27FC533D6437}" type="pres">
      <dgm:prSet presAssocID="{9CEBD069-9C3C-9644-8240-E8D03ED7E1AF}" presName="node" presStyleLbl="node1" presStyleIdx="6" presStyleCnt="7">
        <dgm:presLayoutVars>
          <dgm:bulletEnabled val="1"/>
        </dgm:presLayoutVars>
      </dgm:prSet>
      <dgm:spPr/>
    </dgm:pt>
    <dgm:pt modelId="{0F30C548-2F62-1D42-812B-E9725B905F4F}" type="pres">
      <dgm:prSet presAssocID="{9CEBD069-9C3C-9644-8240-E8D03ED7E1AF}" presName="dummy" presStyleCnt="0"/>
      <dgm:spPr/>
    </dgm:pt>
    <dgm:pt modelId="{4AC7559F-F3CA-F14B-A501-799AE70A9B3E}" type="pres">
      <dgm:prSet presAssocID="{B082A652-7A32-AC41-93E5-8B2174E15800}" presName="sibTrans" presStyleLbl="sibTrans2D1" presStyleIdx="6" presStyleCnt="7"/>
      <dgm:spPr/>
    </dgm:pt>
  </dgm:ptLst>
  <dgm:cxnLst>
    <dgm:cxn modelId="{0C35660F-7117-E24B-A5CF-F4C4D96AE7C6}" srcId="{886191DE-2148-7843-961F-36316DF90ADD}" destId="{E24B0188-0779-5748-B23C-FE1B223909B8}" srcOrd="4" destOrd="0" parTransId="{2CBFF7DD-5F0C-7E40-96D6-860BEB986650}" sibTransId="{F65F7540-F20D-3344-AAA4-23ABE56FF9BC}"/>
    <dgm:cxn modelId="{27E4F515-D812-D841-A297-E827727F6A3A}" srcId="{886191DE-2148-7843-961F-36316DF90ADD}" destId="{9CEBD069-9C3C-9644-8240-E8D03ED7E1AF}" srcOrd="6" destOrd="0" parTransId="{3FE9B817-506E-1A4E-81E2-2E6BDFA143BA}" sibTransId="{B082A652-7A32-AC41-93E5-8B2174E15800}"/>
    <dgm:cxn modelId="{2CEA0226-D431-F548-8C93-35D16A3B8B9B}" type="presOf" srcId="{F65F7540-F20D-3344-AAA4-23ABE56FF9BC}" destId="{CC5ECCF0-017D-1A4E-9C91-F3004CA1C08D}" srcOrd="0" destOrd="0" presId="urn:microsoft.com/office/officeart/2005/8/layout/radial6"/>
    <dgm:cxn modelId="{A9E30C2E-F195-4245-BBC4-A9C438357325}" srcId="{629FC192-EF8A-224B-8B26-52F9FDF59167}" destId="{886191DE-2148-7843-961F-36316DF90ADD}" srcOrd="0" destOrd="0" parTransId="{AF99146B-3DBC-6B4E-AAB2-5F59A380653B}" sibTransId="{8C2D371A-E50A-9B44-9E81-9F323BE22C26}"/>
    <dgm:cxn modelId="{C9139D34-3E1E-2543-B392-ED676939B784}" type="presOf" srcId="{351EEFAD-61BB-BA4C-9527-C1731C13BA94}" destId="{C8E5DCB9-8146-7B42-ADC4-7E9322D52D83}" srcOrd="0" destOrd="0" presId="urn:microsoft.com/office/officeart/2005/8/layout/radial6"/>
    <dgm:cxn modelId="{BE39D939-9517-AC4E-ADEB-82712F1E9B86}" type="presOf" srcId="{3D3435AB-BD5C-E640-AEDF-DCD6707AE818}" destId="{3AFDDFC5-2C0F-0444-AE0F-AFA41FBC27CD}" srcOrd="0" destOrd="0" presId="urn:microsoft.com/office/officeart/2005/8/layout/radial6"/>
    <dgm:cxn modelId="{E44C5042-63F5-3342-8B4B-03124EDB2948}" type="presOf" srcId="{9CEBD069-9C3C-9644-8240-E8D03ED7E1AF}" destId="{F7051151-BC59-1D40-A2A7-27FC533D6437}" srcOrd="0" destOrd="0" presId="urn:microsoft.com/office/officeart/2005/8/layout/radial6"/>
    <dgm:cxn modelId="{E5705861-CDD1-5341-8B0C-A9610AAB7531}" type="presOf" srcId="{AEE706E3-76D2-C246-90F7-C9856B1BF38A}" destId="{8E3DFCCB-6F4F-7B4E-B758-B3D4C2098C86}" srcOrd="0" destOrd="0" presId="urn:microsoft.com/office/officeart/2005/8/layout/radial6"/>
    <dgm:cxn modelId="{2CAFA262-CDAE-9742-BDFB-9632D99F3A7E}" type="presOf" srcId="{8353994D-EE59-3F4D-B80B-299B599D255D}" destId="{1F31D9BE-1F62-ED4C-844E-3EEFDF8F1E74}" srcOrd="0" destOrd="0" presId="urn:microsoft.com/office/officeart/2005/8/layout/radial6"/>
    <dgm:cxn modelId="{CAD1B06B-3797-5348-8B7E-3C4E36197965}" type="presOf" srcId="{176C0DF2-6EBC-EE4B-9BDC-6399983E4F74}" destId="{FB88104C-D4B5-8140-A883-22BF906DAEDD}" srcOrd="0" destOrd="0" presId="urn:microsoft.com/office/officeart/2005/8/layout/radial6"/>
    <dgm:cxn modelId="{18E9F874-604B-184F-95FA-B41ACF79B380}" srcId="{886191DE-2148-7843-961F-36316DF90ADD}" destId="{B64AF848-E942-3940-A8CA-D1B09B057C62}" srcOrd="2" destOrd="0" parTransId="{C255DE56-7558-0B40-9704-CC0F971966A4}" sibTransId="{6B3FC66B-47A4-9342-B960-980A20DBF957}"/>
    <dgm:cxn modelId="{55779082-3776-7C4C-9840-04D144958B29}" type="presOf" srcId="{886191DE-2148-7843-961F-36316DF90ADD}" destId="{A7F36B84-C95D-524F-A435-69F87FCF3915}" srcOrd="0" destOrd="0" presId="urn:microsoft.com/office/officeart/2005/8/layout/radial6"/>
    <dgm:cxn modelId="{E958B987-602B-4C4A-A804-81CE9C4F323A}" srcId="{886191DE-2148-7843-961F-36316DF90ADD}" destId="{DB481182-608F-D64D-8A3A-E77052B1FEB0}" srcOrd="1" destOrd="0" parTransId="{4B958733-E081-944C-877E-C5293ECC3DE9}" sibTransId="{3D3435AB-BD5C-E640-AEDF-DCD6707AE818}"/>
    <dgm:cxn modelId="{F886C98B-C2A1-C042-8F03-57EE22CFCBBC}" type="presOf" srcId="{B64AF848-E942-3940-A8CA-D1B09B057C62}" destId="{1C5C90DE-5A8C-B148-A024-187376BE84EA}" srcOrd="0" destOrd="0" presId="urn:microsoft.com/office/officeart/2005/8/layout/radial6"/>
    <dgm:cxn modelId="{AF28E18D-D301-C34D-879D-224F0861608F}" type="presOf" srcId="{E24B0188-0779-5748-B23C-FE1B223909B8}" destId="{88E54F0D-D9B3-C04C-8CC4-E301B3D5BBCC}" srcOrd="0" destOrd="0" presId="urn:microsoft.com/office/officeart/2005/8/layout/radial6"/>
    <dgm:cxn modelId="{8326AA99-AAA8-9C44-9983-FAA88E2B2C29}" type="presOf" srcId="{629FC192-EF8A-224B-8B26-52F9FDF59167}" destId="{E123F42F-2631-B145-8078-FB77FE69177E}" srcOrd="0" destOrd="0" presId="urn:microsoft.com/office/officeart/2005/8/layout/radial6"/>
    <dgm:cxn modelId="{9BC85C9A-1CAB-3644-9A5F-BB6E14AF9548}" type="presOf" srcId="{B082A652-7A32-AC41-93E5-8B2174E15800}" destId="{4AC7559F-F3CA-F14B-A501-799AE70A9B3E}" srcOrd="0" destOrd="0" presId="urn:microsoft.com/office/officeart/2005/8/layout/radial6"/>
    <dgm:cxn modelId="{B67C579E-5F8D-F942-B281-8871CA11AB22}" type="presOf" srcId="{2705645D-DC23-8E48-BD1E-5F57A93652AE}" destId="{167C0189-6A4C-3948-BDD9-D86218CDAEB0}" srcOrd="0" destOrd="0" presId="urn:microsoft.com/office/officeart/2005/8/layout/radial6"/>
    <dgm:cxn modelId="{F653109F-0EAC-B14B-BD98-F5B009CDE887}" srcId="{886191DE-2148-7843-961F-36316DF90ADD}" destId="{2705645D-DC23-8E48-BD1E-5F57A93652AE}" srcOrd="5" destOrd="0" parTransId="{51E0D9EE-5EF5-954F-9544-3813E5C49A86}" sibTransId="{176C0DF2-6EBC-EE4B-9BDC-6399983E4F74}"/>
    <dgm:cxn modelId="{EC1D04A4-2D60-0746-B143-B109881ABE67}" type="presOf" srcId="{6B3FC66B-47A4-9342-B960-980A20DBF957}" destId="{B0F7D581-2933-984D-B33F-10BE0788EFB3}" srcOrd="0" destOrd="0" presId="urn:microsoft.com/office/officeart/2005/8/layout/radial6"/>
    <dgm:cxn modelId="{E9D5C3B1-8BD1-954B-9EE3-8A56339BB0B5}" type="presOf" srcId="{DB481182-608F-D64D-8A3A-E77052B1FEB0}" destId="{38924314-C8F5-CD43-BA5A-931C88A52C13}" srcOrd="0" destOrd="0" presId="urn:microsoft.com/office/officeart/2005/8/layout/radial6"/>
    <dgm:cxn modelId="{92EF23BE-258B-9541-A7B7-67C0EBC8F3AC}" srcId="{886191DE-2148-7843-961F-36316DF90ADD}" destId="{351EEFAD-61BB-BA4C-9527-C1731C13BA94}" srcOrd="3" destOrd="0" parTransId="{4506C2B3-E32A-324E-9B3D-90DCF8D3C257}" sibTransId="{AEE706E3-76D2-C246-90F7-C9856B1BF38A}"/>
    <dgm:cxn modelId="{DDC28FC0-DDA5-D54A-8BE3-0344A4F7C5A9}" type="presOf" srcId="{2B0B5027-0D9B-BE4D-A6B5-E7BE25BCE575}" destId="{F113F40F-1DED-B34F-A958-B7C561F2D746}" srcOrd="0" destOrd="0" presId="urn:microsoft.com/office/officeart/2005/8/layout/radial6"/>
    <dgm:cxn modelId="{48AF28EA-1523-D54B-BDA7-99995DACA5D2}" srcId="{886191DE-2148-7843-961F-36316DF90ADD}" destId="{8353994D-EE59-3F4D-B80B-299B599D255D}" srcOrd="0" destOrd="0" parTransId="{C6D0D4D8-C6A4-F541-93AA-FC95334E24A8}" sibTransId="{2B0B5027-0D9B-BE4D-A6B5-E7BE25BCE575}"/>
    <dgm:cxn modelId="{B25585C8-756C-E243-A021-33B7C34185B3}" type="presParOf" srcId="{E123F42F-2631-B145-8078-FB77FE69177E}" destId="{A7F36B84-C95D-524F-A435-69F87FCF3915}" srcOrd="0" destOrd="0" presId="urn:microsoft.com/office/officeart/2005/8/layout/radial6"/>
    <dgm:cxn modelId="{EC8DA074-AAA3-484B-9693-6FE575748AC4}" type="presParOf" srcId="{E123F42F-2631-B145-8078-FB77FE69177E}" destId="{1F31D9BE-1F62-ED4C-844E-3EEFDF8F1E74}" srcOrd="1" destOrd="0" presId="urn:microsoft.com/office/officeart/2005/8/layout/radial6"/>
    <dgm:cxn modelId="{9BC9C02B-8FD3-E54F-ABBB-8299288402D2}" type="presParOf" srcId="{E123F42F-2631-B145-8078-FB77FE69177E}" destId="{653452D3-363C-DE41-A0D6-223467F6C944}" srcOrd="2" destOrd="0" presId="urn:microsoft.com/office/officeart/2005/8/layout/radial6"/>
    <dgm:cxn modelId="{03306D87-0589-0547-99E8-C3762198E463}" type="presParOf" srcId="{E123F42F-2631-B145-8078-FB77FE69177E}" destId="{F113F40F-1DED-B34F-A958-B7C561F2D746}" srcOrd="3" destOrd="0" presId="urn:microsoft.com/office/officeart/2005/8/layout/radial6"/>
    <dgm:cxn modelId="{B8206810-C421-0B42-BB91-5F88B2D56C04}" type="presParOf" srcId="{E123F42F-2631-B145-8078-FB77FE69177E}" destId="{38924314-C8F5-CD43-BA5A-931C88A52C13}" srcOrd="4" destOrd="0" presId="urn:microsoft.com/office/officeart/2005/8/layout/radial6"/>
    <dgm:cxn modelId="{7705E95F-3FA0-914C-BFE5-02B3E6477D99}" type="presParOf" srcId="{E123F42F-2631-B145-8078-FB77FE69177E}" destId="{DF07EA05-BE0C-DB44-BBA9-53E3EAE0D8EC}" srcOrd="5" destOrd="0" presId="urn:microsoft.com/office/officeart/2005/8/layout/radial6"/>
    <dgm:cxn modelId="{12C3262F-CAEF-5D48-A7C9-E36662A28783}" type="presParOf" srcId="{E123F42F-2631-B145-8078-FB77FE69177E}" destId="{3AFDDFC5-2C0F-0444-AE0F-AFA41FBC27CD}" srcOrd="6" destOrd="0" presId="urn:microsoft.com/office/officeart/2005/8/layout/radial6"/>
    <dgm:cxn modelId="{4D4D8A40-B9CF-FB4E-A8B2-136D82EB9418}" type="presParOf" srcId="{E123F42F-2631-B145-8078-FB77FE69177E}" destId="{1C5C90DE-5A8C-B148-A024-187376BE84EA}" srcOrd="7" destOrd="0" presId="urn:microsoft.com/office/officeart/2005/8/layout/radial6"/>
    <dgm:cxn modelId="{9903AECB-5A89-F14B-AF16-A554BFDE6111}" type="presParOf" srcId="{E123F42F-2631-B145-8078-FB77FE69177E}" destId="{C0E256B1-F041-4E43-A672-D6A0A6ED95D9}" srcOrd="8" destOrd="0" presId="urn:microsoft.com/office/officeart/2005/8/layout/radial6"/>
    <dgm:cxn modelId="{8EB5C04D-6B1E-B046-9200-04F697945E1E}" type="presParOf" srcId="{E123F42F-2631-B145-8078-FB77FE69177E}" destId="{B0F7D581-2933-984D-B33F-10BE0788EFB3}" srcOrd="9" destOrd="0" presId="urn:microsoft.com/office/officeart/2005/8/layout/radial6"/>
    <dgm:cxn modelId="{113E63EF-4CFC-8543-9B46-A9AA19AF644F}" type="presParOf" srcId="{E123F42F-2631-B145-8078-FB77FE69177E}" destId="{C8E5DCB9-8146-7B42-ADC4-7E9322D52D83}" srcOrd="10" destOrd="0" presId="urn:microsoft.com/office/officeart/2005/8/layout/radial6"/>
    <dgm:cxn modelId="{41EAFCD1-5F7B-5F48-ADDE-0607B336BECC}" type="presParOf" srcId="{E123F42F-2631-B145-8078-FB77FE69177E}" destId="{28BDD602-2A18-2F47-8DC3-E625455E42CA}" srcOrd="11" destOrd="0" presId="urn:microsoft.com/office/officeart/2005/8/layout/radial6"/>
    <dgm:cxn modelId="{B06B9968-4F65-0648-BD5B-79D9FDBBA61A}" type="presParOf" srcId="{E123F42F-2631-B145-8078-FB77FE69177E}" destId="{8E3DFCCB-6F4F-7B4E-B758-B3D4C2098C86}" srcOrd="12" destOrd="0" presId="urn:microsoft.com/office/officeart/2005/8/layout/radial6"/>
    <dgm:cxn modelId="{022FAD01-B577-D149-BFAC-FFCEAD05ED12}" type="presParOf" srcId="{E123F42F-2631-B145-8078-FB77FE69177E}" destId="{88E54F0D-D9B3-C04C-8CC4-E301B3D5BBCC}" srcOrd="13" destOrd="0" presId="urn:microsoft.com/office/officeart/2005/8/layout/radial6"/>
    <dgm:cxn modelId="{A3A2EC05-E35B-0C4C-B19F-008C73F77AC2}" type="presParOf" srcId="{E123F42F-2631-B145-8078-FB77FE69177E}" destId="{76FF1DE3-DC8E-0E47-8E92-6491E643676D}" srcOrd="14" destOrd="0" presId="urn:microsoft.com/office/officeart/2005/8/layout/radial6"/>
    <dgm:cxn modelId="{301A2783-7DB6-C745-8588-27057B93296B}" type="presParOf" srcId="{E123F42F-2631-B145-8078-FB77FE69177E}" destId="{CC5ECCF0-017D-1A4E-9C91-F3004CA1C08D}" srcOrd="15" destOrd="0" presId="urn:microsoft.com/office/officeart/2005/8/layout/radial6"/>
    <dgm:cxn modelId="{4F88C193-88D0-2A40-80D2-E7C03DE95B61}" type="presParOf" srcId="{E123F42F-2631-B145-8078-FB77FE69177E}" destId="{167C0189-6A4C-3948-BDD9-D86218CDAEB0}" srcOrd="16" destOrd="0" presId="urn:microsoft.com/office/officeart/2005/8/layout/radial6"/>
    <dgm:cxn modelId="{33FA79D0-01E8-AE46-9E05-3AA6FD2D83DF}" type="presParOf" srcId="{E123F42F-2631-B145-8078-FB77FE69177E}" destId="{39E09799-4268-1F42-9640-39A0E3703815}" srcOrd="17" destOrd="0" presId="urn:microsoft.com/office/officeart/2005/8/layout/radial6"/>
    <dgm:cxn modelId="{F148F7B5-FDC9-AD4F-817B-6FBC0D35FA5D}" type="presParOf" srcId="{E123F42F-2631-B145-8078-FB77FE69177E}" destId="{FB88104C-D4B5-8140-A883-22BF906DAEDD}" srcOrd="18" destOrd="0" presId="urn:microsoft.com/office/officeart/2005/8/layout/radial6"/>
    <dgm:cxn modelId="{B8E566DC-24BC-3F45-BED1-594B73BD4B63}" type="presParOf" srcId="{E123F42F-2631-B145-8078-FB77FE69177E}" destId="{F7051151-BC59-1D40-A2A7-27FC533D6437}" srcOrd="19" destOrd="0" presId="urn:microsoft.com/office/officeart/2005/8/layout/radial6"/>
    <dgm:cxn modelId="{0D95612E-59AF-F444-B156-3CC65C428FD5}" type="presParOf" srcId="{E123F42F-2631-B145-8078-FB77FE69177E}" destId="{0F30C548-2F62-1D42-812B-E9725B905F4F}" srcOrd="20" destOrd="0" presId="urn:microsoft.com/office/officeart/2005/8/layout/radial6"/>
    <dgm:cxn modelId="{9D5BD9FA-4C82-F64A-B479-002F7D0A3454}" type="presParOf" srcId="{E123F42F-2631-B145-8078-FB77FE69177E}" destId="{4AC7559F-F3CA-F14B-A501-799AE70A9B3E}" srcOrd="21"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2303A94-F07F-4351-B529-C4ED516D07B0}" type="doc">
      <dgm:prSet loTypeId="urn:microsoft.com/office/officeart/2005/8/layout/list1" loCatId="hierarchy" qsTypeId="urn:microsoft.com/office/officeart/2005/8/quickstyle/simple1" qsCatId="simple" csTypeId="urn:microsoft.com/office/officeart/2005/8/colors/accent1_2" csCatId="accent1" phldr="1"/>
      <dgm:spPr/>
      <dgm:t>
        <a:bodyPr/>
        <a:lstStyle/>
        <a:p>
          <a:endParaRPr lang="en-US"/>
        </a:p>
      </dgm:t>
    </dgm:pt>
    <dgm:pt modelId="{C7E34F25-FF9D-4365-8D7D-F84231889ADE}">
      <dgm:prSet custT="1"/>
      <dgm:spPr>
        <a:solidFill>
          <a:schemeClr val="accent2"/>
        </a:solidFill>
      </dgm:spPr>
      <dgm:t>
        <a:bodyPr/>
        <a:lstStyle/>
        <a:p>
          <a:r>
            <a:rPr lang="en-US" sz="4400" dirty="0"/>
            <a:t>Completion API</a:t>
          </a:r>
        </a:p>
      </dgm:t>
    </dgm:pt>
    <dgm:pt modelId="{5102635F-B94D-4782-8267-E3CBB63A4F27}" type="parTrans" cxnId="{E06DFB3F-CD29-4869-89E7-7D867D36BD21}">
      <dgm:prSet/>
      <dgm:spPr/>
      <dgm:t>
        <a:bodyPr/>
        <a:lstStyle/>
        <a:p>
          <a:endParaRPr lang="en-US"/>
        </a:p>
      </dgm:t>
    </dgm:pt>
    <dgm:pt modelId="{6474946A-B08D-4C94-98D0-2DF603E33102}" type="sibTrans" cxnId="{E06DFB3F-CD29-4869-89E7-7D867D36BD21}">
      <dgm:prSet/>
      <dgm:spPr/>
      <dgm:t>
        <a:bodyPr/>
        <a:lstStyle/>
        <a:p>
          <a:endParaRPr lang="en-US"/>
        </a:p>
      </dgm:t>
    </dgm:pt>
    <dgm:pt modelId="{F5F25D4D-E15A-4E8D-ACCF-59AFF6CA03EA}">
      <dgm:prSet custT="1"/>
      <dgm:spPr>
        <a:solidFill>
          <a:srgbClr val="C00000"/>
        </a:solidFill>
      </dgm:spPr>
      <dgm:t>
        <a:bodyPr/>
        <a:lstStyle/>
        <a:p>
          <a:r>
            <a:rPr lang="en-US" sz="4800" dirty="0"/>
            <a:t>Chat Completion API</a:t>
          </a:r>
        </a:p>
      </dgm:t>
    </dgm:pt>
    <dgm:pt modelId="{2D87E1F6-453C-46A0-A17B-0951F31B9AA8}" type="parTrans" cxnId="{387CC550-9FC5-4E61-B2B7-1A7A487C8F86}">
      <dgm:prSet/>
      <dgm:spPr/>
      <dgm:t>
        <a:bodyPr/>
        <a:lstStyle/>
        <a:p>
          <a:endParaRPr lang="en-US"/>
        </a:p>
      </dgm:t>
    </dgm:pt>
    <dgm:pt modelId="{1EFDD90B-55CB-4A4E-B29D-12E5E6C6E00F}" type="sibTrans" cxnId="{387CC550-9FC5-4E61-B2B7-1A7A487C8F86}">
      <dgm:prSet/>
      <dgm:spPr/>
      <dgm:t>
        <a:bodyPr/>
        <a:lstStyle/>
        <a:p>
          <a:endParaRPr lang="en-US"/>
        </a:p>
      </dgm:t>
    </dgm:pt>
    <dgm:pt modelId="{AEA894D5-9B6E-4E40-AC4C-74895450642B}" type="pres">
      <dgm:prSet presAssocID="{32303A94-F07F-4351-B529-C4ED516D07B0}" presName="linear" presStyleCnt="0">
        <dgm:presLayoutVars>
          <dgm:dir/>
          <dgm:animLvl val="lvl"/>
          <dgm:resizeHandles val="exact"/>
        </dgm:presLayoutVars>
      </dgm:prSet>
      <dgm:spPr/>
    </dgm:pt>
    <dgm:pt modelId="{BF7BCC11-C705-854E-8815-941841A62460}" type="pres">
      <dgm:prSet presAssocID="{C7E34F25-FF9D-4365-8D7D-F84231889ADE}" presName="parentLin" presStyleCnt="0"/>
      <dgm:spPr/>
    </dgm:pt>
    <dgm:pt modelId="{2C3640BE-51F9-A644-BE74-044532F30A57}" type="pres">
      <dgm:prSet presAssocID="{C7E34F25-FF9D-4365-8D7D-F84231889ADE}" presName="parentLeftMargin" presStyleLbl="node1" presStyleIdx="0" presStyleCnt="2"/>
      <dgm:spPr/>
    </dgm:pt>
    <dgm:pt modelId="{101C8EE6-7DD1-494D-9B83-5066C2C52012}" type="pres">
      <dgm:prSet presAssocID="{C7E34F25-FF9D-4365-8D7D-F84231889ADE}" presName="parentText" presStyleLbl="node1" presStyleIdx="0" presStyleCnt="2">
        <dgm:presLayoutVars>
          <dgm:chMax val="0"/>
          <dgm:bulletEnabled val="1"/>
        </dgm:presLayoutVars>
      </dgm:prSet>
      <dgm:spPr/>
    </dgm:pt>
    <dgm:pt modelId="{580F3201-A55A-DA45-9230-E58F731E1925}" type="pres">
      <dgm:prSet presAssocID="{C7E34F25-FF9D-4365-8D7D-F84231889ADE}" presName="negativeSpace" presStyleCnt="0"/>
      <dgm:spPr/>
    </dgm:pt>
    <dgm:pt modelId="{6C609131-ED6F-D44C-A8EA-301EB2C69E05}" type="pres">
      <dgm:prSet presAssocID="{C7E34F25-FF9D-4365-8D7D-F84231889ADE}" presName="childText" presStyleLbl="conFgAcc1" presStyleIdx="0" presStyleCnt="2">
        <dgm:presLayoutVars>
          <dgm:bulletEnabled val="1"/>
        </dgm:presLayoutVars>
      </dgm:prSet>
      <dgm:spPr/>
    </dgm:pt>
    <dgm:pt modelId="{9AA5D23A-3894-C443-934D-31F5E551B3ED}" type="pres">
      <dgm:prSet presAssocID="{6474946A-B08D-4C94-98D0-2DF603E33102}" presName="spaceBetweenRectangles" presStyleCnt="0"/>
      <dgm:spPr/>
    </dgm:pt>
    <dgm:pt modelId="{20292671-7BE2-8E41-BD3D-4D9C8574913F}" type="pres">
      <dgm:prSet presAssocID="{F5F25D4D-E15A-4E8D-ACCF-59AFF6CA03EA}" presName="parentLin" presStyleCnt="0"/>
      <dgm:spPr/>
    </dgm:pt>
    <dgm:pt modelId="{C5201403-06FB-444E-87A2-53ED6E708F2F}" type="pres">
      <dgm:prSet presAssocID="{F5F25D4D-E15A-4E8D-ACCF-59AFF6CA03EA}" presName="parentLeftMargin" presStyleLbl="node1" presStyleIdx="0" presStyleCnt="2"/>
      <dgm:spPr/>
    </dgm:pt>
    <dgm:pt modelId="{6A1DE6DC-4703-9D4F-A6C9-A3FAB0790CE1}" type="pres">
      <dgm:prSet presAssocID="{F5F25D4D-E15A-4E8D-ACCF-59AFF6CA03EA}" presName="parentText" presStyleLbl="node1" presStyleIdx="1" presStyleCnt="2">
        <dgm:presLayoutVars>
          <dgm:chMax val="0"/>
          <dgm:bulletEnabled val="1"/>
        </dgm:presLayoutVars>
      </dgm:prSet>
      <dgm:spPr/>
    </dgm:pt>
    <dgm:pt modelId="{4B7F1958-4962-FF46-8D12-08B8F7EEF978}" type="pres">
      <dgm:prSet presAssocID="{F5F25D4D-E15A-4E8D-ACCF-59AFF6CA03EA}" presName="negativeSpace" presStyleCnt="0"/>
      <dgm:spPr/>
    </dgm:pt>
    <dgm:pt modelId="{EADBF6D7-858A-F049-83CF-59BF0FAF7DF7}" type="pres">
      <dgm:prSet presAssocID="{F5F25D4D-E15A-4E8D-ACCF-59AFF6CA03EA}" presName="childText" presStyleLbl="conFgAcc1" presStyleIdx="1" presStyleCnt="2">
        <dgm:presLayoutVars>
          <dgm:bulletEnabled val="1"/>
        </dgm:presLayoutVars>
      </dgm:prSet>
      <dgm:spPr/>
    </dgm:pt>
  </dgm:ptLst>
  <dgm:cxnLst>
    <dgm:cxn modelId="{CD809E20-95BA-7442-BEBC-DBEEBBE98979}" type="presOf" srcId="{F5F25D4D-E15A-4E8D-ACCF-59AFF6CA03EA}" destId="{6A1DE6DC-4703-9D4F-A6C9-A3FAB0790CE1}" srcOrd="1" destOrd="0" presId="urn:microsoft.com/office/officeart/2005/8/layout/list1"/>
    <dgm:cxn modelId="{E06DFB3F-CD29-4869-89E7-7D867D36BD21}" srcId="{32303A94-F07F-4351-B529-C4ED516D07B0}" destId="{C7E34F25-FF9D-4365-8D7D-F84231889ADE}" srcOrd="0" destOrd="0" parTransId="{5102635F-B94D-4782-8267-E3CBB63A4F27}" sibTransId="{6474946A-B08D-4C94-98D0-2DF603E33102}"/>
    <dgm:cxn modelId="{387CC550-9FC5-4E61-B2B7-1A7A487C8F86}" srcId="{32303A94-F07F-4351-B529-C4ED516D07B0}" destId="{F5F25D4D-E15A-4E8D-ACCF-59AFF6CA03EA}" srcOrd="1" destOrd="0" parTransId="{2D87E1F6-453C-46A0-A17B-0951F31B9AA8}" sibTransId="{1EFDD90B-55CB-4A4E-B29D-12E5E6C6E00F}"/>
    <dgm:cxn modelId="{406B4A6C-ED05-954A-A049-08F4E571D75E}" type="presOf" srcId="{32303A94-F07F-4351-B529-C4ED516D07B0}" destId="{AEA894D5-9B6E-4E40-AC4C-74895450642B}" srcOrd="0" destOrd="0" presId="urn:microsoft.com/office/officeart/2005/8/layout/list1"/>
    <dgm:cxn modelId="{40F90388-E651-844B-95EE-02C9BC86B638}" type="presOf" srcId="{C7E34F25-FF9D-4365-8D7D-F84231889ADE}" destId="{2C3640BE-51F9-A644-BE74-044532F30A57}" srcOrd="0" destOrd="0" presId="urn:microsoft.com/office/officeart/2005/8/layout/list1"/>
    <dgm:cxn modelId="{F5A6599B-8655-D549-986B-44464FA81BFA}" type="presOf" srcId="{C7E34F25-FF9D-4365-8D7D-F84231889ADE}" destId="{101C8EE6-7DD1-494D-9B83-5066C2C52012}" srcOrd="1" destOrd="0" presId="urn:microsoft.com/office/officeart/2005/8/layout/list1"/>
    <dgm:cxn modelId="{9CAC88CF-47CD-1A41-8DBB-72DDFE2D5783}" type="presOf" srcId="{F5F25D4D-E15A-4E8D-ACCF-59AFF6CA03EA}" destId="{C5201403-06FB-444E-87A2-53ED6E708F2F}" srcOrd="0" destOrd="0" presId="urn:microsoft.com/office/officeart/2005/8/layout/list1"/>
    <dgm:cxn modelId="{FBDDEB95-EC85-C446-958D-17D4D379CEEA}" type="presParOf" srcId="{AEA894D5-9B6E-4E40-AC4C-74895450642B}" destId="{BF7BCC11-C705-854E-8815-941841A62460}" srcOrd="0" destOrd="0" presId="urn:microsoft.com/office/officeart/2005/8/layout/list1"/>
    <dgm:cxn modelId="{941286A0-FC63-2D42-8BDA-EACFD34DEA1B}" type="presParOf" srcId="{BF7BCC11-C705-854E-8815-941841A62460}" destId="{2C3640BE-51F9-A644-BE74-044532F30A57}" srcOrd="0" destOrd="0" presId="urn:microsoft.com/office/officeart/2005/8/layout/list1"/>
    <dgm:cxn modelId="{50046AF4-63DD-FB44-A5AE-A01DB6EE76F2}" type="presParOf" srcId="{BF7BCC11-C705-854E-8815-941841A62460}" destId="{101C8EE6-7DD1-494D-9B83-5066C2C52012}" srcOrd="1" destOrd="0" presId="urn:microsoft.com/office/officeart/2005/8/layout/list1"/>
    <dgm:cxn modelId="{1A8F8191-17E5-C14A-9D9C-88E17263DA4D}" type="presParOf" srcId="{AEA894D5-9B6E-4E40-AC4C-74895450642B}" destId="{580F3201-A55A-DA45-9230-E58F731E1925}" srcOrd="1" destOrd="0" presId="urn:microsoft.com/office/officeart/2005/8/layout/list1"/>
    <dgm:cxn modelId="{ED876A3E-B49F-964B-B68B-762CAC414D41}" type="presParOf" srcId="{AEA894D5-9B6E-4E40-AC4C-74895450642B}" destId="{6C609131-ED6F-D44C-A8EA-301EB2C69E05}" srcOrd="2" destOrd="0" presId="urn:microsoft.com/office/officeart/2005/8/layout/list1"/>
    <dgm:cxn modelId="{35B6CBD1-E27F-954A-9F1D-944DF35C4C2F}" type="presParOf" srcId="{AEA894D5-9B6E-4E40-AC4C-74895450642B}" destId="{9AA5D23A-3894-C443-934D-31F5E551B3ED}" srcOrd="3" destOrd="0" presId="urn:microsoft.com/office/officeart/2005/8/layout/list1"/>
    <dgm:cxn modelId="{03AE92E7-9EDC-3B4D-BFA8-8EB63B383477}" type="presParOf" srcId="{AEA894D5-9B6E-4E40-AC4C-74895450642B}" destId="{20292671-7BE2-8E41-BD3D-4D9C8574913F}" srcOrd="4" destOrd="0" presId="urn:microsoft.com/office/officeart/2005/8/layout/list1"/>
    <dgm:cxn modelId="{D4584E44-9708-4849-9595-589DC3EF4822}" type="presParOf" srcId="{20292671-7BE2-8E41-BD3D-4D9C8574913F}" destId="{C5201403-06FB-444E-87A2-53ED6E708F2F}" srcOrd="0" destOrd="0" presId="urn:microsoft.com/office/officeart/2005/8/layout/list1"/>
    <dgm:cxn modelId="{E8579E8E-D630-894A-BB9E-6A46806257E2}" type="presParOf" srcId="{20292671-7BE2-8E41-BD3D-4D9C8574913F}" destId="{6A1DE6DC-4703-9D4F-A6C9-A3FAB0790CE1}" srcOrd="1" destOrd="0" presId="urn:microsoft.com/office/officeart/2005/8/layout/list1"/>
    <dgm:cxn modelId="{5A0B6173-8F32-D64E-ACD8-B88C72F950AF}" type="presParOf" srcId="{AEA894D5-9B6E-4E40-AC4C-74895450642B}" destId="{4B7F1958-4962-FF46-8D12-08B8F7EEF978}" srcOrd="5" destOrd="0" presId="urn:microsoft.com/office/officeart/2005/8/layout/list1"/>
    <dgm:cxn modelId="{5D42B0C3-18C5-9D44-BD96-7EB9CAE59397}" type="presParOf" srcId="{AEA894D5-9B6E-4E40-AC4C-74895450642B}" destId="{EADBF6D7-858A-F049-83CF-59BF0FAF7DF7}"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1E305B-C84D-3E40-A04E-CA7CF935BF20}">
      <dsp:nvSpPr>
        <dsp:cNvPr id="0" name=""/>
        <dsp:cNvSpPr/>
      </dsp:nvSpPr>
      <dsp:spPr>
        <a:xfrm>
          <a:off x="1748064" y="2975"/>
          <a:ext cx="3342605" cy="2005563"/>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100" kern="1200" dirty="0">
              <a:latin typeface="Aptos" panose="02110004020202020204"/>
              <a:ea typeface="+mn-ea"/>
              <a:cs typeface="+mn-cs"/>
            </a:rPr>
            <a:t>All apps will be reinvented with AI</a:t>
          </a:r>
        </a:p>
      </dsp:txBody>
      <dsp:txXfrm>
        <a:off x="1748064" y="2975"/>
        <a:ext cx="3342605" cy="2005563"/>
      </dsp:txXfrm>
    </dsp:sp>
    <dsp:sp modelId="{FB8FE0F9-E40E-5F4A-943D-FB3B542370C0}">
      <dsp:nvSpPr>
        <dsp:cNvPr id="0" name=""/>
        <dsp:cNvSpPr/>
      </dsp:nvSpPr>
      <dsp:spPr>
        <a:xfrm>
          <a:off x="5424930" y="2975"/>
          <a:ext cx="3342605" cy="2005563"/>
        </a:xfrm>
        <a:prstGeom prst="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New apps will be built that were not possible before</a:t>
          </a:r>
        </a:p>
      </dsp:txBody>
      <dsp:txXfrm>
        <a:off x="5424930" y="2975"/>
        <a:ext cx="3342605" cy="2005563"/>
      </dsp:txXfrm>
    </dsp:sp>
    <dsp:sp modelId="{F4509490-E2FE-5342-9F70-7DA5AC5B0C00}">
      <dsp:nvSpPr>
        <dsp:cNvPr id="0" name=""/>
        <dsp:cNvSpPr/>
      </dsp:nvSpPr>
      <dsp:spPr>
        <a:xfrm>
          <a:off x="3586497" y="2342799"/>
          <a:ext cx="3342605" cy="2005563"/>
        </a:xfrm>
        <a:prstGeom prst="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Developers will do less coding and more editing</a:t>
          </a:r>
        </a:p>
      </dsp:txBody>
      <dsp:txXfrm>
        <a:off x="3586497" y="2342799"/>
        <a:ext cx="3342605" cy="20055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C7559F-F3CA-F14B-A501-799AE70A9B3E}">
      <dsp:nvSpPr>
        <dsp:cNvPr id="0" name=""/>
        <dsp:cNvSpPr/>
      </dsp:nvSpPr>
      <dsp:spPr>
        <a:xfrm>
          <a:off x="1040996" y="512580"/>
          <a:ext cx="4085852" cy="4085852"/>
        </a:xfrm>
        <a:prstGeom prst="blockArc">
          <a:avLst>
            <a:gd name="adj1" fmla="val 13114286"/>
            <a:gd name="adj2" fmla="val 16200000"/>
            <a:gd name="adj3" fmla="val 389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B88104C-D4B5-8140-A883-22BF906DAEDD}">
      <dsp:nvSpPr>
        <dsp:cNvPr id="0" name=""/>
        <dsp:cNvSpPr/>
      </dsp:nvSpPr>
      <dsp:spPr>
        <a:xfrm>
          <a:off x="1040996" y="512580"/>
          <a:ext cx="4085852" cy="4085852"/>
        </a:xfrm>
        <a:prstGeom prst="blockArc">
          <a:avLst>
            <a:gd name="adj1" fmla="val 10028571"/>
            <a:gd name="adj2" fmla="val 13114286"/>
            <a:gd name="adj3" fmla="val 389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C5ECCF0-017D-1A4E-9C91-F3004CA1C08D}">
      <dsp:nvSpPr>
        <dsp:cNvPr id="0" name=""/>
        <dsp:cNvSpPr/>
      </dsp:nvSpPr>
      <dsp:spPr>
        <a:xfrm>
          <a:off x="1040996" y="512580"/>
          <a:ext cx="4085852" cy="4085852"/>
        </a:xfrm>
        <a:prstGeom prst="blockArc">
          <a:avLst>
            <a:gd name="adj1" fmla="val 6942857"/>
            <a:gd name="adj2" fmla="val 10028571"/>
            <a:gd name="adj3" fmla="val 389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E3DFCCB-6F4F-7B4E-B758-B3D4C2098C86}">
      <dsp:nvSpPr>
        <dsp:cNvPr id="0" name=""/>
        <dsp:cNvSpPr/>
      </dsp:nvSpPr>
      <dsp:spPr>
        <a:xfrm>
          <a:off x="1040996" y="512580"/>
          <a:ext cx="4085852" cy="4085852"/>
        </a:xfrm>
        <a:prstGeom prst="blockArc">
          <a:avLst>
            <a:gd name="adj1" fmla="val 3857143"/>
            <a:gd name="adj2" fmla="val 6942857"/>
            <a:gd name="adj3" fmla="val 389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0F7D581-2933-984D-B33F-10BE0788EFB3}">
      <dsp:nvSpPr>
        <dsp:cNvPr id="0" name=""/>
        <dsp:cNvSpPr/>
      </dsp:nvSpPr>
      <dsp:spPr>
        <a:xfrm>
          <a:off x="1040996" y="512580"/>
          <a:ext cx="4085852" cy="4085852"/>
        </a:xfrm>
        <a:prstGeom prst="blockArc">
          <a:avLst>
            <a:gd name="adj1" fmla="val 771429"/>
            <a:gd name="adj2" fmla="val 3857143"/>
            <a:gd name="adj3" fmla="val 389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AFDDFC5-2C0F-0444-AE0F-AFA41FBC27CD}">
      <dsp:nvSpPr>
        <dsp:cNvPr id="0" name=""/>
        <dsp:cNvSpPr/>
      </dsp:nvSpPr>
      <dsp:spPr>
        <a:xfrm>
          <a:off x="1040996" y="512580"/>
          <a:ext cx="4085852" cy="4085852"/>
        </a:xfrm>
        <a:prstGeom prst="blockArc">
          <a:avLst>
            <a:gd name="adj1" fmla="val 19285714"/>
            <a:gd name="adj2" fmla="val 771429"/>
            <a:gd name="adj3" fmla="val 389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113F40F-1DED-B34F-A958-B7C561F2D746}">
      <dsp:nvSpPr>
        <dsp:cNvPr id="0" name=""/>
        <dsp:cNvSpPr/>
      </dsp:nvSpPr>
      <dsp:spPr>
        <a:xfrm>
          <a:off x="1040996" y="512580"/>
          <a:ext cx="4085852" cy="4085852"/>
        </a:xfrm>
        <a:prstGeom prst="blockArc">
          <a:avLst>
            <a:gd name="adj1" fmla="val 16200000"/>
            <a:gd name="adj2" fmla="val 19285714"/>
            <a:gd name="adj3" fmla="val 389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7F36B84-C95D-524F-A435-69F87FCF3915}">
      <dsp:nvSpPr>
        <dsp:cNvPr id="0" name=""/>
        <dsp:cNvSpPr/>
      </dsp:nvSpPr>
      <dsp:spPr>
        <a:xfrm>
          <a:off x="2294872" y="1766455"/>
          <a:ext cx="1578101" cy="1578101"/>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kern="1200" dirty="0" err="1"/>
            <a:t>OpenAI</a:t>
          </a:r>
          <a:r>
            <a:rPr lang="en-US" sz="2500" kern="1200" dirty="0"/>
            <a:t> Models</a:t>
          </a:r>
        </a:p>
      </dsp:txBody>
      <dsp:txXfrm>
        <a:off x="2525980" y="1997563"/>
        <a:ext cx="1115885" cy="1115885"/>
      </dsp:txXfrm>
    </dsp:sp>
    <dsp:sp modelId="{1F31D9BE-1F62-ED4C-844E-3EEFDF8F1E74}">
      <dsp:nvSpPr>
        <dsp:cNvPr id="0" name=""/>
        <dsp:cNvSpPr/>
      </dsp:nvSpPr>
      <dsp:spPr>
        <a:xfrm>
          <a:off x="2531587" y="12"/>
          <a:ext cx="1104670" cy="110467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GPT-4</a:t>
          </a:r>
        </a:p>
      </dsp:txBody>
      <dsp:txXfrm>
        <a:off x="2693362" y="161787"/>
        <a:ext cx="781120" cy="781120"/>
      </dsp:txXfrm>
    </dsp:sp>
    <dsp:sp modelId="{38924314-C8F5-CD43-BA5A-931C88A52C13}">
      <dsp:nvSpPr>
        <dsp:cNvPr id="0" name=""/>
        <dsp:cNvSpPr/>
      </dsp:nvSpPr>
      <dsp:spPr>
        <a:xfrm>
          <a:off x="4097719" y="754222"/>
          <a:ext cx="1104670" cy="110467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GPT-4-32k</a:t>
          </a:r>
        </a:p>
      </dsp:txBody>
      <dsp:txXfrm>
        <a:off x="4259494" y="915997"/>
        <a:ext cx="781120" cy="781120"/>
      </dsp:txXfrm>
    </dsp:sp>
    <dsp:sp modelId="{1C5C90DE-5A8C-B148-A024-187376BE84EA}">
      <dsp:nvSpPr>
        <dsp:cNvPr id="0" name=""/>
        <dsp:cNvSpPr/>
      </dsp:nvSpPr>
      <dsp:spPr>
        <a:xfrm>
          <a:off x="4484522" y="2448915"/>
          <a:ext cx="1104670" cy="110467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Text Embeddings Ada</a:t>
          </a:r>
        </a:p>
      </dsp:txBody>
      <dsp:txXfrm>
        <a:off x="4646297" y="2610690"/>
        <a:ext cx="781120" cy="781120"/>
      </dsp:txXfrm>
    </dsp:sp>
    <dsp:sp modelId="{C8E5DCB9-8146-7B42-ADC4-7E9322D52D83}">
      <dsp:nvSpPr>
        <dsp:cNvPr id="0" name=""/>
        <dsp:cNvSpPr/>
      </dsp:nvSpPr>
      <dsp:spPr>
        <a:xfrm>
          <a:off x="3400725" y="3807954"/>
          <a:ext cx="1104670" cy="110467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Whisper</a:t>
          </a:r>
        </a:p>
      </dsp:txBody>
      <dsp:txXfrm>
        <a:off x="3562500" y="3969729"/>
        <a:ext cx="781120" cy="781120"/>
      </dsp:txXfrm>
    </dsp:sp>
    <dsp:sp modelId="{88E54F0D-D9B3-C04C-8CC4-E301B3D5BBCC}">
      <dsp:nvSpPr>
        <dsp:cNvPr id="0" name=""/>
        <dsp:cNvSpPr/>
      </dsp:nvSpPr>
      <dsp:spPr>
        <a:xfrm>
          <a:off x="1662449" y="3807954"/>
          <a:ext cx="1104670" cy="110467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Dalle3</a:t>
          </a:r>
        </a:p>
      </dsp:txBody>
      <dsp:txXfrm>
        <a:off x="1824224" y="3969729"/>
        <a:ext cx="781120" cy="781120"/>
      </dsp:txXfrm>
    </dsp:sp>
    <dsp:sp modelId="{167C0189-6A4C-3948-BDD9-D86218CDAEB0}">
      <dsp:nvSpPr>
        <dsp:cNvPr id="0" name=""/>
        <dsp:cNvSpPr/>
      </dsp:nvSpPr>
      <dsp:spPr>
        <a:xfrm>
          <a:off x="578652" y="2448915"/>
          <a:ext cx="1104670" cy="110467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a:t>GPT-4 </a:t>
          </a:r>
          <a:r>
            <a:rPr lang="en-US" sz="1100" kern="1200" dirty="0"/>
            <a:t>Turbo</a:t>
          </a:r>
        </a:p>
      </dsp:txBody>
      <dsp:txXfrm>
        <a:off x="740427" y="2610690"/>
        <a:ext cx="781120" cy="781120"/>
      </dsp:txXfrm>
    </dsp:sp>
    <dsp:sp modelId="{F7051151-BC59-1D40-A2A7-27FC533D6437}">
      <dsp:nvSpPr>
        <dsp:cNvPr id="0" name=""/>
        <dsp:cNvSpPr/>
      </dsp:nvSpPr>
      <dsp:spPr>
        <a:xfrm>
          <a:off x="965455" y="754222"/>
          <a:ext cx="1104670" cy="110467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Davinci / Babbage</a:t>
          </a:r>
        </a:p>
      </dsp:txBody>
      <dsp:txXfrm>
        <a:off x="1127230" y="915997"/>
        <a:ext cx="781120" cy="7811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609131-ED6F-D44C-A8EA-301EB2C69E05}">
      <dsp:nvSpPr>
        <dsp:cNvPr id="0" name=""/>
        <dsp:cNvSpPr/>
      </dsp:nvSpPr>
      <dsp:spPr>
        <a:xfrm>
          <a:off x="0" y="667199"/>
          <a:ext cx="10820400" cy="10836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1C8EE6-7DD1-494D-9B83-5066C2C52012}">
      <dsp:nvSpPr>
        <dsp:cNvPr id="0" name=""/>
        <dsp:cNvSpPr/>
      </dsp:nvSpPr>
      <dsp:spPr>
        <a:xfrm>
          <a:off x="541020" y="32519"/>
          <a:ext cx="7574280" cy="1269360"/>
        </a:xfrm>
        <a:prstGeom prst="roundRect">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6290" tIns="0" rIns="286290" bIns="0" numCol="1" spcCol="1270" anchor="ctr" anchorCtr="0">
          <a:noAutofit/>
        </a:bodyPr>
        <a:lstStyle/>
        <a:p>
          <a:pPr marL="0" lvl="0" indent="0" algn="l" defTabSz="1955800">
            <a:lnSpc>
              <a:spcPct val="90000"/>
            </a:lnSpc>
            <a:spcBef>
              <a:spcPct val="0"/>
            </a:spcBef>
            <a:spcAft>
              <a:spcPct val="35000"/>
            </a:spcAft>
            <a:buNone/>
          </a:pPr>
          <a:r>
            <a:rPr lang="en-US" sz="4400" kern="1200" dirty="0"/>
            <a:t>Completion API</a:t>
          </a:r>
        </a:p>
      </dsp:txBody>
      <dsp:txXfrm>
        <a:off x="602985" y="94484"/>
        <a:ext cx="7450350" cy="1145430"/>
      </dsp:txXfrm>
    </dsp:sp>
    <dsp:sp modelId="{EADBF6D7-858A-F049-83CF-59BF0FAF7DF7}">
      <dsp:nvSpPr>
        <dsp:cNvPr id="0" name=""/>
        <dsp:cNvSpPr/>
      </dsp:nvSpPr>
      <dsp:spPr>
        <a:xfrm>
          <a:off x="0" y="2617679"/>
          <a:ext cx="10820400" cy="10836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A1DE6DC-4703-9D4F-A6C9-A3FAB0790CE1}">
      <dsp:nvSpPr>
        <dsp:cNvPr id="0" name=""/>
        <dsp:cNvSpPr/>
      </dsp:nvSpPr>
      <dsp:spPr>
        <a:xfrm>
          <a:off x="541020" y="1982999"/>
          <a:ext cx="7574280" cy="1269360"/>
        </a:xfrm>
        <a:prstGeom prst="roundRect">
          <a:avLst/>
        </a:prstGeom>
        <a:solidFill>
          <a:srgbClr val="C0000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6290" tIns="0" rIns="286290" bIns="0" numCol="1" spcCol="1270" anchor="ctr" anchorCtr="0">
          <a:noAutofit/>
        </a:bodyPr>
        <a:lstStyle/>
        <a:p>
          <a:pPr marL="0" lvl="0" indent="0" algn="l" defTabSz="2133600">
            <a:lnSpc>
              <a:spcPct val="90000"/>
            </a:lnSpc>
            <a:spcBef>
              <a:spcPct val="0"/>
            </a:spcBef>
            <a:spcAft>
              <a:spcPct val="35000"/>
            </a:spcAft>
            <a:buNone/>
          </a:pPr>
          <a:r>
            <a:rPr lang="en-US" sz="4800" kern="1200" dirty="0"/>
            <a:t>Chat Completion API</a:t>
          </a:r>
        </a:p>
      </dsp:txBody>
      <dsp:txXfrm>
        <a:off x="602985" y="2044964"/>
        <a:ext cx="7450350" cy="114543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ABE07E-2416-D54D-9BE6-00AEF5D327FB}" type="datetimeFigureOut">
              <a:rPr lang="en-US" smtClean="0"/>
              <a:t>10/16/25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EF7734-C641-7A43-99D8-A7BD23C24D14}" type="slidenum">
              <a:rPr lang="en-US" smtClean="0"/>
              <a:t>‹#›</a:t>
            </a:fld>
            <a:endParaRPr lang="en-US"/>
          </a:p>
        </p:txBody>
      </p:sp>
    </p:spTree>
    <p:extLst>
      <p:ext uri="{BB962C8B-B14F-4D97-AF65-F5344CB8AC3E}">
        <p14:creationId xmlns:p14="http://schemas.microsoft.com/office/powerpoint/2010/main" val="3724156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EF7734-C641-7A43-99D8-A7BD23C24D14}" type="slidenum">
              <a:rPr lang="en-US" smtClean="0"/>
              <a:t>1</a:t>
            </a:fld>
            <a:endParaRPr lang="en-US"/>
          </a:p>
        </p:txBody>
      </p:sp>
    </p:spTree>
    <p:extLst>
      <p:ext uri="{BB962C8B-B14F-4D97-AF65-F5344CB8AC3E}">
        <p14:creationId xmlns:p14="http://schemas.microsoft.com/office/powerpoint/2010/main" val="2318620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took 2 years for Twitter to reach one million users.</a:t>
            </a:r>
          </a:p>
          <a:p>
            <a:r>
              <a:rPr lang="en-US" dirty="0"/>
              <a:t>It took 2.5 months for Instagram to reach one million users.</a:t>
            </a:r>
          </a:p>
          <a:p>
            <a:r>
              <a:rPr lang="en-US" dirty="0"/>
              <a:t>It took 5 days for </a:t>
            </a:r>
            <a:r>
              <a:rPr lang="en-US" dirty="0" err="1"/>
              <a:t>ChatGPT</a:t>
            </a:r>
            <a:r>
              <a:rPr lang="en-US" dirty="0"/>
              <a:t> to reach one million users.</a:t>
            </a:r>
          </a:p>
          <a:p>
            <a:endParaRPr lang="en-US" dirty="0"/>
          </a:p>
        </p:txBody>
      </p:sp>
      <p:sp>
        <p:nvSpPr>
          <p:cNvPr id="4" name="Slide Number Placeholder 3"/>
          <p:cNvSpPr>
            <a:spLocks noGrp="1"/>
          </p:cNvSpPr>
          <p:nvPr>
            <p:ph type="sldNum" sz="quarter" idx="5"/>
          </p:nvPr>
        </p:nvSpPr>
        <p:spPr/>
        <p:txBody>
          <a:bodyPr/>
          <a:lstStyle/>
          <a:p>
            <a:fld id="{BDEF7734-C641-7A43-99D8-A7BD23C24D14}" type="slidenum">
              <a:rPr lang="en-US" smtClean="0"/>
              <a:t>2</a:t>
            </a:fld>
            <a:endParaRPr lang="en-US"/>
          </a:p>
        </p:txBody>
      </p:sp>
    </p:spTree>
    <p:extLst>
      <p:ext uri="{BB962C8B-B14F-4D97-AF65-F5344CB8AC3E}">
        <p14:creationId xmlns:p14="http://schemas.microsoft.com/office/powerpoint/2010/main" val="8397168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vast majority of Egypt’s many hundreds of queens, although famed throughout their own land, were more or less unknown in the outside world. As the dynastic age ended and the hieroglyphic script was lost, the queens’ stories were forgotten and their monuments buried under Egypt’s sands. But Cleopatra had lived in a highly literate age, and her actions had influenced the formation of the Roman Empire; her story could not be forgotten. Octavian (the future emperor Augustus) was determined that Roman history should be recorded in a way that confirmed his right to rule. To achieve this, he published his own autobiography and censored Rome’s official records. As Cleopatra had played a key role in his struggle to power, her story was preserved as an integral part of his. But it was diminished to just two episodes: her relationships with Julius Caesar and Mark Antony. Cleopatra, stripped of any political validity, was to be remembered as an immoral foreign woman who tempted upright Roman men. As such, she became a useful enemy for Octavian, who preferred to be remembered for fighting against foreigners rather than against his fellow Romans.</a:t>
            </a:r>
          </a:p>
          <a:p>
            <a:endParaRPr lang="en-US" dirty="0"/>
          </a:p>
        </p:txBody>
      </p:sp>
      <p:sp>
        <p:nvSpPr>
          <p:cNvPr id="4" name="Slide Number Placeholder 3"/>
          <p:cNvSpPr>
            <a:spLocks noGrp="1"/>
          </p:cNvSpPr>
          <p:nvPr>
            <p:ph type="sldNum" sz="quarter" idx="5"/>
          </p:nvPr>
        </p:nvSpPr>
        <p:spPr/>
        <p:txBody>
          <a:bodyPr/>
          <a:lstStyle/>
          <a:p>
            <a:fld id="{BDEF7734-C641-7A43-99D8-A7BD23C24D14}" type="slidenum">
              <a:rPr lang="en-US" smtClean="0"/>
              <a:t>25</a:t>
            </a:fld>
            <a:endParaRPr lang="en-US"/>
          </a:p>
        </p:txBody>
      </p:sp>
    </p:spTree>
    <p:extLst>
      <p:ext uri="{BB962C8B-B14F-4D97-AF65-F5344CB8AC3E}">
        <p14:creationId xmlns:p14="http://schemas.microsoft.com/office/powerpoint/2010/main" val="224561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6B631-30B7-0816-CD63-6CC2FD7220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A55C710-2262-2C77-0C93-6EFBDF373C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5D73309-51CF-1657-A8A9-B9B2B5F3B74F}"/>
              </a:ext>
            </a:extLst>
          </p:cNvPr>
          <p:cNvSpPr>
            <a:spLocks noGrp="1"/>
          </p:cNvSpPr>
          <p:nvPr>
            <p:ph type="dt" sz="half" idx="10"/>
          </p:nvPr>
        </p:nvSpPr>
        <p:spPr/>
        <p:txBody>
          <a:bodyPr/>
          <a:lstStyle/>
          <a:p>
            <a:fld id="{B5CB8E6F-4294-4286-89E4-129D02AAF21A}" type="datetimeFigureOut">
              <a:rPr lang="en-US" smtClean="0"/>
              <a:t>10/16/25</a:t>
            </a:fld>
            <a:endParaRPr lang="en-US"/>
          </a:p>
        </p:txBody>
      </p:sp>
      <p:sp>
        <p:nvSpPr>
          <p:cNvPr id="5" name="Footer Placeholder 4">
            <a:extLst>
              <a:ext uri="{FF2B5EF4-FFF2-40B4-BE49-F238E27FC236}">
                <a16:creationId xmlns:a16="http://schemas.microsoft.com/office/drawing/2014/main" id="{678B5E5C-AAC9-F790-75FA-7B3BF95FF0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2E1FED-51AA-DA2C-C8E9-C06D17741B16}"/>
              </a:ext>
            </a:extLst>
          </p:cNvPr>
          <p:cNvSpPr>
            <a:spLocks noGrp="1"/>
          </p:cNvSpPr>
          <p:nvPr>
            <p:ph type="sldNum" sz="quarter" idx="12"/>
          </p:nvPr>
        </p:nvSpPr>
        <p:spPr/>
        <p:txBody>
          <a:bodyPr/>
          <a:lstStyle/>
          <a:p>
            <a:fld id="{D0E6487B-5AC9-4D7A-BED1-2FA728434411}" type="slidenum">
              <a:rPr lang="en-US" smtClean="0"/>
              <a:t>‹#›</a:t>
            </a:fld>
            <a:endParaRPr lang="en-US"/>
          </a:p>
        </p:txBody>
      </p:sp>
    </p:spTree>
    <p:extLst>
      <p:ext uri="{BB962C8B-B14F-4D97-AF65-F5344CB8AC3E}">
        <p14:creationId xmlns:p14="http://schemas.microsoft.com/office/powerpoint/2010/main" val="2497002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B4B41-D29A-0E8D-6866-867B747D2F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1F476E-EEE5-8651-3F7A-F9B73CFA5E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6BCD2E-0896-FAE7-AF9B-2E30E573149F}"/>
              </a:ext>
            </a:extLst>
          </p:cNvPr>
          <p:cNvSpPr>
            <a:spLocks noGrp="1"/>
          </p:cNvSpPr>
          <p:nvPr>
            <p:ph type="dt" sz="half" idx="10"/>
          </p:nvPr>
        </p:nvSpPr>
        <p:spPr/>
        <p:txBody>
          <a:bodyPr/>
          <a:lstStyle/>
          <a:p>
            <a:fld id="{B5CB8E6F-4294-4286-89E4-129D02AAF21A}" type="datetimeFigureOut">
              <a:rPr lang="en-US" smtClean="0"/>
              <a:t>10/16/25</a:t>
            </a:fld>
            <a:endParaRPr lang="en-US"/>
          </a:p>
        </p:txBody>
      </p:sp>
      <p:sp>
        <p:nvSpPr>
          <p:cNvPr id="5" name="Footer Placeholder 4">
            <a:extLst>
              <a:ext uri="{FF2B5EF4-FFF2-40B4-BE49-F238E27FC236}">
                <a16:creationId xmlns:a16="http://schemas.microsoft.com/office/drawing/2014/main" id="{B2C748D6-A11E-B0FB-CF6E-4FC104107D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C80C5D-2415-7182-BF2F-89EC650125D1}"/>
              </a:ext>
            </a:extLst>
          </p:cNvPr>
          <p:cNvSpPr>
            <a:spLocks noGrp="1"/>
          </p:cNvSpPr>
          <p:nvPr>
            <p:ph type="sldNum" sz="quarter" idx="12"/>
          </p:nvPr>
        </p:nvSpPr>
        <p:spPr/>
        <p:txBody>
          <a:bodyPr/>
          <a:lstStyle/>
          <a:p>
            <a:fld id="{D0E6487B-5AC9-4D7A-BED1-2FA728434411}" type="slidenum">
              <a:rPr lang="en-US" smtClean="0"/>
              <a:t>‹#›</a:t>
            </a:fld>
            <a:endParaRPr lang="en-US"/>
          </a:p>
        </p:txBody>
      </p:sp>
    </p:spTree>
    <p:extLst>
      <p:ext uri="{BB962C8B-B14F-4D97-AF65-F5344CB8AC3E}">
        <p14:creationId xmlns:p14="http://schemas.microsoft.com/office/powerpoint/2010/main" val="4124970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226E7-B268-8DB3-D42E-8D98220F10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124A1A2-4A16-BF88-6DA6-0EED6E9616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2009D6-0AEF-9E3A-E680-DCA751F157AF}"/>
              </a:ext>
            </a:extLst>
          </p:cNvPr>
          <p:cNvSpPr>
            <a:spLocks noGrp="1"/>
          </p:cNvSpPr>
          <p:nvPr>
            <p:ph type="dt" sz="half" idx="10"/>
          </p:nvPr>
        </p:nvSpPr>
        <p:spPr/>
        <p:txBody>
          <a:bodyPr/>
          <a:lstStyle/>
          <a:p>
            <a:fld id="{B5CB8E6F-4294-4286-89E4-129D02AAF21A}" type="datetimeFigureOut">
              <a:rPr lang="en-US" smtClean="0"/>
              <a:t>10/16/25</a:t>
            </a:fld>
            <a:endParaRPr lang="en-US"/>
          </a:p>
        </p:txBody>
      </p:sp>
      <p:sp>
        <p:nvSpPr>
          <p:cNvPr id="5" name="Footer Placeholder 4">
            <a:extLst>
              <a:ext uri="{FF2B5EF4-FFF2-40B4-BE49-F238E27FC236}">
                <a16:creationId xmlns:a16="http://schemas.microsoft.com/office/drawing/2014/main" id="{F03C0357-D767-592C-5CE1-88CC25B9E7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EC36BE-2E81-BE2B-7FD5-4C6C714A6B8F}"/>
              </a:ext>
            </a:extLst>
          </p:cNvPr>
          <p:cNvSpPr>
            <a:spLocks noGrp="1"/>
          </p:cNvSpPr>
          <p:nvPr>
            <p:ph type="sldNum" sz="quarter" idx="12"/>
          </p:nvPr>
        </p:nvSpPr>
        <p:spPr/>
        <p:txBody>
          <a:bodyPr/>
          <a:lstStyle/>
          <a:p>
            <a:fld id="{D0E6487B-5AC9-4D7A-BED1-2FA728434411}" type="slidenum">
              <a:rPr lang="en-US" smtClean="0"/>
              <a:t>‹#›</a:t>
            </a:fld>
            <a:endParaRPr lang="en-US"/>
          </a:p>
        </p:txBody>
      </p:sp>
    </p:spTree>
    <p:extLst>
      <p:ext uri="{BB962C8B-B14F-4D97-AF65-F5344CB8AC3E}">
        <p14:creationId xmlns:p14="http://schemas.microsoft.com/office/powerpoint/2010/main" val="71666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DE325-11F3-F1EE-351E-7F7CDC5B98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DC28D2-55DB-53A7-3FC3-A9DDA8A637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58B1FFA-269A-A99C-E72F-4449F1FD20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B5613B-4170-A418-3E93-623A8373444C}"/>
              </a:ext>
            </a:extLst>
          </p:cNvPr>
          <p:cNvSpPr>
            <a:spLocks noGrp="1"/>
          </p:cNvSpPr>
          <p:nvPr>
            <p:ph type="dt" sz="half" idx="10"/>
          </p:nvPr>
        </p:nvSpPr>
        <p:spPr/>
        <p:txBody>
          <a:bodyPr/>
          <a:lstStyle/>
          <a:p>
            <a:fld id="{B5CB8E6F-4294-4286-89E4-129D02AAF21A}" type="datetimeFigureOut">
              <a:rPr lang="en-US" smtClean="0"/>
              <a:t>10/16/25</a:t>
            </a:fld>
            <a:endParaRPr lang="en-US"/>
          </a:p>
        </p:txBody>
      </p:sp>
      <p:sp>
        <p:nvSpPr>
          <p:cNvPr id="6" name="Footer Placeholder 5">
            <a:extLst>
              <a:ext uri="{FF2B5EF4-FFF2-40B4-BE49-F238E27FC236}">
                <a16:creationId xmlns:a16="http://schemas.microsoft.com/office/drawing/2014/main" id="{78CC5B4B-D8D2-F7A2-C86C-BD3E103461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E7FB2D-C077-526D-33CA-BADD135C2196}"/>
              </a:ext>
            </a:extLst>
          </p:cNvPr>
          <p:cNvSpPr>
            <a:spLocks noGrp="1"/>
          </p:cNvSpPr>
          <p:nvPr>
            <p:ph type="sldNum" sz="quarter" idx="12"/>
          </p:nvPr>
        </p:nvSpPr>
        <p:spPr/>
        <p:txBody>
          <a:bodyPr/>
          <a:lstStyle/>
          <a:p>
            <a:fld id="{D0E6487B-5AC9-4D7A-BED1-2FA728434411}" type="slidenum">
              <a:rPr lang="en-US" smtClean="0"/>
              <a:t>‹#›</a:t>
            </a:fld>
            <a:endParaRPr lang="en-US"/>
          </a:p>
        </p:txBody>
      </p:sp>
    </p:spTree>
    <p:extLst>
      <p:ext uri="{BB962C8B-B14F-4D97-AF65-F5344CB8AC3E}">
        <p14:creationId xmlns:p14="http://schemas.microsoft.com/office/powerpoint/2010/main" val="293464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02E2B-4934-F998-7B5F-5DA6058A54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740B48-8A9C-6911-87D7-955EEC2E00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FFABB3-D097-671F-7008-408470A7D7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8ADB61B-347F-B0AE-EB0D-0BEB8E4E87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62B5A3-EEA7-5A20-63E4-1F0FB179ED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246EB5-ED34-9F10-B082-67E613B48113}"/>
              </a:ext>
            </a:extLst>
          </p:cNvPr>
          <p:cNvSpPr>
            <a:spLocks noGrp="1"/>
          </p:cNvSpPr>
          <p:nvPr>
            <p:ph type="dt" sz="half" idx="10"/>
          </p:nvPr>
        </p:nvSpPr>
        <p:spPr/>
        <p:txBody>
          <a:bodyPr/>
          <a:lstStyle/>
          <a:p>
            <a:fld id="{B5CB8E6F-4294-4286-89E4-129D02AAF21A}" type="datetimeFigureOut">
              <a:rPr lang="en-US" smtClean="0"/>
              <a:t>10/16/25</a:t>
            </a:fld>
            <a:endParaRPr lang="en-US"/>
          </a:p>
        </p:txBody>
      </p:sp>
      <p:sp>
        <p:nvSpPr>
          <p:cNvPr id="8" name="Footer Placeholder 7">
            <a:extLst>
              <a:ext uri="{FF2B5EF4-FFF2-40B4-BE49-F238E27FC236}">
                <a16:creationId xmlns:a16="http://schemas.microsoft.com/office/drawing/2014/main" id="{AB21EF77-9E92-7492-3C09-F115468E2D8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7FAA245-4A66-C120-A53D-E4F83E266C51}"/>
              </a:ext>
            </a:extLst>
          </p:cNvPr>
          <p:cNvSpPr>
            <a:spLocks noGrp="1"/>
          </p:cNvSpPr>
          <p:nvPr>
            <p:ph type="sldNum" sz="quarter" idx="12"/>
          </p:nvPr>
        </p:nvSpPr>
        <p:spPr/>
        <p:txBody>
          <a:bodyPr/>
          <a:lstStyle/>
          <a:p>
            <a:fld id="{D0E6487B-5AC9-4D7A-BED1-2FA728434411}" type="slidenum">
              <a:rPr lang="en-US" smtClean="0"/>
              <a:t>‹#›</a:t>
            </a:fld>
            <a:endParaRPr lang="en-US"/>
          </a:p>
        </p:txBody>
      </p:sp>
    </p:spTree>
    <p:extLst>
      <p:ext uri="{BB962C8B-B14F-4D97-AF65-F5344CB8AC3E}">
        <p14:creationId xmlns:p14="http://schemas.microsoft.com/office/powerpoint/2010/main" val="186123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4E477-2BD2-C742-0861-155030CA8C7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27E055-F785-5C6D-298D-E828CB346BC3}"/>
              </a:ext>
            </a:extLst>
          </p:cNvPr>
          <p:cNvSpPr>
            <a:spLocks noGrp="1"/>
          </p:cNvSpPr>
          <p:nvPr>
            <p:ph type="dt" sz="half" idx="10"/>
          </p:nvPr>
        </p:nvSpPr>
        <p:spPr/>
        <p:txBody>
          <a:bodyPr/>
          <a:lstStyle/>
          <a:p>
            <a:fld id="{B5CB8E6F-4294-4286-89E4-129D02AAF21A}" type="datetimeFigureOut">
              <a:rPr lang="en-US" smtClean="0"/>
              <a:t>10/16/25</a:t>
            </a:fld>
            <a:endParaRPr lang="en-US"/>
          </a:p>
        </p:txBody>
      </p:sp>
      <p:sp>
        <p:nvSpPr>
          <p:cNvPr id="4" name="Footer Placeholder 3">
            <a:extLst>
              <a:ext uri="{FF2B5EF4-FFF2-40B4-BE49-F238E27FC236}">
                <a16:creationId xmlns:a16="http://schemas.microsoft.com/office/drawing/2014/main" id="{8E546413-19E4-821D-B540-09AA3A1F24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8510FE8-6F92-F6B9-4A59-8E868BA3A832}"/>
              </a:ext>
            </a:extLst>
          </p:cNvPr>
          <p:cNvSpPr>
            <a:spLocks noGrp="1"/>
          </p:cNvSpPr>
          <p:nvPr>
            <p:ph type="sldNum" sz="quarter" idx="12"/>
          </p:nvPr>
        </p:nvSpPr>
        <p:spPr/>
        <p:txBody>
          <a:bodyPr/>
          <a:lstStyle/>
          <a:p>
            <a:fld id="{D0E6487B-5AC9-4D7A-BED1-2FA728434411}" type="slidenum">
              <a:rPr lang="en-US" smtClean="0"/>
              <a:t>‹#›</a:t>
            </a:fld>
            <a:endParaRPr lang="en-US"/>
          </a:p>
        </p:txBody>
      </p:sp>
    </p:spTree>
    <p:extLst>
      <p:ext uri="{BB962C8B-B14F-4D97-AF65-F5344CB8AC3E}">
        <p14:creationId xmlns:p14="http://schemas.microsoft.com/office/powerpoint/2010/main" val="21772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678D9-7895-AEBC-E1A1-EC4031D74300}"/>
              </a:ext>
            </a:extLst>
          </p:cNvPr>
          <p:cNvSpPr>
            <a:spLocks noGrp="1"/>
          </p:cNvSpPr>
          <p:nvPr>
            <p:ph type="dt" sz="half" idx="10"/>
          </p:nvPr>
        </p:nvSpPr>
        <p:spPr/>
        <p:txBody>
          <a:bodyPr/>
          <a:lstStyle/>
          <a:p>
            <a:fld id="{B5CB8E6F-4294-4286-89E4-129D02AAF21A}" type="datetimeFigureOut">
              <a:rPr lang="en-US" smtClean="0"/>
              <a:t>10/16/25</a:t>
            </a:fld>
            <a:endParaRPr lang="en-US"/>
          </a:p>
        </p:txBody>
      </p:sp>
      <p:sp>
        <p:nvSpPr>
          <p:cNvPr id="3" name="Footer Placeholder 2">
            <a:extLst>
              <a:ext uri="{FF2B5EF4-FFF2-40B4-BE49-F238E27FC236}">
                <a16:creationId xmlns:a16="http://schemas.microsoft.com/office/drawing/2014/main" id="{1329B519-B59A-9080-F943-F4E822FDB5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BCC0B2F-8FBC-0E23-E545-A7D87C923CBF}"/>
              </a:ext>
            </a:extLst>
          </p:cNvPr>
          <p:cNvSpPr>
            <a:spLocks noGrp="1"/>
          </p:cNvSpPr>
          <p:nvPr>
            <p:ph type="sldNum" sz="quarter" idx="12"/>
          </p:nvPr>
        </p:nvSpPr>
        <p:spPr/>
        <p:txBody>
          <a:bodyPr/>
          <a:lstStyle/>
          <a:p>
            <a:fld id="{D0E6487B-5AC9-4D7A-BED1-2FA728434411}" type="slidenum">
              <a:rPr lang="en-US" smtClean="0"/>
              <a:t>‹#›</a:t>
            </a:fld>
            <a:endParaRPr lang="en-US"/>
          </a:p>
        </p:txBody>
      </p:sp>
    </p:spTree>
    <p:extLst>
      <p:ext uri="{BB962C8B-B14F-4D97-AF65-F5344CB8AC3E}">
        <p14:creationId xmlns:p14="http://schemas.microsoft.com/office/powerpoint/2010/main" val="1716934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7BE4C-CE0D-492E-36B6-28B46AE313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F9580BE-E14A-8191-FA4B-D60126DE2C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D76AF5-3E37-21B6-0E05-1F4F9C75EF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4077C6-392C-AD9E-FD75-A667576D4657}"/>
              </a:ext>
            </a:extLst>
          </p:cNvPr>
          <p:cNvSpPr>
            <a:spLocks noGrp="1"/>
          </p:cNvSpPr>
          <p:nvPr>
            <p:ph type="dt" sz="half" idx="10"/>
          </p:nvPr>
        </p:nvSpPr>
        <p:spPr/>
        <p:txBody>
          <a:bodyPr/>
          <a:lstStyle/>
          <a:p>
            <a:fld id="{B5CB8E6F-4294-4286-89E4-129D02AAF21A}" type="datetimeFigureOut">
              <a:rPr lang="en-US" smtClean="0"/>
              <a:t>10/16/25</a:t>
            </a:fld>
            <a:endParaRPr lang="en-US"/>
          </a:p>
        </p:txBody>
      </p:sp>
      <p:sp>
        <p:nvSpPr>
          <p:cNvPr id="6" name="Footer Placeholder 5">
            <a:extLst>
              <a:ext uri="{FF2B5EF4-FFF2-40B4-BE49-F238E27FC236}">
                <a16:creationId xmlns:a16="http://schemas.microsoft.com/office/drawing/2014/main" id="{F1AF9E14-D93F-5FED-5F63-EB3E666462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C346C0-4485-A27C-F409-D06C26A8831F}"/>
              </a:ext>
            </a:extLst>
          </p:cNvPr>
          <p:cNvSpPr>
            <a:spLocks noGrp="1"/>
          </p:cNvSpPr>
          <p:nvPr>
            <p:ph type="sldNum" sz="quarter" idx="12"/>
          </p:nvPr>
        </p:nvSpPr>
        <p:spPr/>
        <p:txBody>
          <a:bodyPr/>
          <a:lstStyle/>
          <a:p>
            <a:fld id="{D0E6487B-5AC9-4D7A-BED1-2FA728434411}" type="slidenum">
              <a:rPr lang="en-US" smtClean="0"/>
              <a:t>‹#›</a:t>
            </a:fld>
            <a:endParaRPr lang="en-US"/>
          </a:p>
        </p:txBody>
      </p:sp>
    </p:spTree>
    <p:extLst>
      <p:ext uri="{BB962C8B-B14F-4D97-AF65-F5344CB8AC3E}">
        <p14:creationId xmlns:p14="http://schemas.microsoft.com/office/powerpoint/2010/main" val="4278146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369D7-3A09-01D3-6D7D-4ED9771917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F3E9806-9814-2846-E5B6-90FB822782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1826D2-9D38-805A-D110-14598E50A6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8960E0-ADEE-E111-576D-76A15AB4B5C3}"/>
              </a:ext>
            </a:extLst>
          </p:cNvPr>
          <p:cNvSpPr>
            <a:spLocks noGrp="1"/>
          </p:cNvSpPr>
          <p:nvPr>
            <p:ph type="dt" sz="half" idx="10"/>
          </p:nvPr>
        </p:nvSpPr>
        <p:spPr/>
        <p:txBody>
          <a:bodyPr/>
          <a:lstStyle/>
          <a:p>
            <a:fld id="{B5CB8E6F-4294-4286-89E4-129D02AAF21A}" type="datetimeFigureOut">
              <a:rPr lang="en-US" smtClean="0"/>
              <a:t>10/16/25</a:t>
            </a:fld>
            <a:endParaRPr lang="en-US"/>
          </a:p>
        </p:txBody>
      </p:sp>
      <p:sp>
        <p:nvSpPr>
          <p:cNvPr id="6" name="Footer Placeholder 5">
            <a:extLst>
              <a:ext uri="{FF2B5EF4-FFF2-40B4-BE49-F238E27FC236}">
                <a16:creationId xmlns:a16="http://schemas.microsoft.com/office/drawing/2014/main" id="{D3002313-1CC4-E25D-CEE5-F3BCBEC14D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C56743-6024-3504-3117-71F2B1705519}"/>
              </a:ext>
            </a:extLst>
          </p:cNvPr>
          <p:cNvSpPr>
            <a:spLocks noGrp="1"/>
          </p:cNvSpPr>
          <p:nvPr>
            <p:ph type="sldNum" sz="quarter" idx="12"/>
          </p:nvPr>
        </p:nvSpPr>
        <p:spPr/>
        <p:txBody>
          <a:bodyPr/>
          <a:lstStyle/>
          <a:p>
            <a:fld id="{D0E6487B-5AC9-4D7A-BED1-2FA728434411}" type="slidenum">
              <a:rPr lang="en-US" smtClean="0"/>
              <a:t>‹#›</a:t>
            </a:fld>
            <a:endParaRPr lang="en-US"/>
          </a:p>
        </p:txBody>
      </p:sp>
    </p:spTree>
    <p:extLst>
      <p:ext uri="{BB962C8B-B14F-4D97-AF65-F5344CB8AC3E}">
        <p14:creationId xmlns:p14="http://schemas.microsoft.com/office/powerpoint/2010/main" val="1098656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61439-B046-6E04-121C-BBA51AEF11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1DADF4E-836A-AE79-1DF1-7BB758571F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977389-F6E4-1BBD-D8BF-8BD4889D9A0B}"/>
              </a:ext>
            </a:extLst>
          </p:cNvPr>
          <p:cNvSpPr>
            <a:spLocks noGrp="1"/>
          </p:cNvSpPr>
          <p:nvPr>
            <p:ph type="dt" sz="half" idx="10"/>
          </p:nvPr>
        </p:nvSpPr>
        <p:spPr/>
        <p:txBody>
          <a:bodyPr/>
          <a:lstStyle/>
          <a:p>
            <a:fld id="{B5CB8E6F-4294-4286-89E4-129D02AAF21A}" type="datetimeFigureOut">
              <a:rPr lang="en-US" smtClean="0"/>
              <a:t>10/16/25</a:t>
            </a:fld>
            <a:endParaRPr lang="en-US"/>
          </a:p>
        </p:txBody>
      </p:sp>
      <p:sp>
        <p:nvSpPr>
          <p:cNvPr id="5" name="Footer Placeholder 4">
            <a:extLst>
              <a:ext uri="{FF2B5EF4-FFF2-40B4-BE49-F238E27FC236}">
                <a16:creationId xmlns:a16="http://schemas.microsoft.com/office/drawing/2014/main" id="{1A3D4556-A014-A03F-C287-4DF97F05CA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1ABBAA-4D8C-00FA-EA3A-2940454FA044}"/>
              </a:ext>
            </a:extLst>
          </p:cNvPr>
          <p:cNvSpPr>
            <a:spLocks noGrp="1"/>
          </p:cNvSpPr>
          <p:nvPr>
            <p:ph type="sldNum" sz="quarter" idx="12"/>
          </p:nvPr>
        </p:nvSpPr>
        <p:spPr/>
        <p:txBody>
          <a:bodyPr/>
          <a:lstStyle/>
          <a:p>
            <a:fld id="{D0E6487B-5AC9-4D7A-BED1-2FA728434411}" type="slidenum">
              <a:rPr lang="en-US" smtClean="0"/>
              <a:t>‹#›</a:t>
            </a:fld>
            <a:endParaRPr lang="en-US"/>
          </a:p>
        </p:txBody>
      </p:sp>
    </p:spTree>
    <p:extLst>
      <p:ext uri="{BB962C8B-B14F-4D97-AF65-F5344CB8AC3E}">
        <p14:creationId xmlns:p14="http://schemas.microsoft.com/office/powerpoint/2010/main" val="3078519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5C97CC-0AA7-F465-F3A3-0C4E85DF93E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2F4511-30D0-D009-A1AB-13F76DA931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26F181-8175-E33C-44B1-5E077ADAA65F}"/>
              </a:ext>
            </a:extLst>
          </p:cNvPr>
          <p:cNvSpPr>
            <a:spLocks noGrp="1"/>
          </p:cNvSpPr>
          <p:nvPr>
            <p:ph type="dt" sz="half" idx="10"/>
          </p:nvPr>
        </p:nvSpPr>
        <p:spPr/>
        <p:txBody>
          <a:bodyPr/>
          <a:lstStyle/>
          <a:p>
            <a:fld id="{B5CB8E6F-4294-4286-89E4-129D02AAF21A}" type="datetimeFigureOut">
              <a:rPr lang="en-US" smtClean="0"/>
              <a:t>10/16/25</a:t>
            </a:fld>
            <a:endParaRPr lang="en-US"/>
          </a:p>
        </p:txBody>
      </p:sp>
      <p:sp>
        <p:nvSpPr>
          <p:cNvPr id="5" name="Footer Placeholder 4">
            <a:extLst>
              <a:ext uri="{FF2B5EF4-FFF2-40B4-BE49-F238E27FC236}">
                <a16:creationId xmlns:a16="http://schemas.microsoft.com/office/drawing/2014/main" id="{F8B3B5ED-D06A-385B-5F0B-533D1E4A38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9F4408-376F-1B4C-4923-2E8A2EABB266}"/>
              </a:ext>
            </a:extLst>
          </p:cNvPr>
          <p:cNvSpPr>
            <a:spLocks noGrp="1"/>
          </p:cNvSpPr>
          <p:nvPr>
            <p:ph type="sldNum" sz="quarter" idx="12"/>
          </p:nvPr>
        </p:nvSpPr>
        <p:spPr/>
        <p:txBody>
          <a:bodyPr/>
          <a:lstStyle/>
          <a:p>
            <a:fld id="{D0E6487B-5AC9-4D7A-BED1-2FA728434411}" type="slidenum">
              <a:rPr lang="en-US" smtClean="0"/>
              <a:t>‹#›</a:t>
            </a:fld>
            <a:endParaRPr lang="en-US"/>
          </a:p>
        </p:txBody>
      </p:sp>
    </p:spTree>
    <p:extLst>
      <p:ext uri="{BB962C8B-B14F-4D97-AF65-F5344CB8AC3E}">
        <p14:creationId xmlns:p14="http://schemas.microsoft.com/office/powerpoint/2010/main" val="133170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7190C1-0D49-2328-8F1C-5BB70A406F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44DADD9-4249-150D-9524-A920760998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3A5836-DB0C-9524-403D-B57052F0B1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CB8E6F-4294-4286-89E4-129D02AAF21A}" type="datetimeFigureOut">
              <a:rPr lang="en-US" smtClean="0"/>
              <a:t>10/16/25</a:t>
            </a:fld>
            <a:endParaRPr lang="en-US"/>
          </a:p>
        </p:txBody>
      </p:sp>
      <p:sp>
        <p:nvSpPr>
          <p:cNvPr id="5" name="Footer Placeholder 4">
            <a:extLst>
              <a:ext uri="{FF2B5EF4-FFF2-40B4-BE49-F238E27FC236}">
                <a16:creationId xmlns:a16="http://schemas.microsoft.com/office/drawing/2014/main" id="{46C594B2-7274-3289-6E2B-56443D56CE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B4A99A6-DE6D-3F43-DE63-53A957D082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0E6487B-5AC9-4D7A-BED1-2FA728434411}" type="slidenum">
              <a:rPr lang="en-US" smtClean="0"/>
              <a:t>‹#›</a:t>
            </a:fld>
            <a:endParaRPr lang="en-US"/>
          </a:p>
        </p:txBody>
      </p:sp>
    </p:spTree>
    <p:extLst>
      <p:ext uri="{BB962C8B-B14F-4D97-AF65-F5344CB8AC3E}">
        <p14:creationId xmlns:p14="http://schemas.microsoft.com/office/powerpoint/2010/main" val="1581525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6.xml"/><Relationship Id="rId4" Type="http://schemas.openxmlformats.org/officeDocument/2006/relationships/image" Target="../media/image9.emf"/></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learn.microsoft.com/en-us/semantic-kernel/overview/"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platform.openai.com/tokenizer"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75D6C10-B5A7-4715-803E-0501C9C2C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artoon robot holding a device&#10;&#10;Description automatically generated">
            <a:extLst>
              <a:ext uri="{FF2B5EF4-FFF2-40B4-BE49-F238E27FC236}">
                <a16:creationId xmlns:a16="http://schemas.microsoft.com/office/drawing/2014/main" id="{58D6D8F8-A7BE-7BE6-8592-36480CF0C8FE}"/>
              </a:ext>
            </a:extLst>
          </p:cNvPr>
          <p:cNvPicPr>
            <a:picLocks noChangeAspect="1"/>
          </p:cNvPicPr>
          <p:nvPr/>
        </p:nvPicPr>
        <p:blipFill>
          <a:blip r:embed="rId3"/>
          <a:stretch>
            <a:fillRect/>
          </a:stretch>
        </p:blipFill>
        <p:spPr>
          <a:xfrm>
            <a:off x="7300913" y="155575"/>
            <a:ext cx="4594225" cy="5492750"/>
          </a:xfrm>
          <a:prstGeom prst="rect">
            <a:avLst/>
          </a:prstGeom>
        </p:spPr>
      </p:pic>
      <p:pic>
        <p:nvPicPr>
          <p:cNvPr id="4" name="Graphic 3">
            <a:extLst>
              <a:ext uri="{FF2B5EF4-FFF2-40B4-BE49-F238E27FC236}">
                <a16:creationId xmlns:a16="http://schemas.microsoft.com/office/drawing/2014/main" id="{28183C51-E353-CD17-77F7-3601C8CD3F71}"/>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r="28711"/>
          <a:stretch/>
        </p:blipFill>
        <p:spPr>
          <a:xfrm>
            <a:off x="7300913" y="5722938"/>
            <a:ext cx="4594225" cy="579438"/>
          </a:xfrm>
          <a:prstGeom prst="rect">
            <a:avLst/>
          </a:prstGeom>
        </p:spPr>
      </p:pic>
      <p:sp>
        <p:nvSpPr>
          <p:cNvPr id="2" name="Title 1">
            <a:extLst>
              <a:ext uri="{FF2B5EF4-FFF2-40B4-BE49-F238E27FC236}">
                <a16:creationId xmlns:a16="http://schemas.microsoft.com/office/drawing/2014/main" id="{06560F22-E087-24FF-EFFE-DCBCF1760D48}"/>
              </a:ext>
            </a:extLst>
          </p:cNvPr>
          <p:cNvSpPr>
            <a:spLocks noGrp="1"/>
          </p:cNvSpPr>
          <p:nvPr>
            <p:ph type="ctrTitle"/>
          </p:nvPr>
        </p:nvSpPr>
        <p:spPr>
          <a:xfrm>
            <a:off x="841248" y="552289"/>
            <a:ext cx="6151654" cy="3900326"/>
          </a:xfrm>
        </p:spPr>
        <p:txBody>
          <a:bodyPr>
            <a:normAutofit/>
          </a:bodyPr>
          <a:lstStyle/>
          <a:p>
            <a:pPr algn="l"/>
            <a:r>
              <a:rPr lang="en-US" sz="5200" dirty="0"/>
              <a:t>C# Meets AI</a:t>
            </a:r>
          </a:p>
        </p:txBody>
      </p:sp>
      <p:sp>
        <p:nvSpPr>
          <p:cNvPr id="3" name="Subtitle 2">
            <a:extLst>
              <a:ext uri="{FF2B5EF4-FFF2-40B4-BE49-F238E27FC236}">
                <a16:creationId xmlns:a16="http://schemas.microsoft.com/office/drawing/2014/main" id="{E9A293F9-D90C-3C27-52B5-BC51CE049CBD}"/>
              </a:ext>
            </a:extLst>
          </p:cNvPr>
          <p:cNvSpPr>
            <a:spLocks noGrp="1"/>
          </p:cNvSpPr>
          <p:nvPr>
            <p:ph type="subTitle" idx="1"/>
          </p:nvPr>
        </p:nvSpPr>
        <p:spPr>
          <a:xfrm>
            <a:off x="841248" y="4624330"/>
            <a:ext cx="6151654" cy="1680208"/>
          </a:xfrm>
        </p:spPr>
        <p:txBody>
          <a:bodyPr>
            <a:normAutofit/>
          </a:bodyPr>
          <a:lstStyle/>
          <a:p>
            <a:pPr algn="l"/>
            <a:r>
              <a:rPr lang="en-US" dirty="0"/>
              <a:t>Medhat Elmasry</a:t>
            </a:r>
          </a:p>
        </p:txBody>
      </p:sp>
    </p:spTree>
    <p:extLst>
      <p:ext uri="{BB962C8B-B14F-4D97-AF65-F5344CB8AC3E}">
        <p14:creationId xmlns:p14="http://schemas.microsoft.com/office/powerpoint/2010/main" val="495529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32" presetClass="emph" presetSubtype="0" fill="hold" nodeType="withEffect">
                                  <p:stCondLst>
                                    <p:cond delay="0"/>
                                  </p:stCondLst>
                                  <p:childTnLst>
                                    <p:animRot by="120000">
                                      <p:cBhvr>
                                        <p:cTn id="11" dur="100" fill="hold">
                                          <p:stCondLst>
                                            <p:cond delay="0"/>
                                          </p:stCondLst>
                                        </p:cTn>
                                        <p:tgtEl>
                                          <p:spTgt spid="5"/>
                                        </p:tgtEl>
                                        <p:attrNameLst>
                                          <p:attrName>r</p:attrName>
                                        </p:attrNameLst>
                                      </p:cBhvr>
                                    </p:animRot>
                                    <p:animRot by="-240000">
                                      <p:cBhvr>
                                        <p:cTn id="12" dur="200" fill="hold">
                                          <p:stCondLst>
                                            <p:cond delay="200"/>
                                          </p:stCondLst>
                                        </p:cTn>
                                        <p:tgtEl>
                                          <p:spTgt spid="5"/>
                                        </p:tgtEl>
                                        <p:attrNameLst>
                                          <p:attrName>r</p:attrName>
                                        </p:attrNameLst>
                                      </p:cBhvr>
                                    </p:animRot>
                                    <p:animRot by="240000">
                                      <p:cBhvr>
                                        <p:cTn id="13" dur="200" fill="hold">
                                          <p:stCondLst>
                                            <p:cond delay="400"/>
                                          </p:stCondLst>
                                        </p:cTn>
                                        <p:tgtEl>
                                          <p:spTgt spid="5"/>
                                        </p:tgtEl>
                                        <p:attrNameLst>
                                          <p:attrName>r</p:attrName>
                                        </p:attrNameLst>
                                      </p:cBhvr>
                                    </p:animRot>
                                    <p:animRot by="-240000">
                                      <p:cBhvr>
                                        <p:cTn id="14" dur="200" fill="hold">
                                          <p:stCondLst>
                                            <p:cond delay="600"/>
                                          </p:stCondLst>
                                        </p:cTn>
                                        <p:tgtEl>
                                          <p:spTgt spid="5"/>
                                        </p:tgtEl>
                                        <p:attrNameLst>
                                          <p:attrName>r</p:attrName>
                                        </p:attrNameLst>
                                      </p:cBhvr>
                                    </p:animRot>
                                    <p:animRot by="120000">
                                      <p:cBhvr>
                                        <p:cTn id="15" dur="200" fill="hold">
                                          <p:stCondLst>
                                            <p:cond delay="800"/>
                                          </p:stCondLst>
                                        </p:cTn>
                                        <p:tgtEl>
                                          <p:spTgt spid="5"/>
                                        </p:tgtEl>
                                        <p:attrNameLst>
                                          <p:attrName>r</p:attrName>
                                        </p:attrNameLst>
                                      </p:cBhvr>
                                    </p:animRot>
                                  </p:childTnLst>
                                </p:cTn>
                              </p:par>
                              <p:par>
                                <p:cTn id="16" presetID="10" presetClass="entr" presetSubtype="0" fill="hold" nodeType="withEffect">
                                  <p:stCondLst>
                                    <p:cond delay="100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08114C-1E7E-4120-E753-83C24BE4426F}"/>
              </a:ext>
            </a:extLst>
          </p:cNvPr>
          <p:cNvPicPr>
            <a:picLocks noChangeAspect="1"/>
          </p:cNvPicPr>
          <p:nvPr/>
        </p:nvPicPr>
        <p:blipFill>
          <a:blip r:embed="rId3"/>
          <a:stretch>
            <a:fillRect/>
          </a:stretch>
        </p:blipFill>
        <p:spPr>
          <a:xfrm>
            <a:off x="3072411" y="1368890"/>
            <a:ext cx="6047178" cy="5027537"/>
          </a:xfrm>
          <a:prstGeom prst="rect">
            <a:avLst/>
          </a:prstGeom>
        </p:spPr>
      </p:pic>
      <p:sp>
        <p:nvSpPr>
          <p:cNvPr id="3" name="Title 2">
            <a:extLst>
              <a:ext uri="{FF2B5EF4-FFF2-40B4-BE49-F238E27FC236}">
                <a16:creationId xmlns:a16="http://schemas.microsoft.com/office/drawing/2014/main" id="{F5F1305C-6244-31F4-D82A-BFE9C22635AA}"/>
              </a:ext>
            </a:extLst>
          </p:cNvPr>
          <p:cNvSpPr>
            <a:spLocks noGrp="1"/>
          </p:cNvSpPr>
          <p:nvPr>
            <p:ph type="title"/>
          </p:nvPr>
        </p:nvSpPr>
        <p:spPr>
          <a:xfrm>
            <a:off x="838200" y="365125"/>
            <a:ext cx="10674246" cy="714167"/>
          </a:xfrm>
        </p:spPr>
        <p:txBody>
          <a:bodyPr/>
          <a:lstStyle/>
          <a:p>
            <a:r>
              <a:rPr lang="en-US" dirty="0"/>
              <a:t>Time to reach one million users</a:t>
            </a:r>
          </a:p>
        </p:txBody>
      </p:sp>
    </p:spTree>
    <p:extLst>
      <p:ext uri="{BB962C8B-B14F-4D97-AF65-F5344CB8AC3E}">
        <p14:creationId xmlns:p14="http://schemas.microsoft.com/office/powerpoint/2010/main" val="1982800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Diagram 2">
            <a:extLst>
              <a:ext uri="{FF2B5EF4-FFF2-40B4-BE49-F238E27FC236}">
                <a16:creationId xmlns:a16="http://schemas.microsoft.com/office/drawing/2014/main" id="{A18229AE-1FA7-90A3-3382-1E38BFC084E5}"/>
              </a:ext>
            </a:extLst>
          </p:cNvPr>
          <p:cNvGraphicFramePr/>
          <p:nvPr>
            <p:extLst>
              <p:ext uri="{D42A27DB-BD31-4B8C-83A1-F6EECF244321}">
                <p14:modId xmlns:p14="http://schemas.microsoft.com/office/powerpoint/2010/main" val="1745693954"/>
              </p:ext>
            </p:extLst>
          </p:nvPr>
        </p:nvGraphicFramePr>
        <p:xfrm>
          <a:off x="836675" y="125333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756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F69DE906-05AB-CD0D-123F-FCFF9BF43F05}"/>
              </a:ext>
            </a:extLst>
          </p:cNvPr>
          <p:cNvGrpSpPr/>
          <p:nvPr/>
        </p:nvGrpSpPr>
        <p:grpSpPr>
          <a:xfrm>
            <a:off x="1315387" y="924603"/>
            <a:ext cx="9561225" cy="4779152"/>
            <a:chOff x="1274165" y="1831508"/>
            <a:chExt cx="9561225" cy="4779152"/>
          </a:xfrm>
        </p:grpSpPr>
        <p:sp>
          <p:nvSpPr>
            <p:cNvPr id="3" name="Rectangle 2">
              <a:extLst>
                <a:ext uri="{FF2B5EF4-FFF2-40B4-BE49-F238E27FC236}">
                  <a16:creationId xmlns:a16="http://schemas.microsoft.com/office/drawing/2014/main" id="{0CA170D7-3F7E-3381-61CD-A10BF143C6B1}"/>
                </a:ext>
              </a:extLst>
            </p:cNvPr>
            <p:cNvSpPr/>
            <p:nvPr/>
          </p:nvSpPr>
          <p:spPr>
            <a:xfrm>
              <a:off x="4436072" y="1831508"/>
              <a:ext cx="3286821" cy="2507001"/>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3000" kern="100" dirty="0">
                  <a:effectLst/>
                  <a:ea typeface="Aptos" panose="020B0004020202020204" pitchFamily="34" charset="0"/>
                  <a:cs typeface="Times New Roman" panose="02020603050405020304" pitchFamily="18" charset="0"/>
                </a:rPr>
                <a:t>Large Language Models</a:t>
              </a:r>
            </a:p>
            <a:p>
              <a:pPr marL="0" marR="0" algn="ctr">
                <a:lnSpc>
                  <a:spcPct val="107000"/>
                </a:lnSpc>
                <a:spcBef>
                  <a:spcPts val="0"/>
                </a:spcBef>
                <a:spcAft>
                  <a:spcPts val="800"/>
                </a:spcAft>
              </a:pPr>
              <a:r>
                <a:rPr lang="en-US" sz="3000" kern="100" dirty="0">
                  <a:effectLst/>
                  <a:ea typeface="Aptos" panose="020B0004020202020204" pitchFamily="34" charset="0"/>
                  <a:cs typeface="Times New Roman" panose="02020603050405020304" pitchFamily="18" charset="0"/>
                </a:rPr>
                <a:t>(Generative AI)</a:t>
              </a:r>
            </a:p>
          </p:txBody>
        </p:sp>
        <p:sp>
          <p:nvSpPr>
            <p:cNvPr id="4" name="Arrow: Right 3">
              <a:extLst>
                <a:ext uri="{FF2B5EF4-FFF2-40B4-BE49-F238E27FC236}">
                  <a16:creationId xmlns:a16="http://schemas.microsoft.com/office/drawing/2014/main" id="{03460B50-B915-4C18-50E1-C7A7C4DF22D1}"/>
                </a:ext>
              </a:extLst>
            </p:cNvPr>
            <p:cNvSpPr/>
            <p:nvPr/>
          </p:nvSpPr>
          <p:spPr>
            <a:xfrm>
              <a:off x="1274165" y="2270036"/>
              <a:ext cx="2885606" cy="1734883"/>
            </a:xfrm>
            <a:prstGeom prst="rightArrow">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p:spPr>
          <p:style>
            <a:lnRef idx="1">
              <a:schemeClr val="accent4"/>
            </a:lnRef>
            <a:fillRef idx="3">
              <a:schemeClr val="accent4"/>
            </a:fillRef>
            <a:effectRef idx="2">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US" sz="3000" kern="100">
                  <a:cs typeface="Times New Roman" panose="02020603050405020304" pitchFamily="18" charset="0"/>
                </a:rPr>
                <a:t>prompt</a:t>
              </a:r>
              <a:endParaRPr lang="en-US" sz="3000" kern="100" dirty="0">
                <a:cs typeface="Times New Roman" panose="02020603050405020304" pitchFamily="18" charset="0"/>
              </a:endParaRPr>
            </a:p>
          </p:txBody>
        </p:sp>
        <p:sp>
          <p:nvSpPr>
            <p:cNvPr id="5" name="Arrow: Right 4">
              <a:extLst>
                <a:ext uri="{FF2B5EF4-FFF2-40B4-BE49-F238E27FC236}">
                  <a16:creationId xmlns:a16="http://schemas.microsoft.com/office/drawing/2014/main" id="{09DEB9D6-750F-588A-137B-0303279FE963}"/>
                </a:ext>
              </a:extLst>
            </p:cNvPr>
            <p:cNvSpPr/>
            <p:nvPr/>
          </p:nvSpPr>
          <p:spPr>
            <a:xfrm>
              <a:off x="8067667" y="2217569"/>
              <a:ext cx="2650302" cy="1707897"/>
            </a:xfrm>
            <a:prstGeom prst="rightArrow">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p:spPr>
          <p:style>
            <a:lnRef idx="1">
              <a:schemeClr val="accent4"/>
            </a:lnRef>
            <a:fillRef idx="3">
              <a:schemeClr val="accent4"/>
            </a:fillRef>
            <a:effectRef idx="2">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US" sz="3000" kern="100" dirty="0">
                  <a:cs typeface="Times New Roman" panose="02020603050405020304" pitchFamily="18" charset="0"/>
                </a:rPr>
                <a:t>completion</a:t>
              </a:r>
            </a:p>
          </p:txBody>
        </p:sp>
        <p:sp>
          <p:nvSpPr>
            <p:cNvPr id="6" name="Speech Bubble: Rectangle 5">
              <a:extLst>
                <a:ext uri="{FF2B5EF4-FFF2-40B4-BE49-F238E27FC236}">
                  <a16:creationId xmlns:a16="http://schemas.microsoft.com/office/drawing/2014/main" id="{B28C25B1-F86E-E524-1FCE-008B3B894806}"/>
                </a:ext>
              </a:extLst>
            </p:cNvPr>
            <p:cNvSpPr/>
            <p:nvPr/>
          </p:nvSpPr>
          <p:spPr>
            <a:xfrm>
              <a:off x="1356610" y="4422098"/>
              <a:ext cx="2113613" cy="1221699"/>
            </a:xfrm>
            <a:prstGeom prst="wedgeRectCallout">
              <a:avLst>
                <a:gd name="adj1" fmla="val -54521"/>
                <a:gd name="adj2" fmla="val 96242"/>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000" dirty="0"/>
                <a:t>Prompt</a:t>
              </a:r>
            </a:p>
          </p:txBody>
        </p:sp>
        <p:sp>
          <p:nvSpPr>
            <p:cNvPr id="7" name="Rectangle: Folded Corner 6">
              <a:extLst>
                <a:ext uri="{FF2B5EF4-FFF2-40B4-BE49-F238E27FC236}">
                  <a16:creationId xmlns:a16="http://schemas.microsoft.com/office/drawing/2014/main" id="{1F743985-3484-43BE-149D-C0871958D6B6}"/>
                </a:ext>
              </a:extLst>
            </p:cNvPr>
            <p:cNvSpPr/>
            <p:nvPr/>
          </p:nvSpPr>
          <p:spPr>
            <a:xfrm rot="10800000" flipV="1">
              <a:off x="8269574" y="4422098"/>
              <a:ext cx="2565816" cy="2188562"/>
            </a:xfrm>
            <a:prstGeom prst="foldedCorner">
              <a:avLst>
                <a:gd name="adj" fmla="val 36644"/>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000" dirty="0"/>
                <a:t>Completion</a:t>
              </a:r>
            </a:p>
          </p:txBody>
        </p:sp>
      </p:grpSp>
    </p:spTree>
    <p:extLst>
      <p:ext uri="{BB962C8B-B14F-4D97-AF65-F5344CB8AC3E}">
        <p14:creationId xmlns:p14="http://schemas.microsoft.com/office/powerpoint/2010/main" val="2827661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12D7F-4B61-E2BC-7144-09739D43EEB0}"/>
              </a:ext>
            </a:extLst>
          </p:cNvPr>
          <p:cNvSpPr>
            <a:spLocks noGrp="1"/>
          </p:cNvSpPr>
          <p:nvPr>
            <p:ph type="title"/>
          </p:nvPr>
        </p:nvSpPr>
        <p:spPr/>
        <p:txBody>
          <a:bodyPr/>
          <a:lstStyle/>
          <a:p>
            <a:r>
              <a:rPr lang="en-US" b="1" dirty="0"/>
              <a:t>What is Generative AI?</a:t>
            </a:r>
          </a:p>
        </p:txBody>
      </p:sp>
      <p:sp>
        <p:nvSpPr>
          <p:cNvPr id="3" name="Content Placeholder 2">
            <a:extLst>
              <a:ext uri="{FF2B5EF4-FFF2-40B4-BE49-F238E27FC236}">
                <a16:creationId xmlns:a16="http://schemas.microsoft.com/office/drawing/2014/main" id="{530B4C2D-C403-18EC-92C3-5122FFCE0D3C}"/>
              </a:ext>
            </a:extLst>
          </p:cNvPr>
          <p:cNvSpPr>
            <a:spLocks noGrp="1"/>
          </p:cNvSpPr>
          <p:nvPr>
            <p:ph idx="1"/>
          </p:nvPr>
        </p:nvSpPr>
        <p:spPr/>
        <p:txBody>
          <a:bodyPr>
            <a:normAutofit/>
          </a:bodyPr>
          <a:lstStyle/>
          <a:p>
            <a:pPr marL="0" indent="0">
              <a:buNone/>
            </a:pPr>
            <a:r>
              <a:rPr lang="en-US" sz="4400" dirty="0"/>
              <a:t>A type of AI that generates new content using LLMs (large language models), in response to a user prompt.</a:t>
            </a:r>
          </a:p>
        </p:txBody>
      </p:sp>
    </p:spTree>
    <p:extLst>
      <p:ext uri="{BB962C8B-B14F-4D97-AF65-F5344CB8AC3E}">
        <p14:creationId xmlns:p14="http://schemas.microsoft.com/office/powerpoint/2010/main" val="3803752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641D5-06E3-FEC1-ADDF-1603CD0B311F}"/>
              </a:ext>
            </a:extLst>
          </p:cNvPr>
          <p:cNvSpPr>
            <a:spLocks noGrp="1"/>
          </p:cNvSpPr>
          <p:nvPr>
            <p:ph type="title"/>
          </p:nvPr>
        </p:nvSpPr>
        <p:spPr/>
        <p:txBody>
          <a:bodyPr/>
          <a:lstStyle/>
          <a:p>
            <a:r>
              <a:rPr lang="en-US" dirty="0"/>
              <a:t>Large Language Models (LLMs)</a:t>
            </a:r>
          </a:p>
        </p:txBody>
      </p:sp>
      <p:graphicFrame>
        <p:nvGraphicFramePr>
          <p:cNvPr id="3" name="Diagram 2">
            <a:extLst>
              <a:ext uri="{FF2B5EF4-FFF2-40B4-BE49-F238E27FC236}">
                <a16:creationId xmlns:a16="http://schemas.microsoft.com/office/drawing/2014/main" id="{087399D0-2285-16B5-DE93-179051EC60BD}"/>
              </a:ext>
            </a:extLst>
          </p:cNvPr>
          <p:cNvGraphicFramePr/>
          <p:nvPr>
            <p:extLst>
              <p:ext uri="{D42A27DB-BD31-4B8C-83A1-F6EECF244321}">
                <p14:modId xmlns:p14="http://schemas.microsoft.com/office/powerpoint/2010/main" val="3671869568"/>
              </p:ext>
            </p:extLst>
          </p:nvPr>
        </p:nvGraphicFramePr>
        <p:xfrm>
          <a:off x="5185954" y="1580237"/>
          <a:ext cx="6167846" cy="4912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ontent Placeholder 2">
            <a:extLst>
              <a:ext uri="{FF2B5EF4-FFF2-40B4-BE49-F238E27FC236}">
                <a16:creationId xmlns:a16="http://schemas.microsoft.com/office/drawing/2014/main" id="{402E2BA2-3DC5-2C21-974C-10EA0F120814}"/>
              </a:ext>
            </a:extLst>
          </p:cNvPr>
          <p:cNvSpPr txBox="1">
            <a:spLocks/>
          </p:cNvSpPr>
          <p:nvPr/>
        </p:nvSpPr>
        <p:spPr>
          <a:xfrm>
            <a:off x="537754" y="2057073"/>
            <a:ext cx="4648200" cy="3673838"/>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a:t>AI models trained on massive datasets and specialized to work on natural language tasks.</a:t>
            </a:r>
            <a:endParaRPr lang="en-US" sz="4400" dirty="0"/>
          </a:p>
        </p:txBody>
      </p:sp>
    </p:spTree>
    <p:extLst>
      <p:ext uri="{BB962C8B-B14F-4D97-AF65-F5344CB8AC3E}">
        <p14:creationId xmlns:p14="http://schemas.microsoft.com/office/powerpoint/2010/main" val="723225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D772B-C4CC-6252-7A2F-5D9982474DF5}"/>
              </a:ext>
            </a:extLst>
          </p:cNvPr>
          <p:cNvSpPr>
            <a:spLocks noGrp="1"/>
          </p:cNvSpPr>
          <p:nvPr>
            <p:ph type="title"/>
          </p:nvPr>
        </p:nvSpPr>
        <p:spPr/>
        <p:txBody>
          <a:bodyPr/>
          <a:lstStyle/>
          <a:p>
            <a:r>
              <a:rPr lang="en-US" dirty="0"/>
              <a:t>Embedding Models</a:t>
            </a:r>
          </a:p>
        </p:txBody>
      </p:sp>
      <p:pic>
        <p:nvPicPr>
          <p:cNvPr id="3" name="Picture 2">
            <a:extLst>
              <a:ext uri="{FF2B5EF4-FFF2-40B4-BE49-F238E27FC236}">
                <a16:creationId xmlns:a16="http://schemas.microsoft.com/office/drawing/2014/main" id="{9A6A7B4A-687F-AA56-1EAE-377CF6114D03}"/>
              </a:ext>
            </a:extLst>
          </p:cNvPr>
          <p:cNvPicPr>
            <a:picLocks noChangeAspect="1"/>
          </p:cNvPicPr>
          <p:nvPr/>
        </p:nvPicPr>
        <p:blipFill>
          <a:blip r:embed="rId2"/>
          <a:stretch>
            <a:fillRect/>
          </a:stretch>
        </p:blipFill>
        <p:spPr>
          <a:xfrm>
            <a:off x="2112463" y="1492436"/>
            <a:ext cx="7967073" cy="3491951"/>
          </a:xfrm>
          <a:prstGeom prst="rect">
            <a:avLst/>
          </a:prstGeom>
        </p:spPr>
      </p:pic>
    </p:spTree>
    <p:extLst>
      <p:ext uri="{BB962C8B-B14F-4D97-AF65-F5344CB8AC3E}">
        <p14:creationId xmlns:p14="http://schemas.microsoft.com/office/powerpoint/2010/main" val="3106346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8D204D-F594-5328-1081-69CC445C4CB0}"/>
              </a:ext>
            </a:extLst>
          </p:cNvPr>
          <p:cNvSpPr>
            <a:spLocks noGrp="1"/>
          </p:cNvSpPr>
          <p:nvPr>
            <p:ph type="title"/>
          </p:nvPr>
        </p:nvSpPr>
        <p:spPr/>
        <p:txBody>
          <a:bodyPr/>
          <a:lstStyle/>
          <a:p>
            <a:r>
              <a:rPr lang="en-US" dirty="0"/>
              <a:t>Text generation models</a:t>
            </a:r>
          </a:p>
        </p:txBody>
      </p:sp>
      <p:pic>
        <p:nvPicPr>
          <p:cNvPr id="5" name="Picture 4">
            <a:extLst>
              <a:ext uri="{FF2B5EF4-FFF2-40B4-BE49-F238E27FC236}">
                <a16:creationId xmlns:a16="http://schemas.microsoft.com/office/drawing/2014/main" id="{F5472BE7-A159-227B-F353-F07D01A5F738}"/>
              </a:ext>
            </a:extLst>
          </p:cNvPr>
          <p:cNvPicPr>
            <a:picLocks noChangeAspect="1"/>
          </p:cNvPicPr>
          <p:nvPr/>
        </p:nvPicPr>
        <p:blipFill>
          <a:blip r:embed="rId2"/>
          <a:stretch>
            <a:fillRect/>
          </a:stretch>
        </p:blipFill>
        <p:spPr>
          <a:xfrm>
            <a:off x="2570752" y="1616423"/>
            <a:ext cx="7050496" cy="3625154"/>
          </a:xfrm>
          <a:prstGeom prst="rect">
            <a:avLst/>
          </a:prstGeom>
        </p:spPr>
      </p:pic>
    </p:spTree>
    <p:extLst>
      <p:ext uri="{BB962C8B-B14F-4D97-AF65-F5344CB8AC3E}">
        <p14:creationId xmlns:p14="http://schemas.microsoft.com/office/powerpoint/2010/main" val="3929375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D13A3-0417-2845-2AEC-D66BA579968C}"/>
              </a:ext>
            </a:extLst>
          </p:cNvPr>
          <p:cNvSpPr>
            <a:spLocks noGrp="1"/>
          </p:cNvSpPr>
          <p:nvPr>
            <p:ph type="title"/>
          </p:nvPr>
        </p:nvSpPr>
        <p:spPr/>
        <p:txBody>
          <a:bodyPr/>
          <a:lstStyle/>
          <a:p>
            <a:r>
              <a:rPr lang="en-US" dirty="0"/>
              <a:t>Chat Completion</a:t>
            </a:r>
          </a:p>
        </p:txBody>
      </p:sp>
      <p:sp>
        <p:nvSpPr>
          <p:cNvPr id="3" name="TextBox 2">
            <a:extLst>
              <a:ext uri="{FF2B5EF4-FFF2-40B4-BE49-F238E27FC236}">
                <a16:creationId xmlns:a16="http://schemas.microsoft.com/office/drawing/2014/main" id="{8F5DBB28-D8B0-FAB1-1614-FB4C98D91ECC}"/>
              </a:ext>
            </a:extLst>
          </p:cNvPr>
          <p:cNvSpPr txBox="1"/>
          <p:nvPr/>
        </p:nvSpPr>
        <p:spPr>
          <a:xfrm>
            <a:off x="838200" y="2675968"/>
            <a:ext cx="3330388" cy="646331"/>
          </a:xfrm>
          <a:prstGeom prst="rect">
            <a:avLst/>
          </a:prstGeom>
          <a:noFill/>
          <a:ln>
            <a:noFill/>
          </a:ln>
        </p:spPr>
        <p:txBody>
          <a:bodyPr wrap="square" rtlCol="0">
            <a:spAutoFit/>
          </a:bodyPr>
          <a:lstStyle/>
          <a:p>
            <a:r>
              <a:rPr lang="en-CA" dirty="0"/>
              <a:t>Once upon a time there was a queen named Cleopatra</a:t>
            </a:r>
          </a:p>
        </p:txBody>
      </p:sp>
      <p:cxnSp>
        <p:nvCxnSpPr>
          <p:cNvPr id="5" name="Straight Arrow Connector 4">
            <a:extLst>
              <a:ext uri="{FF2B5EF4-FFF2-40B4-BE49-F238E27FC236}">
                <a16:creationId xmlns:a16="http://schemas.microsoft.com/office/drawing/2014/main" id="{58501760-1D24-C150-1945-BD7344D6EAC5}"/>
              </a:ext>
            </a:extLst>
          </p:cNvPr>
          <p:cNvCxnSpPr>
            <a:cxnSpLocks/>
          </p:cNvCxnSpPr>
          <p:nvPr/>
        </p:nvCxnSpPr>
        <p:spPr>
          <a:xfrm>
            <a:off x="4625788" y="3025592"/>
            <a:ext cx="1331259"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BD3D6E6A-D213-51BF-AF2E-35064059F3E9}"/>
              </a:ext>
            </a:extLst>
          </p:cNvPr>
          <p:cNvSpPr txBox="1"/>
          <p:nvPr/>
        </p:nvSpPr>
        <p:spPr>
          <a:xfrm>
            <a:off x="6358220" y="1371220"/>
            <a:ext cx="4995580" cy="3416320"/>
          </a:xfrm>
          <a:prstGeom prst="rect">
            <a:avLst/>
          </a:prstGeom>
          <a:noFill/>
          <a:ln>
            <a:noFill/>
          </a:ln>
        </p:spPr>
        <p:txBody>
          <a:bodyPr wrap="square" rtlCol="0">
            <a:spAutoFit/>
          </a:bodyPr>
          <a:lstStyle/>
          <a:p>
            <a:r>
              <a:rPr lang="en-CA" dirty="0"/>
              <a:t>Cleopatra VII Philopator was the last active ruler of the </a:t>
            </a:r>
            <a:r>
              <a:rPr lang="en-CA" dirty="0" err="1"/>
              <a:t>Ptolemic</a:t>
            </a:r>
            <a:r>
              <a:rPr lang="en-CA" dirty="0"/>
              <a:t> Kingdom of Egypt, succeeding her brother Ptolemy XIII in 51 BCE. Known for her intelligence and charisma, she presided over a period marked by cultural fluorescence. Fluent in multiple languages, she excelled in diplomacy, using her wit to maintain Egypt's autonomy against potential invaders.</a:t>
            </a:r>
          </a:p>
          <a:p>
            <a:endParaRPr lang="en-CA" dirty="0"/>
          </a:p>
          <a:p>
            <a:r>
              <a:rPr lang="en-CA" dirty="0"/>
              <a:t>Cleopatra's alliances with Roman leaders Julius Caesar and Mark Antony were strategic moves to safeguard Egypt's independence……..</a:t>
            </a:r>
          </a:p>
        </p:txBody>
      </p:sp>
      <p:pic>
        <p:nvPicPr>
          <p:cNvPr id="10" name="Picture 9">
            <a:extLst>
              <a:ext uri="{FF2B5EF4-FFF2-40B4-BE49-F238E27FC236}">
                <a16:creationId xmlns:a16="http://schemas.microsoft.com/office/drawing/2014/main" id="{D9946D6F-119B-35C4-1C7F-C5D16549A460}"/>
              </a:ext>
            </a:extLst>
          </p:cNvPr>
          <p:cNvPicPr>
            <a:picLocks noChangeAspect="1"/>
          </p:cNvPicPr>
          <p:nvPr/>
        </p:nvPicPr>
        <p:blipFill>
          <a:blip r:embed="rId2"/>
          <a:stretch>
            <a:fillRect/>
          </a:stretch>
        </p:blipFill>
        <p:spPr>
          <a:xfrm>
            <a:off x="1783789" y="4034802"/>
            <a:ext cx="1439209" cy="1532664"/>
          </a:xfrm>
          <a:prstGeom prst="rect">
            <a:avLst/>
          </a:prstGeom>
        </p:spPr>
      </p:pic>
      <p:pic>
        <p:nvPicPr>
          <p:cNvPr id="11" name="Picture 10">
            <a:extLst>
              <a:ext uri="{FF2B5EF4-FFF2-40B4-BE49-F238E27FC236}">
                <a16:creationId xmlns:a16="http://schemas.microsoft.com/office/drawing/2014/main" id="{A6BA3A0F-2292-9D8E-B3A9-EFEC83EA1E4F}"/>
              </a:ext>
            </a:extLst>
          </p:cNvPr>
          <p:cNvPicPr>
            <a:picLocks noChangeAspect="1"/>
          </p:cNvPicPr>
          <p:nvPr/>
        </p:nvPicPr>
        <p:blipFill>
          <a:blip r:embed="rId3"/>
          <a:stretch>
            <a:fillRect/>
          </a:stretch>
        </p:blipFill>
        <p:spPr>
          <a:xfrm>
            <a:off x="8208310" y="4972430"/>
            <a:ext cx="908796" cy="1443382"/>
          </a:xfrm>
          <a:prstGeom prst="rect">
            <a:avLst/>
          </a:prstGeom>
        </p:spPr>
      </p:pic>
      <p:pic>
        <p:nvPicPr>
          <p:cNvPr id="14" name="Picture 13">
            <a:extLst>
              <a:ext uri="{FF2B5EF4-FFF2-40B4-BE49-F238E27FC236}">
                <a16:creationId xmlns:a16="http://schemas.microsoft.com/office/drawing/2014/main" id="{F02B55A5-6726-C4B4-3955-353C420765C9}"/>
              </a:ext>
            </a:extLst>
          </p:cNvPr>
          <p:cNvPicPr>
            <a:picLocks noChangeAspect="1"/>
          </p:cNvPicPr>
          <p:nvPr/>
        </p:nvPicPr>
        <p:blipFill>
          <a:blip r:embed="rId4"/>
          <a:stretch>
            <a:fillRect/>
          </a:stretch>
        </p:blipFill>
        <p:spPr>
          <a:xfrm>
            <a:off x="4394318" y="1778651"/>
            <a:ext cx="1331258" cy="1158978"/>
          </a:xfrm>
          <a:prstGeom prst="rect">
            <a:avLst/>
          </a:prstGeom>
        </p:spPr>
      </p:pic>
    </p:spTree>
    <p:extLst>
      <p:ext uri="{BB962C8B-B14F-4D97-AF65-F5344CB8AC3E}">
        <p14:creationId xmlns:p14="http://schemas.microsoft.com/office/powerpoint/2010/main" val="647753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519A7-A854-ED39-1A55-9928F0A03399}"/>
              </a:ext>
            </a:extLst>
          </p:cNvPr>
          <p:cNvSpPr>
            <a:spLocks noGrp="1"/>
          </p:cNvSpPr>
          <p:nvPr>
            <p:ph type="title"/>
          </p:nvPr>
        </p:nvSpPr>
        <p:spPr/>
        <p:txBody>
          <a:bodyPr/>
          <a:lstStyle/>
          <a:p>
            <a:r>
              <a:rPr lang="en-US" dirty="0"/>
              <a:t>Image generation</a:t>
            </a:r>
          </a:p>
        </p:txBody>
      </p:sp>
      <p:pic>
        <p:nvPicPr>
          <p:cNvPr id="3" name="Picture 2">
            <a:extLst>
              <a:ext uri="{FF2B5EF4-FFF2-40B4-BE49-F238E27FC236}">
                <a16:creationId xmlns:a16="http://schemas.microsoft.com/office/drawing/2014/main" id="{2F617345-13E1-3557-10ED-B8D137B38DBC}"/>
              </a:ext>
            </a:extLst>
          </p:cNvPr>
          <p:cNvPicPr>
            <a:picLocks noChangeAspect="1"/>
          </p:cNvPicPr>
          <p:nvPr/>
        </p:nvPicPr>
        <p:blipFill>
          <a:blip r:embed="rId2"/>
          <a:stretch>
            <a:fillRect/>
          </a:stretch>
        </p:blipFill>
        <p:spPr>
          <a:xfrm>
            <a:off x="2117906" y="1680779"/>
            <a:ext cx="7956187" cy="3496441"/>
          </a:xfrm>
          <a:prstGeom prst="rect">
            <a:avLst/>
          </a:prstGeom>
        </p:spPr>
      </p:pic>
    </p:spTree>
    <p:extLst>
      <p:ext uri="{BB962C8B-B14F-4D97-AF65-F5344CB8AC3E}">
        <p14:creationId xmlns:p14="http://schemas.microsoft.com/office/powerpoint/2010/main" val="3255687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22F9DF-CEC9-9262-D3BD-7790EB664A83}"/>
              </a:ext>
            </a:extLst>
          </p:cNvPr>
          <p:cNvSpPr txBox="1"/>
          <p:nvPr/>
        </p:nvSpPr>
        <p:spPr>
          <a:xfrm>
            <a:off x="2310893" y="2248526"/>
            <a:ext cx="7570214" cy="1938992"/>
          </a:xfrm>
          <a:prstGeom prst="rect">
            <a:avLst/>
          </a:prstGeom>
          <a:noFill/>
        </p:spPr>
        <p:txBody>
          <a:bodyPr wrap="none" rtlCol="0">
            <a:spAutoFit/>
          </a:bodyPr>
          <a:lstStyle/>
          <a:p>
            <a:r>
              <a:rPr lang="en-US" sz="6000" dirty="0"/>
              <a:t>Base LLMs will simply </a:t>
            </a:r>
          </a:p>
          <a:p>
            <a:r>
              <a:rPr lang="en-US" sz="6000" dirty="0"/>
              <a:t>predict the next token.</a:t>
            </a:r>
          </a:p>
        </p:txBody>
      </p:sp>
    </p:spTree>
    <p:extLst>
      <p:ext uri="{BB962C8B-B14F-4D97-AF65-F5344CB8AC3E}">
        <p14:creationId xmlns:p14="http://schemas.microsoft.com/office/powerpoint/2010/main" val="2856304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12D7F-4B61-E2BC-7144-09739D43EEB0}"/>
              </a:ext>
            </a:extLst>
          </p:cNvPr>
          <p:cNvSpPr>
            <a:spLocks noGrp="1"/>
          </p:cNvSpPr>
          <p:nvPr>
            <p:ph type="title"/>
          </p:nvPr>
        </p:nvSpPr>
        <p:spPr/>
        <p:txBody>
          <a:bodyPr/>
          <a:lstStyle/>
          <a:p>
            <a:r>
              <a:rPr lang="en-US" b="1" dirty="0"/>
              <a:t>What are prompts?</a:t>
            </a:r>
          </a:p>
        </p:txBody>
      </p:sp>
      <p:sp>
        <p:nvSpPr>
          <p:cNvPr id="3" name="Content Placeholder 2">
            <a:extLst>
              <a:ext uri="{FF2B5EF4-FFF2-40B4-BE49-F238E27FC236}">
                <a16:creationId xmlns:a16="http://schemas.microsoft.com/office/drawing/2014/main" id="{530B4C2D-C403-18EC-92C3-5122FFCE0D3C}"/>
              </a:ext>
            </a:extLst>
          </p:cNvPr>
          <p:cNvSpPr>
            <a:spLocks noGrp="1"/>
          </p:cNvSpPr>
          <p:nvPr>
            <p:ph idx="1"/>
          </p:nvPr>
        </p:nvSpPr>
        <p:spPr/>
        <p:txBody>
          <a:bodyPr>
            <a:normAutofit/>
          </a:bodyPr>
          <a:lstStyle/>
          <a:p>
            <a:pPr marL="0" indent="0">
              <a:buNone/>
            </a:pPr>
            <a:r>
              <a:rPr lang="en-US" sz="4400" dirty="0"/>
              <a:t>Text input to LLM that instructs it on what to do. </a:t>
            </a:r>
          </a:p>
          <a:p>
            <a:pPr marL="0" indent="0">
              <a:buNone/>
            </a:pPr>
            <a:endParaRPr lang="en-US" sz="4400" dirty="0"/>
          </a:p>
          <a:p>
            <a:pPr marL="0" indent="0">
              <a:buNone/>
            </a:pPr>
            <a:r>
              <a:rPr lang="en-US" sz="4400" dirty="0"/>
              <a:t>It sets model parameters that influence response.</a:t>
            </a:r>
          </a:p>
        </p:txBody>
      </p:sp>
    </p:spTree>
    <p:extLst>
      <p:ext uri="{BB962C8B-B14F-4D97-AF65-F5344CB8AC3E}">
        <p14:creationId xmlns:p14="http://schemas.microsoft.com/office/powerpoint/2010/main" val="2413722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492991-75C1-120A-9ED5-90669290430C}"/>
              </a:ext>
            </a:extLst>
          </p:cNvPr>
          <p:cNvSpPr>
            <a:spLocks noGrp="1"/>
          </p:cNvSpPr>
          <p:nvPr>
            <p:ph type="title"/>
          </p:nvPr>
        </p:nvSpPr>
        <p:spPr/>
        <p:txBody>
          <a:bodyPr/>
          <a:lstStyle/>
          <a:p>
            <a:r>
              <a:rPr lang="en-US" dirty="0" err="1"/>
              <a:t>OpenAI</a:t>
            </a:r>
            <a:r>
              <a:rPr lang="en-US" dirty="0"/>
              <a:t> GPT models</a:t>
            </a:r>
          </a:p>
        </p:txBody>
      </p:sp>
      <p:graphicFrame>
        <p:nvGraphicFramePr>
          <p:cNvPr id="5" name="Content Placeholder 2">
            <a:extLst>
              <a:ext uri="{FF2B5EF4-FFF2-40B4-BE49-F238E27FC236}">
                <a16:creationId xmlns:a16="http://schemas.microsoft.com/office/drawing/2014/main" id="{4189723F-F8D2-3133-D49C-FD4A68BCC33A}"/>
              </a:ext>
            </a:extLst>
          </p:cNvPr>
          <p:cNvGraphicFramePr>
            <a:graphicFrameLocks/>
          </p:cNvGraphicFramePr>
          <p:nvPr>
            <p:extLst>
              <p:ext uri="{D42A27DB-BD31-4B8C-83A1-F6EECF244321}">
                <p14:modId xmlns:p14="http://schemas.microsoft.com/office/powerpoint/2010/main" val="1162912830"/>
              </p:ext>
            </p:extLst>
          </p:nvPr>
        </p:nvGraphicFramePr>
        <p:xfrm>
          <a:off x="685800" y="2137228"/>
          <a:ext cx="10820400" cy="3733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19177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A07CA7-7F9A-1869-67E5-1B870D1C728E}"/>
              </a:ext>
            </a:extLst>
          </p:cNvPr>
          <p:cNvSpPr>
            <a:spLocks noGrp="1"/>
          </p:cNvSpPr>
          <p:nvPr>
            <p:ph type="title"/>
          </p:nvPr>
        </p:nvSpPr>
        <p:spPr/>
        <p:txBody>
          <a:bodyPr/>
          <a:lstStyle/>
          <a:p>
            <a:r>
              <a:rPr lang="en-US" dirty="0"/>
              <a:t>Prompt Engineering</a:t>
            </a:r>
          </a:p>
        </p:txBody>
      </p:sp>
      <p:sp>
        <p:nvSpPr>
          <p:cNvPr id="5" name="Text Placeholder 4">
            <a:extLst>
              <a:ext uri="{FF2B5EF4-FFF2-40B4-BE49-F238E27FC236}">
                <a16:creationId xmlns:a16="http://schemas.microsoft.com/office/drawing/2014/main" id="{71F50A01-4ACF-0C8B-E73F-0DF52ED8095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22668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65DDC-A7B2-3317-88EE-4F17F3F83BB1}"/>
              </a:ext>
            </a:extLst>
          </p:cNvPr>
          <p:cNvSpPr>
            <a:spLocks noGrp="1"/>
          </p:cNvSpPr>
          <p:nvPr>
            <p:ph type="title"/>
          </p:nvPr>
        </p:nvSpPr>
        <p:spPr/>
        <p:txBody>
          <a:bodyPr/>
          <a:lstStyle/>
          <a:p>
            <a:r>
              <a:rPr lang="en-US" dirty="0"/>
              <a:t>What is Prompt Engineering</a:t>
            </a:r>
          </a:p>
        </p:txBody>
      </p:sp>
      <p:sp>
        <p:nvSpPr>
          <p:cNvPr id="3" name="Content Placeholder 2">
            <a:extLst>
              <a:ext uri="{FF2B5EF4-FFF2-40B4-BE49-F238E27FC236}">
                <a16:creationId xmlns:a16="http://schemas.microsoft.com/office/drawing/2014/main" id="{60A1D76C-F48E-BD70-43BB-A9682FE90616}"/>
              </a:ext>
            </a:extLst>
          </p:cNvPr>
          <p:cNvSpPr>
            <a:spLocks noGrp="1"/>
          </p:cNvSpPr>
          <p:nvPr>
            <p:ph idx="1"/>
          </p:nvPr>
        </p:nvSpPr>
        <p:spPr/>
        <p:txBody>
          <a:bodyPr/>
          <a:lstStyle/>
          <a:p>
            <a:r>
              <a:rPr lang="en-US" dirty="0"/>
              <a:t>Prompt Engineering is the process of designing and optimizing prompts to deliver consistent and quality completions for a given application objective and model. </a:t>
            </a:r>
          </a:p>
          <a:p>
            <a:r>
              <a:rPr lang="en-US" dirty="0"/>
              <a:t>This as a 2-step process:</a:t>
            </a:r>
          </a:p>
          <a:p>
            <a:pPr lvl="1"/>
            <a:r>
              <a:rPr lang="en-US" dirty="0"/>
              <a:t>design initial prompt for a given model and objective</a:t>
            </a:r>
          </a:p>
          <a:p>
            <a:pPr lvl="1"/>
            <a:r>
              <a:rPr lang="en-US" dirty="0"/>
              <a:t>iteratively refine the prompt to improve the quality of the response</a:t>
            </a:r>
          </a:p>
        </p:txBody>
      </p:sp>
    </p:spTree>
    <p:extLst>
      <p:ext uri="{BB962C8B-B14F-4D97-AF65-F5344CB8AC3E}">
        <p14:creationId xmlns:p14="http://schemas.microsoft.com/office/powerpoint/2010/main" val="370908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7EF9E-E172-EAB1-A635-4BACBDDB262B}"/>
              </a:ext>
            </a:extLst>
          </p:cNvPr>
          <p:cNvSpPr>
            <a:spLocks noGrp="1"/>
          </p:cNvSpPr>
          <p:nvPr>
            <p:ph type="title"/>
          </p:nvPr>
        </p:nvSpPr>
        <p:spPr/>
        <p:txBody>
          <a:bodyPr/>
          <a:lstStyle/>
          <a:p>
            <a:r>
              <a:rPr lang="en-US" dirty="0"/>
              <a:t>Why is prompt engineering so important?</a:t>
            </a:r>
          </a:p>
        </p:txBody>
      </p:sp>
      <p:sp>
        <p:nvSpPr>
          <p:cNvPr id="3" name="Content Placeholder 2">
            <a:extLst>
              <a:ext uri="{FF2B5EF4-FFF2-40B4-BE49-F238E27FC236}">
                <a16:creationId xmlns:a16="http://schemas.microsoft.com/office/drawing/2014/main" id="{380C71DA-3F10-85DB-4CD7-EE218EB10F30}"/>
              </a:ext>
            </a:extLst>
          </p:cNvPr>
          <p:cNvSpPr>
            <a:spLocks noGrp="1"/>
          </p:cNvSpPr>
          <p:nvPr>
            <p:ph idx="1"/>
          </p:nvPr>
        </p:nvSpPr>
        <p:spPr/>
        <p:txBody>
          <a:bodyPr/>
          <a:lstStyle/>
          <a:p>
            <a:r>
              <a:rPr lang="en-US" dirty="0"/>
              <a:t>LLMs are </a:t>
            </a:r>
            <a:r>
              <a:rPr lang="en-US" b="1" dirty="0"/>
              <a:t>stochastic</a:t>
            </a:r>
            <a:r>
              <a:rPr lang="en-US" dirty="0"/>
              <a:t> in nature. This means that you can get different results every time you use it.</a:t>
            </a:r>
          </a:p>
          <a:p>
            <a:r>
              <a:rPr lang="en-US" dirty="0"/>
              <a:t>LLMs can </a:t>
            </a:r>
            <a:r>
              <a:rPr lang="en-US" b="1" dirty="0"/>
              <a:t>hallucinate</a:t>
            </a:r>
            <a:r>
              <a:rPr lang="en-US" dirty="0"/>
              <a:t>. They may produce output that does not make any sense, and which is not grounded in fact.</a:t>
            </a:r>
          </a:p>
          <a:p>
            <a:r>
              <a:rPr lang="en-US" dirty="0"/>
              <a:t>LLMs have diverse </a:t>
            </a:r>
            <a:r>
              <a:rPr lang="en-US" b="1" dirty="0"/>
              <a:t>capabilities</a:t>
            </a:r>
            <a:r>
              <a:rPr lang="en-US" dirty="0"/>
              <a:t>. There are different models from different providers, and different model generations trained on different data sets (examples: gpt-4, llama, </a:t>
            </a:r>
            <a:r>
              <a:rPr lang="en-US" dirty="0" err="1"/>
              <a:t>claude</a:t>
            </a:r>
            <a:r>
              <a:rPr lang="en-US" dirty="0"/>
              <a:t> …).</a:t>
            </a:r>
          </a:p>
        </p:txBody>
      </p:sp>
    </p:spTree>
    <p:extLst>
      <p:ext uri="{BB962C8B-B14F-4D97-AF65-F5344CB8AC3E}">
        <p14:creationId xmlns:p14="http://schemas.microsoft.com/office/powerpoint/2010/main" val="1845952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B7132B9-6937-DA73-C2AE-74B05DBA5443}"/>
              </a:ext>
            </a:extLst>
          </p:cNvPr>
          <p:cNvSpPr>
            <a:spLocks noGrp="1"/>
          </p:cNvSpPr>
          <p:nvPr>
            <p:ph type="title"/>
          </p:nvPr>
        </p:nvSpPr>
        <p:spPr/>
        <p:txBody>
          <a:bodyPr/>
          <a:lstStyle/>
          <a:p>
            <a:r>
              <a:rPr lang="en-US" dirty="0"/>
              <a:t>It does not always get it right</a:t>
            </a:r>
          </a:p>
        </p:txBody>
      </p:sp>
      <p:sp>
        <p:nvSpPr>
          <p:cNvPr id="6" name="TextBox 5">
            <a:extLst>
              <a:ext uri="{FF2B5EF4-FFF2-40B4-BE49-F238E27FC236}">
                <a16:creationId xmlns:a16="http://schemas.microsoft.com/office/drawing/2014/main" id="{68AF9514-FC7A-57B5-CFD7-F6F7DC4E1B12}"/>
              </a:ext>
            </a:extLst>
          </p:cNvPr>
          <p:cNvSpPr txBox="1"/>
          <p:nvPr/>
        </p:nvSpPr>
        <p:spPr>
          <a:xfrm>
            <a:off x="722780" y="1481462"/>
            <a:ext cx="3997138" cy="2308324"/>
          </a:xfrm>
          <a:prstGeom prst="rect">
            <a:avLst/>
          </a:prstGeom>
          <a:noFill/>
          <a:ln>
            <a:solidFill>
              <a:schemeClr val="tx1"/>
            </a:solidFill>
          </a:ln>
        </p:spPr>
        <p:txBody>
          <a:bodyPr wrap="square">
            <a:spAutoFit/>
          </a:bodyPr>
          <a:lstStyle/>
          <a:p>
            <a:r>
              <a:rPr lang="en-US" dirty="0" err="1"/>
              <a:t>OrderDate,DaysToDeliver,DeliveryDate</a:t>
            </a:r>
            <a:endParaRPr lang="en-US" dirty="0"/>
          </a:p>
          <a:p>
            <a:r>
              <a:rPr lang="en-US" dirty="0"/>
              <a:t>2025/02/27,6,</a:t>
            </a:r>
          </a:p>
          <a:p>
            <a:r>
              <a:rPr lang="en-US" dirty="0"/>
              <a:t>2025/03/30,4,</a:t>
            </a:r>
          </a:p>
          <a:p>
            <a:r>
              <a:rPr lang="en-US" dirty="0"/>
              <a:t>2025/07/14,3,</a:t>
            </a:r>
          </a:p>
          <a:p>
            <a:r>
              <a:rPr lang="en-US" dirty="0"/>
              <a:t>2025/08/11,7,</a:t>
            </a:r>
          </a:p>
          <a:p>
            <a:r>
              <a:rPr lang="en-US" dirty="0"/>
              <a:t>2025/08/19,2,</a:t>
            </a:r>
          </a:p>
          <a:p>
            <a:r>
              <a:rPr lang="en-US" dirty="0"/>
              <a:t>2025/09/29,10,</a:t>
            </a:r>
          </a:p>
          <a:p>
            <a:r>
              <a:rPr lang="en-US" dirty="0"/>
              <a:t>2025/10/10,6,</a:t>
            </a:r>
          </a:p>
        </p:txBody>
      </p:sp>
      <p:sp>
        <p:nvSpPr>
          <p:cNvPr id="8" name="TextBox 7">
            <a:extLst>
              <a:ext uri="{FF2B5EF4-FFF2-40B4-BE49-F238E27FC236}">
                <a16:creationId xmlns:a16="http://schemas.microsoft.com/office/drawing/2014/main" id="{1CDDE26B-143E-986C-4442-A2EAB5CAC528}"/>
              </a:ext>
            </a:extLst>
          </p:cNvPr>
          <p:cNvSpPr txBox="1"/>
          <p:nvPr/>
        </p:nvSpPr>
        <p:spPr>
          <a:xfrm>
            <a:off x="722780" y="3918049"/>
            <a:ext cx="6098240" cy="2862322"/>
          </a:xfrm>
          <a:prstGeom prst="rect">
            <a:avLst/>
          </a:prstGeom>
          <a:noFill/>
        </p:spPr>
        <p:txBody>
          <a:bodyPr wrap="square">
            <a:spAutoFit/>
          </a:bodyPr>
          <a:lstStyle/>
          <a:p>
            <a:r>
              <a:rPr lang="en-CA" dirty="0"/>
              <a:t>Given the following csv data, fill out the last column: ----</a:t>
            </a:r>
            <a:r>
              <a:rPr lang="en-US" dirty="0" err="1"/>
              <a:t>OrderDate,DaysToDeliver,DeliveryDate</a:t>
            </a:r>
            <a:endParaRPr lang="en-US" dirty="0"/>
          </a:p>
          <a:p>
            <a:r>
              <a:rPr lang="en-US" dirty="0"/>
              <a:t>2025/02/27,6,</a:t>
            </a:r>
          </a:p>
          <a:p>
            <a:r>
              <a:rPr lang="en-US" dirty="0"/>
              <a:t>2025/03/30,4,</a:t>
            </a:r>
          </a:p>
          <a:p>
            <a:r>
              <a:rPr lang="en-US" dirty="0"/>
              <a:t>2025/07/14,3,</a:t>
            </a:r>
          </a:p>
          <a:p>
            <a:r>
              <a:rPr lang="en-US" dirty="0"/>
              <a:t>2025/08/11,7,</a:t>
            </a:r>
          </a:p>
          <a:p>
            <a:r>
              <a:rPr lang="en-US" dirty="0"/>
              <a:t>2025/08/19,2,</a:t>
            </a:r>
          </a:p>
          <a:p>
            <a:r>
              <a:rPr lang="en-US" dirty="0"/>
              <a:t>2025/09/29,10,</a:t>
            </a:r>
          </a:p>
          <a:p>
            <a:r>
              <a:rPr lang="en-US" dirty="0"/>
              <a:t>2025/10/10,6,</a:t>
            </a:r>
          </a:p>
          <a:p>
            <a:r>
              <a:rPr lang="en-CA" dirty="0"/>
              <a:t> ----</a:t>
            </a:r>
            <a:endParaRPr lang="en-US" dirty="0"/>
          </a:p>
        </p:txBody>
      </p:sp>
      <p:sp>
        <p:nvSpPr>
          <p:cNvPr id="9" name="Left Arrow 8">
            <a:extLst>
              <a:ext uri="{FF2B5EF4-FFF2-40B4-BE49-F238E27FC236}">
                <a16:creationId xmlns:a16="http://schemas.microsoft.com/office/drawing/2014/main" id="{9CD42841-C432-E342-9911-C21F52A2F76D}"/>
              </a:ext>
            </a:extLst>
          </p:cNvPr>
          <p:cNvSpPr/>
          <p:nvPr/>
        </p:nvSpPr>
        <p:spPr>
          <a:xfrm>
            <a:off x="4719918" y="4649963"/>
            <a:ext cx="3576918" cy="139849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Tree>
    <p:extLst>
      <p:ext uri="{BB962C8B-B14F-4D97-AF65-F5344CB8AC3E}">
        <p14:creationId xmlns:p14="http://schemas.microsoft.com/office/powerpoint/2010/main" val="2436733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3E25CA-FA9C-4CE0-2637-F4C3B7587FC2}"/>
              </a:ext>
            </a:extLst>
          </p:cNvPr>
          <p:cNvSpPr>
            <a:spLocks noGrp="1"/>
          </p:cNvSpPr>
          <p:nvPr>
            <p:ph type="title"/>
          </p:nvPr>
        </p:nvSpPr>
        <p:spPr/>
        <p:txBody>
          <a:bodyPr/>
          <a:lstStyle/>
          <a:p>
            <a:r>
              <a:rPr lang="en-US" dirty="0"/>
              <a:t>Considerations</a:t>
            </a:r>
          </a:p>
        </p:txBody>
      </p:sp>
      <p:sp>
        <p:nvSpPr>
          <p:cNvPr id="4" name="Content Placeholder 3">
            <a:extLst>
              <a:ext uri="{FF2B5EF4-FFF2-40B4-BE49-F238E27FC236}">
                <a16:creationId xmlns:a16="http://schemas.microsoft.com/office/drawing/2014/main" id="{AB7588BA-FB2C-BDE1-16CF-6AADCD3EE227}"/>
              </a:ext>
            </a:extLst>
          </p:cNvPr>
          <p:cNvSpPr>
            <a:spLocks noGrp="1"/>
          </p:cNvSpPr>
          <p:nvPr>
            <p:ph idx="1"/>
          </p:nvPr>
        </p:nvSpPr>
        <p:spPr/>
        <p:txBody>
          <a:bodyPr/>
          <a:lstStyle/>
          <a:p>
            <a:r>
              <a:rPr lang="en-US" dirty="0"/>
              <a:t>Business Days</a:t>
            </a:r>
          </a:p>
          <a:p>
            <a:r>
              <a:rPr lang="en-US" dirty="0"/>
              <a:t>Leap Year</a:t>
            </a:r>
          </a:p>
          <a:p>
            <a:r>
              <a:rPr lang="en-US" dirty="0"/>
              <a:t>Public Holidays</a:t>
            </a:r>
          </a:p>
          <a:p>
            <a:r>
              <a:rPr lang="en-US" dirty="0"/>
              <a:t>Length of months</a:t>
            </a:r>
          </a:p>
          <a:p>
            <a:r>
              <a:rPr lang="en-US" dirty="0"/>
              <a:t>Etc.</a:t>
            </a:r>
          </a:p>
        </p:txBody>
      </p:sp>
    </p:spTree>
    <p:extLst>
      <p:ext uri="{BB962C8B-B14F-4D97-AF65-F5344CB8AC3E}">
        <p14:creationId xmlns:p14="http://schemas.microsoft.com/office/powerpoint/2010/main" val="33636717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EF68C-1696-1821-4478-D4554B9D8D76}"/>
              </a:ext>
            </a:extLst>
          </p:cNvPr>
          <p:cNvSpPr>
            <a:spLocks noGrp="1"/>
          </p:cNvSpPr>
          <p:nvPr>
            <p:ph type="title"/>
          </p:nvPr>
        </p:nvSpPr>
        <p:spPr/>
        <p:txBody>
          <a:bodyPr/>
          <a:lstStyle/>
          <a:p>
            <a:r>
              <a:rPr lang="en-US" dirty="0"/>
              <a:t>Improving results</a:t>
            </a:r>
          </a:p>
        </p:txBody>
      </p:sp>
      <p:pic>
        <p:nvPicPr>
          <p:cNvPr id="1026" name="Picture 2">
            <a:extLst>
              <a:ext uri="{FF2B5EF4-FFF2-40B4-BE49-F238E27FC236}">
                <a16:creationId xmlns:a16="http://schemas.microsoft.com/office/drawing/2014/main" id="{EC05CC4C-AB1A-457D-CDBA-32359DEB59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6994" y="1965008"/>
            <a:ext cx="8038011" cy="4097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689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Arrow Connector 22">
            <a:extLst>
              <a:ext uri="{FF2B5EF4-FFF2-40B4-BE49-F238E27FC236}">
                <a16:creationId xmlns:a16="http://schemas.microsoft.com/office/drawing/2014/main" id="{70B07ECC-5DD6-D8D1-CF5B-73C0D72129E4}"/>
              </a:ext>
            </a:extLst>
          </p:cNvPr>
          <p:cNvCxnSpPr>
            <a:cxnSpLocks/>
            <a:stCxn id="5" idx="6"/>
          </p:cNvCxnSpPr>
          <p:nvPr/>
        </p:nvCxnSpPr>
        <p:spPr>
          <a:xfrm>
            <a:off x="6020972" y="4029807"/>
            <a:ext cx="3362179" cy="0"/>
          </a:xfrm>
          <a:prstGeom prst="straightConnector1">
            <a:avLst/>
          </a:prstGeom>
          <a:ln w="5715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9" name="Oval 8">
            <a:extLst>
              <a:ext uri="{FF2B5EF4-FFF2-40B4-BE49-F238E27FC236}">
                <a16:creationId xmlns:a16="http://schemas.microsoft.com/office/drawing/2014/main" id="{9DACAAF8-EDB6-6701-3FE8-9DD21D2DED3F}"/>
              </a:ext>
            </a:extLst>
          </p:cNvPr>
          <p:cNvSpPr/>
          <p:nvPr/>
        </p:nvSpPr>
        <p:spPr>
          <a:xfrm>
            <a:off x="6450036" y="2909667"/>
            <a:ext cx="2293035" cy="22402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Embedding</a:t>
            </a:r>
          </a:p>
          <a:p>
            <a:pPr algn="ctr"/>
            <a:endParaRPr lang="en-US" dirty="0"/>
          </a:p>
          <a:p>
            <a:pPr algn="ctr"/>
            <a:r>
              <a:rPr lang="en-US" dirty="0"/>
              <a:t>[1.76,3.29,…]</a:t>
            </a:r>
          </a:p>
        </p:txBody>
      </p:sp>
      <p:sp>
        <p:nvSpPr>
          <p:cNvPr id="2" name="Title 1">
            <a:extLst>
              <a:ext uri="{FF2B5EF4-FFF2-40B4-BE49-F238E27FC236}">
                <a16:creationId xmlns:a16="http://schemas.microsoft.com/office/drawing/2014/main" id="{5EBC66F2-9315-265C-0AA2-0ACC328D9A11}"/>
              </a:ext>
            </a:extLst>
          </p:cNvPr>
          <p:cNvSpPr>
            <a:spLocks noGrp="1"/>
          </p:cNvSpPr>
          <p:nvPr>
            <p:ph type="title"/>
          </p:nvPr>
        </p:nvSpPr>
        <p:spPr/>
        <p:txBody>
          <a:bodyPr/>
          <a:lstStyle/>
          <a:p>
            <a:r>
              <a:rPr lang="en-US" dirty="0"/>
              <a:t>Understanding Embeddings</a:t>
            </a:r>
          </a:p>
        </p:txBody>
      </p:sp>
      <p:sp>
        <p:nvSpPr>
          <p:cNvPr id="3" name="Rounded Rectangle 2">
            <a:extLst>
              <a:ext uri="{FF2B5EF4-FFF2-40B4-BE49-F238E27FC236}">
                <a16:creationId xmlns:a16="http://schemas.microsoft.com/office/drawing/2014/main" id="{7A194222-2548-A891-35E4-356C33228F34}"/>
              </a:ext>
            </a:extLst>
          </p:cNvPr>
          <p:cNvSpPr/>
          <p:nvPr/>
        </p:nvSpPr>
        <p:spPr>
          <a:xfrm>
            <a:off x="1209822" y="2475914"/>
            <a:ext cx="1448972" cy="13786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Some</a:t>
            </a:r>
          </a:p>
          <a:p>
            <a:pPr algn="ctr"/>
            <a:r>
              <a:rPr lang="en-US" dirty="0"/>
              <a:t>Data</a:t>
            </a:r>
          </a:p>
        </p:txBody>
      </p:sp>
      <p:sp>
        <p:nvSpPr>
          <p:cNvPr id="4" name="Rounded Rectangle 3">
            <a:extLst>
              <a:ext uri="{FF2B5EF4-FFF2-40B4-BE49-F238E27FC236}">
                <a16:creationId xmlns:a16="http://schemas.microsoft.com/office/drawing/2014/main" id="{6D7B372E-5AAF-9804-9299-A330E9437215}"/>
              </a:ext>
            </a:extLst>
          </p:cNvPr>
          <p:cNvSpPr/>
          <p:nvPr/>
        </p:nvSpPr>
        <p:spPr>
          <a:xfrm>
            <a:off x="1209822" y="4485249"/>
            <a:ext cx="1448972" cy="13786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User</a:t>
            </a:r>
          </a:p>
          <a:p>
            <a:pPr algn="ctr"/>
            <a:r>
              <a:rPr lang="en-US" dirty="0"/>
              <a:t>Query</a:t>
            </a:r>
          </a:p>
        </p:txBody>
      </p:sp>
      <p:sp>
        <p:nvSpPr>
          <p:cNvPr id="5" name="Oval 4">
            <a:extLst>
              <a:ext uri="{FF2B5EF4-FFF2-40B4-BE49-F238E27FC236}">
                <a16:creationId xmlns:a16="http://schemas.microsoft.com/office/drawing/2014/main" id="{FCA6CA00-3E8F-5785-C0DE-12F6B767DD75}"/>
              </a:ext>
            </a:extLst>
          </p:cNvPr>
          <p:cNvSpPr/>
          <p:nvPr/>
        </p:nvSpPr>
        <p:spPr>
          <a:xfrm>
            <a:off x="3727937" y="2909667"/>
            <a:ext cx="2293035" cy="22402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Embeddings</a:t>
            </a:r>
          </a:p>
          <a:p>
            <a:pPr algn="ctr"/>
            <a:r>
              <a:rPr lang="en-US" dirty="0"/>
              <a:t>Model</a:t>
            </a:r>
          </a:p>
        </p:txBody>
      </p:sp>
      <p:sp>
        <p:nvSpPr>
          <p:cNvPr id="8" name="Rounded Rectangle 7">
            <a:extLst>
              <a:ext uri="{FF2B5EF4-FFF2-40B4-BE49-F238E27FC236}">
                <a16:creationId xmlns:a16="http://schemas.microsoft.com/office/drawing/2014/main" id="{32B90F6C-B19D-A711-7F8A-0DC9B2DEE77A}"/>
              </a:ext>
            </a:extLst>
          </p:cNvPr>
          <p:cNvSpPr/>
          <p:nvPr/>
        </p:nvSpPr>
        <p:spPr>
          <a:xfrm>
            <a:off x="9383151" y="1420837"/>
            <a:ext cx="2392680" cy="507203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Vector Store / Database</a:t>
            </a:r>
          </a:p>
        </p:txBody>
      </p:sp>
      <p:sp>
        <p:nvSpPr>
          <p:cNvPr id="10" name="Oval 9">
            <a:extLst>
              <a:ext uri="{FF2B5EF4-FFF2-40B4-BE49-F238E27FC236}">
                <a16:creationId xmlns:a16="http://schemas.microsoft.com/office/drawing/2014/main" id="{980F2413-DA1F-C091-A4B0-1BDC1D761CF9}"/>
              </a:ext>
            </a:extLst>
          </p:cNvPr>
          <p:cNvSpPr/>
          <p:nvPr/>
        </p:nvSpPr>
        <p:spPr>
          <a:xfrm>
            <a:off x="9544929" y="1690688"/>
            <a:ext cx="555674" cy="520504"/>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F04782C-6E6C-EDB5-2C98-10E0670F7155}"/>
              </a:ext>
            </a:extLst>
          </p:cNvPr>
          <p:cNvSpPr/>
          <p:nvPr/>
        </p:nvSpPr>
        <p:spPr>
          <a:xfrm>
            <a:off x="9893690" y="2211192"/>
            <a:ext cx="555674" cy="520504"/>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C26C607-F17B-AEC4-EE89-BCC61BDD809C}"/>
              </a:ext>
            </a:extLst>
          </p:cNvPr>
          <p:cNvSpPr/>
          <p:nvPr/>
        </p:nvSpPr>
        <p:spPr>
          <a:xfrm>
            <a:off x="10185009" y="1562797"/>
            <a:ext cx="555674" cy="520504"/>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BF305CC-488B-843A-D6E8-4AFAB3194CF0}"/>
              </a:ext>
            </a:extLst>
          </p:cNvPr>
          <p:cNvSpPr/>
          <p:nvPr/>
        </p:nvSpPr>
        <p:spPr>
          <a:xfrm>
            <a:off x="11037863" y="1592323"/>
            <a:ext cx="555674" cy="520504"/>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CBDD373-151C-4185-0F18-506466665D17}"/>
              </a:ext>
            </a:extLst>
          </p:cNvPr>
          <p:cNvSpPr/>
          <p:nvPr/>
        </p:nvSpPr>
        <p:spPr>
          <a:xfrm>
            <a:off x="10189111" y="2795111"/>
            <a:ext cx="555674" cy="520504"/>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35BFF76-5323-8C55-564E-896B4216AF39}"/>
              </a:ext>
            </a:extLst>
          </p:cNvPr>
          <p:cNvSpPr/>
          <p:nvPr/>
        </p:nvSpPr>
        <p:spPr>
          <a:xfrm>
            <a:off x="10648071" y="2176242"/>
            <a:ext cx="555674" cy="520504"/>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FA659CB-5620-28A2-4D39-0946A754EB32}"/>
              </a:ext>
            </a:extLst>
          </p:cNvPr>
          <p:cNvSpPr/>
          <p:nvPr/>
        </p:nvSpPr>
        <p:spPr>
          <a:xfrm>
            <a:off x="9508294" y="2756217"/>
            <a:ext cx="555674" cy="520504"/>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FBA38BF2-6BDA-B75B-359C-C5ACBE6B4E77}"/>
              </a:ext>
            </a:extLst>
          </p:cNvPr>
          <p:cNvSpPr/>
          <p:nvPr/>
        </p:nvSpPr>
        <p:spPr>
          <a:xfrm>
            <a:off x="9544929" y="4485249"/>
            <a:ext cx="555674" cy="520504"/>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FC070E6-316F-4432-A6CE-D1BAF50FADF0}"/>
              </a:ext>
            </a:extLst>
          </p:cNvPr>
          <p:cNvSpPr/>
          <p:nvPr/>
        </p:nvSpPr>
        <p:spPr>
          <a:xfrm>
            <a:off x="9480159" y="5693777"/>
            <a:ext cx="555674" cy="520504"/>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5CE68B15-D69E-1F1A-CB54-92424BA235AA}"/>
              </a:ext>
            </a:extLst>
          </p:cNvPr>
          <p:cNvSpPr/>
          <p:nvPr/>
        </p:nvSpPr>
        <p:spPr>
          <a:xfrm>
            <a:off x="10023817" y="5173273"/>
            <a:ext cx="555674" cy="520504"/>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CA34B7B4-AEEC-AF7B-4D24-B18A8D5CAFA6}"/>
              </a:ext>
            </a:extLst>
          </p:cNvPr>
          <p:cNvSpPr/>
          <p:nvPr/>
        </p:nvSpPr>
        <p:spPr>
          <a:xfrm>
            <a:off x="10767646" y="5149947"/>
            <a:ext cx="555674" cy="520504"/>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1CA877AD-22C8-E0BF-367E-4CA36D1DD41A}"/>
              </a:ext>
            </a:extLst>
          </p:cNvPr>
          <p:cNvSpPr/>
          <p:nvPr/>
        </p:nvSpPr>
        <p:spPr>
          <a:xfrm>
            <a:off x="9411579" y="5101662"/>
            <a:ext cx="555674" cy="520504"/>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1DA430C1-A5DD-0B84-81D0-3EED52C1C35C}"/>
              </a:ext>
            </a:extLst>
          </p:cNvPr>
          <p:cNvCxnSpPr>
            <a:cxnSpLocks/>
          </p:cNvCxnSpPr>
          <p:nvPr/>
        </p:nvCxnSpPr>
        <p:spPr>
          <a:xfrm flipV="1">
            <a:off x="2658793" y="4164037"/>
            <a:ext cx="1069144" cy="1009236"/>
          </a:xfrm>
          <a:prstGeom prst="straightConnector1">
            <a:avLst/>
          </a:prstGeom>
          <a:ln w="5715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BF84F194-7FDD-20A3-8EB0-28560077D747}"/>
              </a:ext>
            </a:extLst>
          </p:cNvPr>
          <p:cNvCxnSpPr>
            <a:cxnSpLocks/>
            <a:stCxn id="3" idx="3"/>
            <a:endCxn id="5" idx="2"/>
          </p:cNvCxnSpPr>
          <p:nvPr/>
        </p:nvCxnSpPr>
        <p:spPr>
          <a:xfrm>
            <a:off x="2658794" y="3165231"/>
            <a:ext cx="1069143" cy="864576"/>
          </a:xfrm>
          <a:prstGeom prst="straightConnector1">
            <a:avLst/>
          </a:prstGeom>
          <a:ln w="5715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76D71318-C45D-FBE1-73FC-35162D2A12A1}"/>
              </a:ext>
            </a:extLst>
          </p:cNvPr>
          <p:cNvSpPr txBox="1"/>
          <p:nvPr/>
        </p:nvSpPr>
        <p:spPr>
          <a:xfrm>
            <a:off x="3317044" y="2112827"/>
            <a:ext cx="5250179" cy="523220"/>
          </a:xfrm>
          <a:prstGeom prst="rect">
            <a:avLst/>
          </a:prstGeom>
          <a:noFill/>
        </p:spPr>
        <p:txBody>
          <a:bodyPr wrap="square" rtlCol="0">
            <a:spAutoFit/>
          </a:bodyPr>
          <a:lstStyle/>
          <a:p>
            <a:r>
              <a:rPr lang="en-US" sz="2800" dirty="0"/>
              <a:t>How does a LLM find things?</a:t>
            </a:r>
          </a:p>
        </p:txBody>
      </p:sp>
    </p:spTree>
    <p:extLst>
      <p:ext uri="{BB962C8B-B14F-4D97-AF65-F5344CB8AC3E}">
        <p14:creationId xmlns:p14="http://schemas.microsoft.com/office/powerpoint/2010/main" val="2163101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44A856-9927-A203-B1AF-D6569F10633C}"/>
              </a:ext>
            </a:extLst>
          </p:cNvPr>
          <p:cNvPicPr>
            <a:picLocks noChangeAspect="1"/>
          </p:cNvPicPr>
          <p:nvPr/>
        </p:nvPicPr>
        <p:blipFill>
          <a:blip r:embed="rId2"/>
          <a:stretch>
            <a:fillRect/>
          </a:stretch>
        </p:blipFill>
        <p:spPr>
          <a:xfrm>
            <a:off x="4365306" y="3429000"/>
            <a:ext cx="7186613" cy="2084388"/>
          </a:xfrm>
          <a:prstGeom prst="rect">
            <a:avLst/>
          </a:prstGeom>
          <a:ln>
            <a:solidFill>
              <a:schemeClr val="tx1"/>
            </a:solidFill>
          </a:ln>
        </p:spPr>
      </p:pic>
      <p:pic>
        <p:nvPicPr>
          <p:cNvPr id="3" name="Picture 2">
            <a:extLst>
              <a:ext uri="{FF2B5EF4-FFF2-40B4-BE49-F238E27FC236}">
                <a16:creationId xmlns:a16="http://schemas.microsoft.com/office/drawing/2014/main" id="{953A14C6-AAB8-20D4-42E0-68C168671DCF}"/>
              </a:ext>
            </a:extLst>
          </p:cNvPr>
          <p:cNvPicPr>
            <a:picLocks noChangeAspect="1"/>
          </p:cNvPicPr>
          <p:nvPr/>
        </p:nvPicPr>
        <p:blipFill>
          <a:blip r:embed="rId3"/>
          <a:stretch>
            <a:fillRect/>
          </a:stretch>
        </p:blipFill>
        <p:spPr>
          <a:xfrm>
            <a:off x="4365306" y="935187"/>
            <a:ext cx="7186613" cy="2084388"/>
          </a:xfrm>
          <a:prstGeom prst="rect">
            <a:avLst/>
          </a:prstGeom>
          <a:ln>
            <a:solidFill>
              <a:schemeClr val="tx1"/>
            </a:solidFill>
          </a:ln>
        </p:spPr>
      </p:pic>
      <p:sp>
        <p:nvSpPr>
          <p:cNvPr id="2" name="Title 1">
            <a:extLst>
              <a:ext uri="{FF2B5EF4-FFF2-40B4-BE49-F238E27FC236}">
                <a16:creationId xmlns:a16="http://schemas.microsoft.com/office/drawing/2014/main" id="{C0139F5B-1FBB-6F60-259A-309A9DF19C98}"/>
              </a:ext>
            </a:extLst>
          </p:cNvPr>
          <p:cNvSpPr>
            <a:spLocks noGrp="1"/>
          </p:cNvSpPr>
          <p:nvPr>
            <p:ph type="title"/>
          </p:nvPr>
        </p:nvSpPr>
        <p:spPr>
          <a:xfrm>
            <a:off x="640080" y="2074363"/>
            <a:ext cx="2752354" cy="2709275"/>
          </a:xfrm>
          <a:prstGeom prst="ellipse">
            <a:avLst/>
          </a:prstGeom>
          <a:ln/>
        </p:spPr>
        <p:style>
          <a:lnRef idx="3">
            <a:schemeClr val="lt1"/>
          </a:lnRef>
          <a:fillRef idx="1">
            <a:schemeClr val="accent5"/>
          </a:fillRef>
          <a:effectRef idx="1">
            <a:schemeClr val="accent5"/>
          </a:effectRef>
          <a:fontRef idx="minor">
            <a:schemeClr val="lt1"/>
          </a:fontRef>
        </p:style>
        <p:txBody>
          <a:bodyPr vert="horz" lIns="91440" tIns="45720" rIns="91440" bIns="45720" rtlCol="0" anchor="ctr">
            <a:normAutofit/>
          </a:bodyPr>
          <a:lstStyle/>
          <a:p>
            <a:pPr algn="ctr"/>
            <a:r>
              <a:rPr lang="en-US" sz="2600">
                <a:solidFill>
                  <a:schemeClr val="bg1"/>
                </a:solidFill>
              </a:rPr>
              <a:t>Essential VS Code GitHub Extensions</a:t>
            </a:r>
          </a:p>
        </p:txBody>
      </p:sp>
    </p:spTree>
    <p:extLst>
      <p:ext uri="{BB962C8B-B14F-4D97-AF65-F5344CB8AC3E}">
        <p14:creationId xmlns:p14="http://schemas.microsoft.com/office/powerpoint/2010/main" val="37123021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1BEEE-5767-495E-519F-4127113DCCDF}"/>
              </a:ext>
            </a:extLst>
          </p:cNvPr>
          <p:cNvSpPr>
            <a:spLocks noGrp="1"/>
          </p:cNvSpPr>
          <p:nvPr>
            <p:ph type="title"/>
          </p:nvPr>
        </p:nvSpPr>
        <p:spPr/>
        <p:txBody>
          <a:bodyPr/>
          <a:lstStyle/>
          <a:p>
            <a:r>
              <a:rPr lang="en-US" dirty="0"/>
              <a:t>C# libraries</a:t>
            </a:r>
          </a:p>
        </p:txBody>
      </p:sp>
      <p:sp>
        <p:nvSpPr>
          <p:cNvPr id="3" name="Content Placeholder 2">
            <a:extLst>
              <a:ext uri="{FF2B5EF4-FFF2-40B4-BE49-F238E27FC236}">
                <a16:creationId xmlns:a16="http://schemas.microsoft.com/office/drawing/2014/main" id="{6E7E26B4-A2CB-A528-31AF-DFAA36E63FA5}"/>
              </a:ext>
            </a:extLst>
          </p:cNvPr>
          <p:cNvSpPr>
            <a:spLocks noGrp="1"/>
          </p:cNvSpPr>
          <p:nvPr>
            <p:ph idx="1"/>
          </p:nvPr>
        </p:nvSpPr>
        <p:spPr/>
        <p:txBody>
          <a:bodyPr/>
          <a:lstStyle/>
          <a:p>
            <a:r>
              <a:rPr lang="en-US" dirty="0"/>
              <a:t>Low level libraries</a:t>
            </a:r>
          </a:p>
          <a:p>
            <a:pPr lvl="1"/>
            <a:r>
              <a:rPr lang="en-US" dirty="0"/>
              <a:t>dotnet add package OpenAI</a:t>
            </a:r>
          </a:p>
          <a:p>
            <a:pPr lvl="1"/>
            <a:r>
              <a:rPr lang="en-US" dirty="0"/>
              <a:t>dotnet add package </a:t>
            </a:r>
            <a:r>
              <a:rPr lang="en-US" dirty="0" err="1"/>
              <a:t>Azure.AI.OpenAI</a:t>
            </a:r>
            <a:endParaRPr lang="en-US" dirty="0"/>
          </a:p>
          <a:p>
            <a:r>
              <a:rPr lang="en-US" dirty="0"/>
              <a:t>Higher level libraries</a:t>
            </a:r>
          </a:p>
          <a:p>
            <a:pPr lvl="1"/>
            <a:r>
              <a:rPr lang="en-US" dirty="0"/>
              <a:t>dotnet add package </a:t>
            </a:r>
            <a:r>
              <a:rPr lang="en-US" dirty="0" err="1"/>
              <a:t>Microsoft.SemanticKernel</a:t>
            </a:r>
            <a:endParaRPr lang="en-US" dirty="0"/>
          </a:p>
          <a:p>
            <a:pPr marL="457200" lvl="1" indent="0">
              <a:buNone/>
            </a:pPr>
            <a:r>
              <a:rPr lang="en-US" dirty="0"/>
              <a:t>(C#, Python, Java)</a:t>
            </a:r>
          </a:p>
          <a:p>
            <a:pPr lvl="1"/>
            <a:endParaRPr lang="en-US" dirty="0"/>
          </a:p>
        </p:txBody>
      </p:sp>
    </p:spTree>
    <p:extLst>
      <p:ext uri="{BB962C8B-B14F-4D97-AF65-F5344CB8AC3E}">
        <p14:creationId xmlns:p14="http://schemas.microsoft.com/office/powerpoint/2010/main" val="13058193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34855-F34E-CD2B-58A0-396277DD4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EB3DDF-0484-0ED4-7003-7D326CE43036}"/>
              </a:ext>
            </a:extLst>
          </p:cNvPr>
          <p:cNvSpPr>
            <a:spLocks noGrp="1"/>
          </p:cNvSpPr>
          <p:nvPr>
            <p:ph type="title"/>
          </p:nvPr>
        </p:nvSpPr>
        <p:spPr/>
        <p:txBody>
          <a:bodyPr/>
          <a:lstStyle/>
          <a:p>
            <a:r>
              <a:rPr lang="en-US" dirty="0"/>
              <a:t>What is Semantic Kernel?</a:t>
            </a:r>
          </a:p>
        </p:txBody>
      </p:sp>
      <p:sp>
        <p:nvSpPr>
          <p:cNvPr id="3" name="Content Placeholder 2">
            <a:extLst>
              <a:ext uri="{FF2B5EF4-FFF2-40B4-BE49-F238E27FC236}">
                <a16:creationId xmlns:a16="http://schemas.microsoft.com/office/drawing/2014/main" id="{1A6650AC-E41C-A94F-9E7F-4DF84D10AB31}"/>
              </a:ext>
            </a:extLst>
          </p:cNvPr>
          <p:cNvSpPr>
            <a:spLocks noGrp="1"/>
          </p:cNvSpPr>
          <p:nvPr>
            <p:ph idx="1"/>
          </p:nvPr>
        </p:nvSpPr>
        <p:spPr/>
        <p:txBody>
          <a:bodyPr/>
          <a:lstStyle/>
          <a:p>
            <a:pPr marL="0" indent="0">
              <a:buNone/>
            </a:pPr>
            <a:r>
              <a:rPr lang="en-US" dirty="0"/>
              <a:t>Semantic Kernel is an open-source SDK that lets you easily build agents that can call your existing code. As a highly extensible SDK, you can use Semantic Kernel with models from </a:t>
            </a:r>
            <a:r>
              <a:rPr lang="en-US" dirty="0" err="1"/>
              <a:t>OpenAI</a:t>
            </a:r>
            <a:r>
              <a:rPr lang="en-US" dirty="0"/>
              <a:t>, Azure </a:t>
            </a:r>
            <a:r>
              <a:rPr lang="en-US" dirty="0" err="1"/>
              <a:t>OpenAI</a:t>
            </a:r>
            <a:r>
              <a:rPr lang="en-US" dirty="0"/>
              <a:t>, Hugging Face, and more! </a:t>
            </a:r>
          </a:p>
        </p:txBody>
      </p:sp>
    </p:spTree>
    <p:extLst>
      <p:ext uri="{BB962C8B-B14F-4D97-AF65-F5344CB8AC3E}">
        <p14:creationId xmlns:p14="http://schemas.microsoft.com/office/powerpoint/2010/main" val="18356521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06999-6768-9EF4-83CC-BD033BDCE3F7}"/>
              </a:ext>
            </a:extLst>
          </p:cNvPr>
          <p:cNvSpPr>
            <a:spLocks noGrp="1"/>
          </p:cNvSpPr>
          <p:nvPr>
            <p:ph type="title"/>
          </p:nvPr>
        </p:nvSpPr>
        <p:spPr/>
        <p:txBody>
          <a:bodyPr/>
          <a:lstStyle/>
          <a:p>
            <a:r>
              <a:rPr lang="en-US" dirty="0"/>
              <a:t>More on Semantic Kernel ….</a:t>
            </a:r>
          </a:p>
        </p:txBody>
      </p:sp>
      <p:sp>
        <p:nvSpPr>
          <p:cNvPr id="3" name="Content Placeholder 2">
            <a:extLst>
              <a:ext uri="{FF2B5EF4-FFF2-40B4-BE49-F238E27FC236}">
                <a16:creationId xmlns:a16="http://schemas.microsoft.com/office/drawing/2014/main" id="{A25C441A-C242-3AFD-40F4-EB0ECE882E36}"/>
              </a:ext>
            </a:extLst>
          </p:cNvPr>
          <p:cNvSpPr>
            <a:spLocks noGrp="1"/>
          </p:cNvSpPr>
          <p:nvPr>
            <p:ph idx="1"/>
          </p:nvPr>
        </p:nvSpPr>
        <p:spPr/>
        <p:txBody>
          <a:bodyPr>
            <a:normAutofit/>
          </a:bodyPr>
          <a:lstStyle/>
          <a:p>
            <a:r>
              <a:rPr lang="en-US" dirty="0"/>
              <a:t>Works with C#, Python, Java</a:t>
            </a:r>
          </a:p>
          <a:p>
            <a:r>
              <a:rPr lang="en-US" dirty="0"/>
              <a:t>Plugins (using prompts and native functions)</a:t>
            </a:r>
          </a:p>
          <a:p>
            <a:r>
              <a:rPr lang="en-US" dirty="0"/>
              <a:t>Context variables</a:t>
            </a:r>
          </a:p>
          <a:p>
            <a:r>
              <a:rPr lang="en-US" dirty="0"/>
              <a:t>Connectors (using memory and models)</a:t>
            </a:r>
          </a:p>
          <a:p>
            <a:r>
              <a:rPr lang="en-US" dirty="0"/>
              <a:t>Planners (AI orchestrator)</a:t>
            </a:r>
          </a:p>
        </p:txBody>
      </p:sp>
      <p:pic>
        <p:nvPicPr>
          <p:cNvPr id="1026" name="Picture 2" descr="Semantic Kernel can orchestrate AI plugins from any provider">
            <a:extLst>
              <a:ext uri="{FF2B5EF4-FFF2-40B4-BE49-F238E27FC236}">
                <a16:creationId xmlns:a16="http://schemas.microsoft.com/office/drawing/2014/main" id="{ACFA3F3F-7E27-9001-2F01-544B5028DC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72872" y="1825625"/>
            <a:ext cx="2294032" cy="292855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A9F6F90-C44F-02B9-FEB8-C1D056631199}"/>
              </a:ext>
            </a:extLst>
          </p:cNvPr>
          <p:cNvSpPr txBox="1"/>
          <p:nvPr/>
        </p:nvSpPr>
        <p:spPr>
          <a:xfrm>
            <a:off x="2634343" y="6185098"/>
            <a:ext cx="7128635" cy="307777"/>
          </a:xfrm>
          <a:prstGeom prst="rect">
            <a:avLst/>
          </a:prstGeom>
          <a:noFill/>
        </p:spPr>
        <p:txBody>
          <a:bodyPr wrap="square">
            <a:spAutoFit/>
          </a:bodyPr>
          <a:lstStyle/>
          <a:p>
            <a:r>
              <a:rPr lang="en-US" sz="1400" dirty="0"/>
              <a:t>SOURCE: </a:t>
            </a:r>
            <a:r>
              <a:rPr lang="en-US" sz="1400" dirty="0">
                <a:hlinkClick r:id="rId3"/>
              </a:rPr>
              <a:t>https://learn.microsoft.com/en-us/semantic-kernel/overview/</a:t>
            </a:r>
            <a:r>
              <a:rPr lang="en-US" sz="1400" dirty="0"/>
              <a:t> </a:t>
            </a:r>
          </a:p>
        </p:txBody>
      </p:sp>
    </p:spTree>
    <p:extLst>
      <p:ext uri="{BB962C8B-B14F-4D97-AF65-F5344CB8AC3E}">
        <p14:creationId xmlns:p14="http://schemas.microsoft.com/office/powerpoint/2010/main" val="11934360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3E1EB-E2A7-C947-9591-A5E201B917BE}"/>
              </a:ext>
            </a:extLst>
          </p:cNvPr>
          <p:cNvSpPr>
            <a:spLocks noGrp="1"/>
          </p:cNvSpPr>
          <p:nvPr>
            <p:ph type="title"/>
          </p:nvPr>
        </p:nvSpPr>
        <p:spPr/>
        <p:txBody>
          <a:bodyPr/>
          <a:lstStyle/>
          <a:p>
            <a:r>
              <a:rPr lang="en-US" dirty="0"/>
              <a:t>Demo #1</a:t>
            </a:r>
          </a:p>
        </p:txBody>
      </p:sp>
      <p:sp>
        <p:nvSpPr>
          <p:cNvPr id="3" name="Text Placeholder 2">
            <a:extLst>
              <a:ext uri="{FF2B5EF4-FFF2-40B4-BE49-F238E27FC236}">
                <a16:creationId xmlns:a16="http://schemas.microsoft.com/office/drawing/2014/main" id="{C673F51B-0659-4BBF-5973-3D9720BE0621}"/>
              </a:ext>
            </a:extLst>
          </p:cNvPr>
          <p:cNvSpPr>
            <a:spLocks noGrp="1"/>
          </p:cNvSpPr>
          <p:nvPr>
            <p:ph type="body" idx="1"/>
          </p:nvPr>
        </p:nvSpPr>
        <p:spPr/>
        <p:txBody>
          <a:bodyPr/>
          <a:lstStyle/>
          <a:p>
            <a:r>
              <a:rPr lang="en-US" dirty="0"/>
              <a:t>Tokenization</a:t>
            </a:r>
          </a:p>
          <a:p>
            <a:endParaRPr lang="en-US" dirty="0"/>
          </a:p>
          <a:p>
            <a:r>
              <a:rPr lang="en-US" dirty="0">
                <a:hlinkClick r:id="rId3"/>
              </a:rPr>
              <a:t>https://platform.openai.com/tokenizer</a:t>
            </a:r>
            <a:endParaRPr lang="en-US" dirty="0"/>
          </a:p>
        </p:txBody>
      </p:sp>
    </p:spTree>
    <p:extLst>
      <p:ext uri="{BB962C8B-B14F-4D97-AF65-F5344CB8AC3E}">
        <p14:creationId xmlns:p14="http://schemas.microsoft.com/office/powerpoint/2010/main" val="11610489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3E1EB-E2A7-C947-9591-A5E201B917BE}"/>
              </a:ext>
            </a:extLst>
          </p:cNvPr>
          <p:cNvSpPr>
            <a:spLocks noGrp="1"/>
          </p:cNvSpPr>
          <p:nvPr>
            <p:ph type="title"/>
          </p:nvPr>
        </p:nvSpPr>
        <p:spPr/>
        <p:txBody>
          <a:bodyPr/>
          <a:lstStyle/>
          <a:p>
            <a:r>
              <a:rPr lang="en-US" dirty="0"/>
              <a:t>Demo #2</a:t>
            </a:r>
          </a:p>
        </p:txBody>
      </p:sp>
      <p:sp>
        <p:nvSpPr>
          <p:cNvPr id="3" name="Text Placeholder 2">
            <a:extLst>
              <a:ext uri="{FF2B5EF4-FFF2-40B4-BE49-F238E27FC236}">
                <a16:creationId xmlns:a16="http://schemas.microsoft.com/office/drawing/2014/main" id="{C673F51B-0659-4BBF-5973-3D9720BE0621}"/>
              </a:ext>
            </a:extLst>
          </p:cNvPr>
          <p:cNvSpPr>
            <a:spLocks noGrp="1"/>
          </p:cNvSpPr>
          <p:nvPr>
            <p:ph type="body" idx="1"/>
          </p:nvPr>
        </p:nvSpPr>
        <p:spPr/>
        <p:txBody>
          <a:bodyPr/>
          <a:lstStyle/>
          <a:p>
            <a:r>
              <a:rPr lang="en-US" dirty="0"/>
              <a:t>Simple C# completion app with Semantic Kernel Tool</a:t>
            </a:r>
          </a:p>
        </p:txBody>
      </p:sp>
    </p:spTree>
    <p:extLst>
      <p:ext uri="{BB962C8B-B14F-4D97-AF65-F5344CB8AC3E}">
        <p14:creationId xmlns:p14="http://schemas.microsoft.com/office/powerpoint/2010/main" val="896654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3E1EB-E2A7-C947-9591-A5E201B917BE}"/>
              </a:ext>
            </a:extLst>
          </p:cNvPr>
          <p:cNvSpPr>
            <a:spLocks noGrp="1"/>
          </p:cNvSpPr>
          <p:nvPr>
            <p:ph type="title"/>
          </p:nvPr>
        </p:nvSpPr>
        <p:spPr/>
        <p:txBody>
          <a:bodyPr/>
          <a:lstStyle/>
          <a:p>
            <a:r>
              <a:rPr lang="en-US" dirty="0"/>
              <a:t>Demo #3</a:t>
            </a:r>
          </a:p>
        </p:txBody>
      </p:sp>
      <p:sp>
        <p:nvSpPr>
          <p:cNvPr id="3" name="Text Placeholder 2">
            <a:extLst>
              <a:ext uri="{FF2B5EF4-FFF2-40B4-BE49-F238E27FC236}">
                <a16:creationId xmlns:a16="http://schemas.microsoft.com/office/drawing/2014/main" id="{C673F51B-0659-4BBF-5973-3D9720BE0621}"/>
              </a:ext>
            </a:extLst>
          </p:cNvPr>
          <p:cNvSpPr>
            <a:spLocks noGrp="1"/>
          </p:cNvSpPr>
          <p:nvPr>
            <p:ph type="body" idx="1"/>
          </p:nvPr>
        </p:nvSpPr>
        <p:spPr/>
        <p:txBody>
          <a:bodyPr/>
          <a:lstStyle/>
          <a:p>
            <a:r>
              <a:rPr lang="en-US" dirty="0"/>
              <a:t>Using our baking skill in C# console app</a:t>
            </a:r>
          </a:p>
        </p:txBody>
      </p:sp>
    </p:spTree>
    <p:extLst>
      <p:ext uri="{BB962C8B-B14F-4D97-AF65-F5344CB8AC3E}">
        <p14:creationId xmlns:p14="http://schemas.microsoft.com/office/powerpoint/2010/main" val="17574188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3E1EB-E2A7-C947-9591-A5E201B917BE}"/>
              </a:ext>
            </a:extLst>
          </p:cNvPr>
          <p:cNvSpPr>
            <a:spLocks noGrp="1"/>
          </p:cNvSpPr>
          <p:nvPr>
            <p:ph type="title"/>
          </p:nvPr>
        </p:nvSpPr>
        <p:spPr/>
        <p:txBody>
          <a:bodyPr/>
          <a:lstStyle/>
          <a:p>
            <a:r>
              <a:rPr lang="en-US" dirty="0"/>
              <a:t>Demo #4</a:t>
            </a:r>
          </a:p>
        </p:txBody>
      </p:sp>
      <p:sp>
        <p:nvSpPr>
          <p:cNvPr id="3" name="Text Placeholder 2">
            <a:extLst>
              <a:ext uri="{FF2B5EF4-FFF2-40B4-BE49-F238E27FC236}">
                <a16:creationId xmlns:a16="http://schemas.microsoft.com/office/drawing/2014/main" id="{C673F51B-0659-4BBF-5973-3D9720BE0621}"/>
              </a:ext>
            </a:extLst>
          </p:cNvPr>
          <p:cNvSpPr>
            <a:spLocks noGrp="1"/>
          </p:cNvSpPr>
          <p:nvPr>
            <p:ph type="body" idx="1"/>
          </p:nvPr>
        </p:nvSpPr>
        <p:spPr/>
        <p:txBody>
          <a:bodyPr/>
          <a:lstStyle/>
          <a:p>
            <a:r>
              <a:rPr lang="en-US" dirty="0"/>
              <a:t>Using Sematic Kernel with AI models on GitHub</a:t>
            </a:r>
          </a:p>
        </p:txBody>
      </p:sp>
    </p:spTree>
    <p:extLst>
      <p:ext uri="{BB962C8B-B14F-4D97-AF65-F5344CB8AC3E}">
        <p14:creationId xmlns:p14="http://schemas.microsoft.com/office/powerpoint/2010/main" val="8513985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3E1EB-E2A7-C947-9591-A5E201B917BE}"/>
              </a:ext>
            </a:extLst>
          </p:cNvPr>
          <p:cNvSpPr>
            <a:spLocks noGrp="1"/>
          </p:cNvSpPr>
          <p:nvPr>
            <p:ph type="title"/>
          </p:nvPr>
        </p:nvSpPr>
        <p:spPr/>
        <p:txBody>
          <a:bodyPr/>
          <a:lstStyle/>
          <a:p>
            <a:r>
              <a:rPr lang="en-US" dirty="0"/>
              <a:t>Demo #5</a:t>
            </a:r>
          </a:p>
        </p:txBody>
      </p:sp>
      <p:sp>
        <p:nvSpPr>
          <p:cNvPr id="3" name="Text Placeholder 2">
            <a:extLst>
              <a:ext uri="{FF2B5EF4-FFF2-40B4-BE49-F238E27FC236}">
                <a16:creationId xmlns:a16="http://schemas.microsoft.com/office/drawing/2014/main" id="{C673F51B-0659-4BBF-5973-3D9720BE0621}"/>
              </a:ext>
            </a:extLst>
          </p:cNvPr>
          <p:cNvSpPr>
            <a:spLocks noGrp="1"/>
          </p:cNvSpPr>
          <p:nvPr>
            <p:ph type="body" idx="1"/>
          </p:nvPr>
        </p:nvSpPr>
        <p:spPr/>
        <p:txBody>
          <a:bodyPr/>
          <a:lstStyle/>
          <a:p>
            <a:r>
              <a:rPr lang="en-US" dirty="0"/>
              <a:t>OpenAI Function Calling with Semantic Kernel, C#, &amp; Entity Framework</a:t>
            </a:r>
          </a:p>
        </p:txBody>
      </p:sp>
    </p:spTree>
    <p:extLst>
      <p:ext uri="{BB962C8B-B14F-4D97-AF65-F5344CB8AC3E}">
        <p14:creationId xmlns:p14="http://schemas.microsoft.com/office/powerpoint/2010/main" val="146232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4BD5B29B-D37A-0F55-E5FF-791D5010459C}"/>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r="28711"/>
          <a:stretch/>
        </p:blipFill>
        <p:spPr>
          <a:xfrm>
            <a:off x="8528384" y="5491727"/>
            <a:ext cx="3663616" cy="509825"/>
          </a:xfrm>
          <a:prstGeom prst="rect">
            <a:avLst/>
          </a:prstGeom>
        </p:spPr>
      </p:pic>
      <p:pic>
        <p:nvPicPr>
          <p:cNvPr id="6" name="Picture 5">
            <a:extLst>
              <a:ext uri="{FF2B5EF4-FFF2-40B4-BE49-F238E27FC236}">
                <a16:creationId xmlns:a16="http://schemas.microsoft.com/office/drawing/2014/main" id="{8FB7AE80-78AF-AD6F-83B6-69E8BE69C15B}"/>
              </a:ext>
            </a:extLst>
          </p:cNvPr>
          <p:cNvPicPr>
            <a:picLocks noChangeAspect="1"/>
          </p:cNvPicPr>
          <p:nvPr/>
        </p:nvPicPr>
        <p:blipFill>
          <a:blip r:embed="rId4"/>
          <a:stretch>
            <a:fillRect/>
          </a:stretch>
        </p:blipFill>
        <p:spPr>
          <a:xfrm>
            <a:off x="10104018" y="3605889"/>
            <a:ext cx="1950607" cy="2323195"/>
          </a:xfrm>
          <a:prstGeom prst="rect">
            <a:avLst/>
          </a:prstGeom>
        </p:spPr>
      </p:pic>
      <p:sp>
        <p:nvSpPr>
          <p:cNvPr id="13" name="TextBox 12">
            <a:extLst>
              <a:ext uri="{FF2B5EF4-FFF2-40B4-BE49-F238E27FC236}">
                <a16:creationId xmlns:a16="http://schemas.microsoft.com/office/drawing/2014/main" id="{61ED877D-76C1-39AF-2205-C86F04C7C600}"/>
              </a:ext>
            </a:extLst>
          </p:cNvPr>
          <p:cNvSpPr txBox="1"/>
          <p:nvPr/>
        </p:nvSpPr>
        <p:spPr>
          <a:xfrm>
            <a:off x="4250879" y="2386359"/>
            <a:ext cx="3690241" cy="1323439"/>
          </a:xfrm>
          <a:prstGeom prst="rect">
            <a:avLst/>
          </a:prstGeom>
          <a:noFill/>
        </p:spPr>
        <p:txBody>
          <a:bodyPr wrap="none" rtlCol="0">
            <a:spAutoFit/>
          </a:bodyPr>
          <a:lstStyle/>
          <a:p>
            <a:r>
              <a:rPr lang="en-US" sz="8000" dirty="0">
                <a:latin typeface="ADLaM Display" panose="02010000000000000000" pitchFamily="2" charset="77"/>
                <a:ea typeface="ADLaM Display" panose="02010000000000000000" pitchFamily="2" charset="77"/>
                <a:cs typeface="ADLaM Display" panose="02010000000000000000" pitchFamily="2" charset="77"/>
              </a:rPr>
              <a:t>Thanks</a:t>
            </a:r>
          </a:p>
        </p:txBody>
      </p:sp>
    </p:spTree>
    <p:extLst>
      <p:ext uri="{BB962C8B-B14F-4D97-AF65-F5344CB8AC3E}">
        <p14:creationId xmlns:p14="http://schemas.microsoft.com/office/powerpoint/2010/main" val="179432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32" presetClass="emph" presetSubtype="0" fill="hold" nodeType="withEffect">
                                  <p:stCondLst>
                                    <p:cond delay="0"/>
                                  </p:stCondLst>
                                  <p:childTnLst>
                                    <p:animRot by="120000">
                                      <p:cBhvr>
                                        <p:cTn id="11" dur="100" fill="hold">
                                          <p:stCondLst>
                                            <p:cond delay="0"/>
                                          </p:stCondLst>
                                        </p:cTn>
                                        <p:tgtEl>
                                          <p:spTgt spid="6"/>
                                        </p:tgtEl>
                                        <p:attrNameLst>
                                          <p:attrName>r</p:attrName>
                                        </p:attrNameLst>
                                      </p:cBhvr>
                                    </p:animRot>
                                    <p:animRot by="-240000">
                                      <p:cBhvr>
                                        <p:cTn id="12" dur="200" fill="hold">
                                          <p:stCondLst>
                                            <p:cond delay="200"/>
                                          </p:stCondLst>
                                        </p:cTn>
                                        <p:tgtEl>
                                          <p:spTgt spid="6"/>
                                        </p:tgtEl>
                                        <p:attrNameLst>
                                          <p:attrName>r</p:attrName>
                                        </p:attrNameLst>
                                      </p:cBhvr>
                                    </p:animRot>
                                    <p:animRot by="240000">
                                      <p:cBhvr>
                                        <p:cTn id="13" dur="200" fill="hold">
                                          <p:stCondLst>
                                            <p:cond delay="400"/>
                                          </p:stCondLst>
                                        </p:cTn>
                                        <p:tgtEl>
                                          <p:spTgt spid="6"/>
                                        </p:tgtEl>
                                        <p:attrNameLst>
                                          <p:attrName>r</p:attrName>
                                        </p:attrNameLst>
                                      </p:cBhvr>
                                    </p:animRot>
                                    <p:animRot by="-240000">
                                      <p:cBhvr>
                                        <p:cTn id="14" dur="200" fill="hold">
                                          <p:stCondLst>
                                            <p:cond delay="600"/>
                                          </p:stCondLst>
                                        </p:cTn>
                                        <p:tgtEl>
                                          <p:spTgt spid="6"/>
                                        </p:tgtEl>
                                        <p:attrNameLst>
                                          <p:attrName>r</p:attrName>
                                        </p:attrNameLst>
                                      </p:cBhvr>
                                    </p:animRot>
                                    <p:animRot by="120000">
                                      <p:cBhvr>
                                        <p:cTn id="15" dur="200" fill="hold">
                                          <p:stCondLst>
                                            <p:cond delay="800"/>
                                          </p:stCondLst>
                                        </p:cTn>
                                        <p:tgtEl>
                                          <p:spTgt spid="6"/>
                                        </p:tgtEl>
                                        <p:attrNameLst>
                                          <p:attrName>r</p:attrName>
                                        </p:attrNameLst>
                                      </p:cBhvr>
                                    </p:animRot>
                                  </p:childTnLst>
                                </p:cTn>
                              </p:par>
                              <p:par>
                                <p:cTn id="16" presetID="10" presetClass="entr" presetSubtype="0" fill="hold" nodeType="withEffect">
                                  <p:stCondLst>
                                    <p:cond delay="10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619</TotalTime>
  <Words>940</Words>
  <Application>Microsoft Macintosh PowerPoint</Application>
  <PresentationFormat>Widescreen</PresentationFormat>
  <Paragraphs>126</Paragraphs>
  <Slides>30</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ADLaM Display</vt:lpstr>
      <vt:lpstr>Aptos</vt:lpstr>
      <vt:lpstr>Aptos Display</vt:lpstr>
      <vt:lpstr>Arial</vt:lpstr>
      <vt:lpstr>Times New Roman</vt:lpstr>
      <vt:lpstr>Office Theme</vt:lpstr>
      <vt:lpstr>C# Meets AI</vt:lpstr>
      <vt:lpstr>Time to reach one million users</vt:lpstr>
      <vt:lpstr>PowerPoint Presentation</vt:lpstr>
      <vt:lpstr>PowerPoint Presentation</vt:lpstr>
      <vt:lpstr>What is Generative AI?</vt:lpstr>
      <vt:lpstr>Large Language Models (LLMs)</vt:lpstr>
      <vt:lpstr>Embedding Models</vt:lpstr>
      <vt:lpstr>Text generation models</vt:lpstr>
      <vt:lpstr>Chat Completion</vt:lpstr>
      <vt:lpstr>Image generation</vt:lpstr>
      <vt:lpstr>PowerPoint Presentation</vt:lpstr>
      <vt:lpstr>What are prompts?</vt:lpstr>
      <vt:lpstr>OpenAI GPT models</vt:lpstr>
      <vt:lpstr>Prompt Engineering</vt:lpstr>
      <vt:lpstr>What is Prompt Engineering</vt:lpstr>
      <vt:lpstr>Why is prompt engineering so important?</vt:lpstr>
      <vt:lpstr>It does not always get it right</vt:lpstr>
      <vt:lpstr>Considerations</vt:lpstr>
      <vt:lpstr>Improving results</vt:lpstr>
      <vt:lpstr>Understanding Embeddings</vt:lpstr>
      <vt:lpstr>Essential VS Code GitHub Extensions</vt:lpstr>
      <vt:lpstr>C# libraries</vt:lpstr>
      <vt:lpstr>What is Semantic Kernel?</vt:lpstr>
      <vt:lpstr>More on Semantic Kernel ….</vt:lpstr>
      <vt:lpstr>Demo #1</vt:lpstr>
      <vt:lpstr>Demo #2</vt:lpstr>
      <vt:lpstr>Demo #3</vt:lpstr>
      <vt:lpstr>Demo #4</vt:lpstr>
      <vt:lpstr>Demo #5</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OpenAI</dc:title>
  <dc:creator>Medhat Elmasry</dc:creator>
  <cp:lastModifiedBy>Medhat Elmasry</cp:lastModifiedBy>
  <cp:revision>1</cp:revision>
  <dcterms:created xsi:type="dcterms:W3CDTF">2024-01-22T19:39:50Z</dcterms:created>
  <dcterms:modified xsi:type="dcterms:W3CDTF">2025-10-16T15:05:32Z</dcterms:modified>
</cp:coreProperties>
</file>