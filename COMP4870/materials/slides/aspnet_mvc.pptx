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871" r:id="rId5"/>
  </p:sldMasterIdLst>
  <p:notesMasterIdLst>
    <p:notesMasterId r:id="rId24"/>
  </p:notesMasterIdLst>
  <p:handoutMasterIdLst>
    <p:handoutMasterId r:id="rId25"/>
  </p:handoutMasterIdLst>
  <p:sldIdLst>
    <p:sldId id="319" r:id="rId6"/>
    <p:sldId id="320" r:id="rId7"/>
    <p:sldId id="388" r:id="rId8"/>
    <p:sldId id="322" r:id="rId9"/>
    <p:sldId id="323" r:id="rId10"/>
    <p:sldId id="324" r:id="rId11"/>
    <p:sldId id="325" r:id="rId12"/>
    <p:sldId id="326" r:id="rId13"/>
    <p:sldId id="327" r:id="rId14"/>
    <p:sldId id="328" r:id="rId15"/>
    <p:sldId id="329" r:id="rId16"/>
    <p:sldId id="335" r:id="rId17"/>
    <p:sldId id="336" r:id="rId18"/>
    <p:sldId id="337" r:id="rId19"/>
    <p:sldId id="338" r:id="rId20"/>
    <p:sldId id="339" r:id="rId21"/>
    <p:sldId id="342" r:id="rId22"/>
    <p:sldId id="389" r:id="rId23"/>
  </p:sldIdLst>
  <p:sldSz cx="9144000" cy="6858000" type="screen4x3"/>
  <p:notesSz cx="6858000" cy="9296400"/>
  <p:defaultTex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463" autoAdjust="0"/>
    <p:restoredTop sz="94624" autoAdjust="0"/>
  </p:normalViewPr>
  <p:slideViewPr>
    <p:cSldViewPr>
      <p:cViewPr varScale="1">
        <p:scale>
          <a:sx n="106" d="100"/>
          <a:sy n="106" d="100"/>
        </p:scale>
        <p:origin x="2040" y="18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60" d="100"/>
          <a:sy n="60" d="100"/>
        </p:scale>
        <p:origin x="-2490" y="-84"/>
      </p:cViewPr>
      <p:guideLst>
        <p:guide orient="horz" pos="2928"/>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notesMaster" Target="notesMasters/notesMaster1.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dhat Elmasry" userId="405e238c19f61b9e" providerId="LiveId" clId="{510CB59F-37D6-444B-9A84-76FE1CD36B88}"/>
    <pc:docChg chg="undo custSel delSld modSld">
      <pc:chgData name="Medhat Elmasry" userId="405e238c19f61b9e" providerId="LiveId" clId="{510CB59F-37D6-444B-9A84-76FE1CD36B88}" dt="2023-09-09T17:59:23.810" v="17" actId="47"/>
      <pc:docMkLst>
        <pc:docMk/>
      </pc:docMkLst>
      <pc:sldChg chg="modSp mod">
        <pc:chgData name="Medhat Elmasry" userId="405e238c19f61b9e" providerId="LiveId" clId="{510CB59F-37D6-444B-9A84-76FE1CD36B88}" dt="2023-09-09T17:55:20.886" v="1" actId="27636"/>
        <pc:sldMkLst>
          <pc:docMk/>
          <pc:sldMk cId="0" sldId="322"/>
        </pc:sldMkLst>
        <pc:spChg chg="mod">
          <ac:chgData name="Medhat Elmasry" userId="405e238c19f61b9e" providerId="LiveId" clId="{510CB59F-37D6-444B-9A84-76FE1CD36B88}" dt="2023-09-09T17:55:20.886" v="1" actId="27636"/>
          <ac:spMkLst>
            <pc:docMk/>
            <pc:sldMk cId="0" sldId="322"/>
            <ac:spMk id="3" creationId="{00000000-0000-0000-0000-000000000000}"/>
          </ac:spMkLst>
        </pc:spChg>
      </pc:sldChg>
      <pc:sldChg chg="addSp delSp mod">
        <pc:chgData name="Medhat Elmasry" userId="405e238c19f61b9e" providerId="LiveId" clId="{510CB59F-37D6-444B-9A84-76FE1CD36B88}" dt="2023-09-09T17:56:10.054" v="3" actId="478"/>
        <pc:sldMkLst>
          <pc:docMk/>
          <pc:sldMk cId="0" sldId="335"/>
        </pc:sldMkLst>
        <pc:spChg chg="add del">
          <ac:chgData name="Medhat Elmasry" userId="405e238c19f61b9e" providerId="LiveId" clId="{510CB59F-37D6-444B-9A84-76FE1CD36B88}" dt="2023-09-09T17:56:10.054" v="3" actId="478"/>
          <ac:spMkLst>
            <pc:docMk/>
            <pc:sldMk cId="0" sldId="335"/>
            <ac:spMk id="8" creationId="{00000000-0000-0000-0000-000000000000}"/>
          </ac:spMkLst>
        </pc:spChg>
      </pc:sldChg>
      <pc:sldChg chg="modSp mod">
        <pc:chgData name="Medhat Elmasry" userId="405e238c19f61b9e" providerId="LiveId" clId="{510CB59F-37D6-444B-9A84-76FE1CD36B88}" dt="2023-09-09T17:56:28.626" v="4" actId="20577"/>
        <pc:sldMkLst>
          <pc:docMk/>
          <pc:sldMk cId="0" sldId="338"/>
        </pc:sldMkLst>
        <pc:spChg chg="mod">
          <ac:chgData name="Medhat Elmasry" userId="405e238c19f61b9e" providerId="LiveId" clId="{510CB59F-37D6-444B-9A84-76FE1CD36B88}" dt="2023-09-09T17:56:28.626" v="4" actId="20577"/>
          <ac:spMkLst>
            <pc:docMk/>
            <pc:sldMk cId="0" sldId="338"/>
            <ac:spMk id="3" creationId="{00000000-0000-0000-0000-000000000000}"/>
          </ac:spMkLst>
        </pc:spChg>
      </pc:sldChg>
      <pc:sldChg chg="modSp mod">
        <pc:chgData name="Medhat Elmasry" userId="405e238c19f61b9e" providerId="LiveId" clId="{510CB59F-37D6-444B-9A84-76FE1CD36B88}" dt="2023-09-09T17:58:51.502" v="15" actId="20577"/>
        <pc:sldMkLst>
          <pc:docMk/>
          <pc:sldMk cId="0" sldId="339"/>
        </pc:sldMkLst>
        <pc:spChg chg="mod">
          <ac:chgData name="Medhat Elmasry" userId="405e238c19f61b9e" providerId="LiveId" clId="{510CB59F-37D6-444B-9A84-76FE1CD36B88}" dt="2023-09-09T17:58:51.502" v="15" actId="20577"/>
          <ac:spMkLst>
            <pc:docMk/>
            <pc:sldMk cId="0" sldId="339"/>
            <ac:spMk id="2" creationId="{00000000-0000-0000-0000-000000000000}"/>
          </ac:spMkLst>
        </pc:spChg>
        <pc:spChg chg="mod">
          <ac:chgData name="Medhat Elmasry" userId="405e238c19f61b9e" providerId="LiveId" clId="{510CB59F-37D6-444B-9A84-76FE1CD36B88}" dt="2023-09-09T17:58:45.570" v="8" actId="1076"/>
          <ac:spMkLst>
            <pc:docMk/>
            <pc:sldMk cId="0" sldId="339"/>
            <ac:spMk id="6" creationId="{00000000-0000-0000-0000-000000000000}"/>
          </ac:spMkLst>
        </pc:spChg>
      </pc:sldChg>
      <pc:sldChg chg="del">
        <pc:chgData name="Medhat Elmasry" userId="405e238c19f61b9e" providerId="LiveId" clId="{510CB59F-37D6-444B-9A84-76FE1CD36B88}" dt="2023-09-09T17:59:20.926" v="16" actId="47"/>
        <pc:sldMkLst>
          <pc:docMk/>
          <pc:sldMk cId="0" sldId="348"/>
        </pc:sldMkLst>
      </pc:sldChg>
      <pc:sldChg chg="del">
        <pc:chgData name="Medhat Elmasry" userId="405e238c19f61b9e" providerId="LiveId" clId="{510CB59F-37D6-444B-9A84-76FE1CD36B88}" dt="2023-09-09T17:59:23.810" v="17" actId="47"/>
        <pc:sldMkLst>
          <pc:docMk/>
          <pc:sldMk cId="0" sldId="350"/>
        </pc:sldMkLst>
      </pc:sldChg>
    </pc:docChg>
  </pc:docChgLst>
  <pc:docChgLst>
    <pc:chgData name="Medhat Elmasry" userId="405e238c19f61b9e" providerId="LiveId" clId="{EE00178F-ED80-DF41-8B2F-A857B355BCB5}"/>
    <pc:docChg chg="custSel delSld modSld">
      <pc:chgData name="Medhat Elmasry" userId="405e238c19f61b9e" providerId="LiveId" clId="{EE00178F-ED80-DF41-8B2F-A857B355BCB5}" dt="2023-09-14T16:25:08.793" v="5" actId="2696"/>
      <pc:docMkLst>
        <pc:docMk/>
      </pc:docMkLst>
      <pc:sldChg chg="modSp del mod">
        <pc:chgData name="Medhat Elmasry" userId="405e238c19f61b9e" providerId="LiveId" clId="{EE00178F-ED80-DF41-8B2F-A857B355BCB5}" dt="2023-09-14T16:24:16.567" v="2" actId="2696"/>
        <pc:sldMkLst>
          <pc:docMk/>
          <pc:sldMk cId="0" sldId="321"/>
        </pc:sldMkLst>
        <pc:spChg chg="mod">
          <ac:chgData name="Medhat Elmasry" userId="405e238c19f61b9e" providerId="LiveId" clId="{EE00178F-ED80-DF41-8B2F-A857B355BCB5}" dt="2023-09-14T16:24:10.110" v="1" actId="27636"/>
          <ac:spMkLst>
            <pc:docMk/>
            <pc:sldMk cId="0" sldId="321"/>
            <ac:spMk id="3" creationId="{00000000-0000-0000-0000-000000000000}"/>
          </ac:spMkLst>
        </pc:spChg>
      </pc:sldChg>
      <pc:sldChg chg="modSp mod">
        <pc:chgData name="Medhat Elmasry" userId="405e238c19f61b9e" providerId="LiveId" clId="{EE00178F-ED80-DF41-8B2F-A857B355BCB5}" dt="2023-09-14T16:24:26.745" v="3" actId="20577"/>
        <pc:sldMkLst>
          <pc:docMk/>
          <pc:sldMk cId="0" sldId="322"/>
        </pc:sldMkLst>
        <pc:spChg chg="mod">
          <ac:chgData name="Medhat Elmasry" userId="405e238c19f61b9e" providerId="LiveId" clId="{EE00178F-ED80-DF41-8B2F-A857B355BCB5}" dt="2023-09-14T16:24:26.745" v="3" actId="20577"/>
          <ac:spMkLst>
            <pc:docMk/>
            <pc:sldMk cId="0" sldId="322"/>
            <ac:spMk id="3" creationId="{00000000-0000-0000-0000-000000000000}"/>
          </ac:spMkLst>
        </pc:spChg>
      </pc:sldChg>
      <pc:sldChg chg="del">
        <pc:chgData name="Medhat Elmasry" userId="405e238c19f61b9e" providerId="LiveId" clId="{EE00178F-ED80-DF41-8B2F-A857B355BCB5}" dt="2023-09-14T16:24:59.980" v="4" actId="2696"/>
        <pc:sldMkLst>
          <pc:docMk/>
          <pc:sldMk cId="0" sldId="364"/>
        </pc:sldMkLst>
      </pc:sldChg>
      <pc:sldChg chg="del">
        <pc:chgData name="Medhat Elmasry" userId="405e238c19f61b9e" providerId="LiveId" clId="{EE00178F-ED80-DF41-8B2F-A857B355BCB5}" dt="2023-09-14T16:25:08.793" v="5" actId="2696"/>
        <pc:sldMkLst>
          <pc:docMk/>
          <pc:sldMk cId="0" sldId="365"/>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643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66434"/>
          </a:xfrm>
          <a:prstGeom prst="rect">
            <a:avLst/>
          </a:prstGeom>
        </p:spPr>
        <p:txBody>
          <a:bodyPr vert="horz" lIns="91440" tIns="45720" rIns="91440" bIns="45720" rtlCol="0"/>
          <a:lstStyle>
            <a:lvl1pPr algn="r">
              <a:defRPr sz="1200"/>
            </a:lvl1pPr>
          </a:lstStyle>
          <a:p>
            <a:fld id="{D646737B-219B-4D18-9976-F75088B2B055}" type="datetimeFigureOut">
              <a:rPr lang="en-US" smtClean="0"/>
              <a:t>9/14/23</a:t>
            </a:fld>
            <a:endParaRPr lang="en-US"/>
          </a:p>
        </p:txBody>
      </p:sp>
      <p:sp>
        <p:nvSpPr>
          <p:cNvPr id="4" name="Footer Placeholder 3"/>
          <p:cNvSpPr>
            <a:spLocks noGrp="1"/>
          </p:cNvSpPr>
          <p:nvPr>
            <p:ph type="ftr" sz="quarter" idx="2"/>
          </p:nvPr>
        </p:nvSpPr>
        <p:spPr>
          <a:xfrm>
            <a:off x="0" y="8829967"/>
            <a:ext cx="2971800" cy="466433"/>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829967"/>
            <a:ext cx="2971800" cy="466433"/>
          </a:xfrm>
          <a:prstGeom prst="rect">
            <a:avLst/>
          </a:prstGeom>
        </p:spPr>
        <p:txBody>
          <a:bodyPr vert="horz" lIns="91440" tIns="45720" rIns="91440" bIns="45720" rtlCol="0" anchor="b"/>
          <a:lstStyle>
            <a:lvl1pPr algn="r">
              <a:defRPr sz="1200"/>
            </a:lvl1pPr>
          </a:lstStyle>
          <a:p>
            <a:fld id="{2F3D7598-0220-4B42-B2D2-5E58B8F3265B}" type="slidenum">
              <a:rPr lang="en-US" smtClean="0"/>
              <a:t>‹#›</a:t>
            </a:fld>
            <a:endParaRPr lang="en-US"/>
          </a:p>
        </p:txBody>
      </p:sp>
    </p:spTree>
    <p:extLst>
      <p:ext uri="{BB962C8B-B14F-4D97-AF65-F5344CB8AC3E}">
        <p14:creationId xmlns:p14="http://schemas.microsoft.com/office/powerpoint/2010/main" val="19376694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250" name="Rectangle 2"/>
          <p:cNvSpPr>
            <a:spLocks noGrp="1" noChangeArrowheads="1"/>
          </p:cNvSpPr>
          <p:nvPr>
            <p:ph type="hdr" sz="quarter"/>
          </p:nvPr>
        </p:nvSpPr>
        <p:spPr bwMode="auto">
          <a:xfrm>
            <a:off x="0" y="0"/>
            <a:ext cx="2971800" cy="46482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53251" name="Rectangle 3"/>
          <p:cNvSpPr>
            <a:spLocks noGrp="1" noChangeArrowheads="1"/>
          </p:cNvSpPr>
          <p:nvPr>
            <p:ph type="dt" idx="1"/>
          </p:nvPr>
        </p:nvSpPr>
        <p:spPr bwMode="auto">
          <a:xfrm>
            <a:off x="3886200" y="0"/>
            <a:ext cx="2971800" cy="46482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37892" name="Rectangle 4"/>
          <p:cNvSpPr>
            <a:spLocks noGrp="1" noRot="1" noChangeAspect="1" noChangeArrowheads="1" noTextEdit="1"/>
          </p:cNvSpPr>
          <p:nvPr>
            <p:ph type="sldImg" idx="2"/>
          </p:nvPr>
        </p:nvSpPr>
        <p:spPr bwMode="auto">
          <a:xfrm>
            <a:off x="1104900" y="696913"/>
            <a:ext cx="4648200" cy="3486150"/>
          </a:xfrm>
          <a:prstGeom prst="rect">
            <a:avLst/>
          </a:prstGeom>
          <a:noFill/>
          <a:ln w="9525">
            <a:solidFill>
              <a:srgbClr val="000000"/>
            </a:solidFill>
            <a:miter lim="800000"/>
            <a:headEnd/>
            <a:tailEnd/>
          </a:ln>
        </p:spPr>
      </p:sp>
      <p:sp>
        <p:nvSpPr>
          <p:cNvPr id="53253" name="Rectangle 5"/>
          <p:cNvSpPr>
            <a:spLocks noGrp="1" noChangeArrowheads="1"/>
          </p:cNvSpPr>
          <p:nvPr>
            <p:ph type="body" sz="quarter" idx="3"/>
          </p:nvPr>
        </p:nvSpPr>
        <p:spPr bwMode="auto">
          <a:xfrm>
            <a:off x="914400" y="4415790"/>
            <a:ext cx="5029200" cy="418338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3254" name="Rectangle 6"/>
          <p:cNvSpPr>
            <a:spLocks noGrp="1" noChangeArrowheads="1"/>
          </p:cNvSpPr>
          <p:nvPr>
            <p:ph type="ftr" sz="quarter" idx="4"/>
          </p:nvPr>
        </p:nvSpPr>
        <p:spPr bwMode="auto">
          <a:xfrm>
            <a:off x="0" y="8831580"/>
            <a:ext cx="2971800" cy="46482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53255" name="Rectangle 7"/>
          <p:cNvSpPr>
            <a:spLocks noGrp="1" noChangeArrowheads="1"/>
          </p:cNvSpPr>
          <p:nvPr>
            <p:ph type="sldNum" sz="quarter" idx="5"/>
          </p:nvPr>
        </p:nvSpPr>
        <p:spPr bwMode="auto">
          <a:xfrm>
            <a:off x="3886200" y="8831580"/>
            <a:ext cx="2971800" cy="46482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E127B328-065B-49B7-AA74-7C1ACA9D3DB3}" type="slidenum">
              <a:rPr lang="en-US"/>
              <a:pPr>
                <a:defRPr/>
              </a:pPr>
              <a:t>‹#›</a:t>
            </a:fld>
            <a:endParaRPr lang="en-US"/>
          </a:p>
        </p:txBody>
      </p:sp>
    </p:spTree>
    <p:extLst>
      <p:ext uri="{BB962C8B-B14F-4D97-AF65-F5344CB8AC3E}">
        <p14:creationId xmlns:p14="http://schemas.microsoft.com/office/powerpoint/2010/main" val="4918094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E127B328-065B-49B7-AA74-7C1ACA9D3DB3}" type="slidenum">
              <a:rPr lang="en-US" smtClean="0"/>
              <a:pPr>
                <a:defRPr/>
              </a:pPr>
              <a:t>1</a:t>
            </a:fld>
            <a:endParaRPr lang="en-US"/>
          </a:p>
        </p:txBody>
      </p:sp>
    </p:spTree>
    <p:extLst>
      <p:ext uri="{BB962C8B-B14F-4D97-AF65-F5344CB8AC3E}">
        <p14:creationId xmlns:p14="http://schemas.microsoft.com/office/powerpoint/2010/main" val="26475892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hdr" sz="quarter"/>
          </p:nvPr>
        </p:nvSpPr>
        <p:spPr bwMode="auto">
          <a:noFill/>
          <a:ln>
            <a:miter lim="800000"/>
            <a:headEnd/>
            <a:tailEnd/>
          </a:ln>
        </p:spPr>
        <p:txBody>
          <a:bodyPr wrap="square" numCol="1" anchor="t" anchorCtr="0" compatLnSpc="1">
            <a:prstTxWarp prst="textNoShape">
              <a:avLst/>
            </a:prstTxWarp>
          </a:bodyPr>
          <a:lstStyle/>
          <a:p>
            <a:pPr defTabSz="912813" fontAlgn="base">
              <a:spcBef>
                <a:spcPct val="0"/>
              </a:spcBef>
              <a:spcAft>
                <a:spcPct val="0"/>
              </a:spcAft>
            </a:pPr>
            <a:r>
              <a:rPr lang="en-US"/>
              <a:t>MGB 2003</a:t>
            </a:r>
          </a:p>
        </p:txBody>
      </p:sp>
      <p:sp>
        <p:nvSpPr>
          <p:cNvPr id="50178" name="Rectangle 6"/>
          <p:cNvSpPr>
            <a:spLocks noGrp="1" noChangeArrowheads="1"/>
          </p:cNvSpPr>
          <p:nvPr>
            <p:ph type="ftr" sz="quarter" idx="4"/>
          </p:nvPr>
        </p:nvSpPr>
        <p:spPr bwMode="auto">
          <a:ln>
            <a:miter lim="800000"/>
            <a:headEnd/>
            <a:tailEnd/>
          </a:ln>
        </p:spPr>
        <p:txBody>
          <a:bodyPr wrap="square" numCol="1" anchorCtr="0" compatLnSpc="1">
            <a:prstTxWarp prst="textNoShape">
              <a:avLst/>
            </a:prstTxWarp>
          </a:bodyPr>
          <a:lstStyle/>
          <a:p>
            <a:pPr defTabSz="912813" fontAlgn="base">
              <a:spcBef>
                <a:spcPct val="0"/>
              </a:spcBef>
              <a:spcAft>
                <a:spcPct val="0"/>
              </a:spcAft>
              <a:defRPr/>
            </a:pPr>
            <a:r>
              <a:rPr lang="en-US">
                <a:solidFill>
                  <a:schemeClr val="tx1"/>
                </a:solidFill>
              </a:rPr>
              <a:t>© 2003 Microsoft Corporation. All rights reserved.</a:t>
            </a:r>
          </a:p>
          <a:p>
            <a:pPr defTabSz="912813" eaLnBrk="0" fontAlgn="base" hangingPunct="0">
              <a:spcBef>
                <a:spcPct val="0"/>
              </a:spcBef>
              <a:spcAft>
                <a:spcPct val="0"/>
              </a:spcAft>
              <a:defRPr/>
            </a:pPr>
            <a:r>
              <a:rPr lang="en-US">
                <a:solidFill>
                  <a:schemeClr val="tx1"/>
                </a:solidFill>
              </a:rPr>
              <a:t>This presentation is for informational purposes only. Microsoft makes no warranties, express or implied, in this summary.</a:t>
            </a:r>
            <a:endParaRPr lang="en-US" sz="1200">
              <a:solidFill>
                <a:schemeClr val="tx1"/>
              </a:solidFill>
            </a:endParaRPr>
          </a:p>
        </p:txBody>
      </p:sp>
      <p:sp>
        <p:nvSpPr>
          <p:cNvPr id="43012"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defTabSz="912813" fontAlgn="base">
              <a:spcBef>
                <a:spcPct val="0"/>
              </a:spcBef>
              <a:spcAft>
                <a:spcPct val="0"/>
              </a:spcAft>
            </a:pPr>
            <a:fld id="{6263AD40-8E99-47D1-8597-DD7EFB08877A}" type="slidenum">
              <a:rPr lang="en-US" smtClean="0"/>
              <a:pPr defTabSz="912813" fontAlgn="base">
                <a:spcBef>
                  <a:spcPct val="0"/>
                </a:spcBef>
                <a:spcAft>
                  <a:spcPct val="0"/>
                </a:spcAft>
              </a:pPr>
              <a:t>5</a:t>
            </a:fld>
            <a:endParaRPr lang="en-US"/>
          </a:p>
        </p:txBody>
      </p:sp>
      <p:sp>
        <p:nvSpPr>
          <p:cNvPr id="4301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4301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a:t>Fundamentally MVC is a design pattern for presentation. Its not new, in fact it originated from the SmallTalk community back in 1974. </a:t>
            </a:r>
          </a:p>
          <a:p>
            <a:pPr eaLnBrk="1" hangingPunct="1">
              <a:spcBef>
                <a:spcPct val="0"/>
              </a:spcBef>
            </a:pPr>
            <a:endParaRPr lang="en-US"/>
          </a:p>
          <a:p>
            <a:pPr eaLnBrk="1" hangingPunct="1">
              <a:spcBef>
                <a:spcPct val="0"/>
              </a:spcBef>
            </a:pPr>
            <a:r>
              <a:rPr lang="en-US"/>
              <a:t>In this pattern Models and Views are separated and managed independently through the use of controllers. Controllers manage the behavior of Views and Models through their accessor methods and thus the Models, Views, and Controllers themselves are all separated. This allows each to operate and behave independantly of the other and allows greater flexibility when design changes occur.</a:t>
            </a:r>
          </a:p>
          <a:p>
            <a:pPr eaLnBrk="1" hangingPunct="1">
              <a:spcBef>
                <a:spcPct val="0"/>
              </a:spcBef>
            </a:pPr>
            <a:endParaRPr lang="en-US"/>
          </a:p>
        </p:txBody>
      </p:sp>
    </p:spTree>
    <p:extLst>
      <p:ext uri="{BB962C8B-B14F-4D97-AF65-F5344CB8AC3E}">
        <p14:creationId xmlns:p14="http://schemas.microsoft.com/office/powerpoint/2010/main" val="31788858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noFill/>
          <a:ln>
            <a:miter lim="800000"/>
            <a:headEnd/>
            <a:tailEnd/>
          </a:ln>
        </p:spPr>
        <p:txBody>
          <a:bodyPr wrap="square" numCol="1" anchor="t" anchorCtr="0" compatLnSpc="1">
            <a:prstTxWarp prst="textNoShape">
              <a:avLst/>
            </a:prstTxWarp>
          </a:bodyPr>
          <a:lstStyle/>
          <a:p>
            <a:pPr defTabSz="912813" fontAlgn="base">
              <a:spcBef>
                <a:spcPct val="0"/>
              </a:spcBef>
              <a:spcAft>
                <a:spcPct val="0"/>
              </a:spcAft>
            </a:pPr>
            <a:r>
              <a:rPr lang="en-US"/>
              <a:t>MGB 2003</a:t>
            </a:r>
          </a:p>
        </p:txBody>
      </p:sp>
      <p:sp>
        <p:nvSpPr>
          <p:cNvPr id="52226" name="Rectangle 6"/>
          <p:cNvSpPr>
            <a:spLocks noGrp="1" noChangeArrowheads="1"/>
          </p:cNvSpPr>
          <p:nvPr>
            <p:ph type="ftr" sz="quarter" idx="4"/>
          </p:nvPr>
        </p:nvSpPr>
        <p:spPr bwMode="auto">
          <a:ln>
            <a:miter lim="800000"/>
            <a:headEnd/>
            <a:tailEnd/>
          </a:ln>
        </p:spPr>
        <p:txBody>
          <a:bodyPr wrap="square" numCol="1" anchorCtr="0" compatLnSpc="1">
            <a:prstTxWarp prst="textNoShape">
              <a:avLst/>
            </a:prstTxWarp>
          </a:bodyPr>
          <a:lstStyle/>
          <a:p>
            <a:pPr defTabSz="912813" fontAlgn="base">
              <a:spcBef>
                <a:spcPct val="0"/>
              </a:spcBef>
              <a:spcAft>
                <a:spcPct val="0"/>
              </a:spcAft>
              <a:defRPr/>
            </a:pPr>
            <a:r>
              <a:rPr lang="en-US">
                <a:solidFill>
                  <a:schemeClr val="tx1"/>
                </a:solidFill>
              </a:rPr>
              <a:t>© 2003 Microsoft Corporation. All rights reserved.</a:t>
            </a:r>
          </a:p>
          <a:p>
            <a:pPr defTabSz="912813" eaLnBrk="0" fontAlgn="base" hangingPunct="0">
              <a:spcBef>
                <a:spcPct val="0"/>
              </a:spcBef>
              <a:spcAft>
                <a:spcPct val="0"/>
              </a:spcAft>
              <a:defRPr/>
            </a:pPr>
            <a:r>
              <a:rPr lang="en-US">
                <a:solidFill>
                  <a:schemeClr val="tx1"/>
                </a:solidFill>
              </a:rPr>
              <a:t>This presentation is for informational purposes only. Microsoft makes no warranties, express or implied, in this summary.</a:t>
            </a:r>
            <a:endParaRPr lang="en-US" sz="1200">
              <a:solidFill>
                <a:schemeClr val="tx1"/>
              </a:solidFill>
            </a:endParaRPr>
          </a:p>
        </p:txBody>
      </p:sp>
      <p:sp>
        <p:nvSpPr>
          <p:cNvPr id="44036"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defTabSz="912813" fontAlgn="base">
              <a:spcBef>
                <a:spcPct val="0"/>
              </a:spcBef>
              <a:spcAft>
                <a:spcPct val="0"/>
              </a:spcAft>
            </a:pPr>
            <a:fld id="{EC252935-362A-4B04-9344-EDB60FBCC255}" type="slidenum">
              <a:rPr lang="en-US" smtClean="0"/>
              <a:pPr defTabSz="912813" fontAlgn="base">
                <a:spcBef>
                  <a:spcPct val="0"/>
                </a:spcBef>
                <a:spcAft>
                  <a:spcPct val="0"/>
                </a:spcAft>
              </a:pPr>
              <a:t>6</a:t>
            </a:fld>
            <a:endParaRPr lang="en-US"/>
          </a:p>
        </p:txBody>
      </p:sp>
      <p:sp>
        <p:nvSpPr>
          <p:cNvPr id="4403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4403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a:t>In practice what we see is that every interaction with the MVC application is done through inbound requests to a controller.  Once in the appropriate controller, information (information can be anything coming from anywhere - following good architectural practices) is accessed to build the appropriate model.  </a:t>
            </a:r>
          </a:p>
          <a:p>
            <a:pPr eaLnBrk="1" hangingPunct="1">
              <a:spcBef>
                <a:spcPct val="0"/>
              </a:spcBef>
            </a:pPr>
            <a:endParaRPr lang="en-US"/>
          </a:p>
        </p:txBody>
      </p:sp>
    </p:spTree>
    <p:extLst>
      <p:ext uri="{BB962C8B-B14F-4D97-AF65-F5344CB8AC3E}">
        <p14:creationId xmlns:p14="http://schemas.microsoft.com/office/powerpoint/2010/main" val="22363608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hdr" sz="quarter"/>
          </p:nvPr>
        </p:nvSpPr>
        <p:spPr bwMode="auto">
          <a:noFill/>
          <a:ln>
            <a:miter lim="800000"/>
            <a:headEnd/>
            <a:tailEnd/>
          </a:ln>
        </p:spPr>
        <p:txBody>
          <a:bodyPr wrap="square" numCol="1" anchor="t" anchorCtr="0" compatLnSpc="1">
            <a:prstTxWarp prst="textNoShape">
              <a:avLst/>
            </a:prstTxWarp>
          </a:bodyPr>
          <a:lstStyle/>
          <a:p>
            <a:pPr defTabSz="912813" fontAlgn="base">
              <a:spcBef>
                <a:spcPct val="0"/>
              </a:spcBef>
              <a:spcAft>
                <a:spcPct val="0"/>
              </a:spcAft>
            </a:pPr>
            <a:r>
              <a:rPr lang="en-US"/>
              <a:t>MGB 2003</a:t>
            </a:r>
          </a:p>
        </p:txBody>
      </p:sp>
      <p:sp>
        <p:nvSpPr>
          <p:cNvPr id="54274" name="Rectangle 6"/>
          <p:cNvSpPr>
            <a:spLocks noGrp="1" noChangeArrowheads="1"/>
          </p:cNvSpPr>
          <p:nvPr>
            <p:ph type="ftr" sz="quarter" idx="4"/>
          </p:nvPr>
        </p:nvSpPr>
        <p:spPr bwMode="auto">
          <a:ln>
            <a:miter lim="800000"/>
            <a:headEnd/>
            <a:tailEnd/>
          </a:ln>
        </p:spPr>
        <p:txBody>
          <a:bodyPr wrap="square" numCol="1" anchorCtr="0" compatLnSpc="1">
            <a:prstTxWarp prst="textNoShape">
              <a:avLst/>
            </a:prstTxWarp>
          </a:bodyPr>
          <a:lstStyle/>
          <a:p>
            <a:pPr defTabSz="912813" fontAlgn="base">
              <a:spcBef>
                <a:spcPct val="0"/>
              </a:spcBef>
              <a:spcAft>
                <a:spcPct val="0"/>
              </a:spcAft>
              <a:defRPr/>
            </a:pPr>
            <a:r>
              <a:rPr lang="en-US">
                <a:solidFill>
                  <a:schemeClr val="tx1"/>
                </a:solidFill>
              </a:rPr>
              <a:t>© 2003 Microsoft Corporation. All rights reserved.</a:t>
            </a:r>
          </a:p>
          <a:p>
            <a:pPr defTabSz="912813" eaLnBrk="0" fontAlgn="base" hangingPunct="0">
              <a:spcBef>
                <a:spcPct val="0"/>
              </a:spcBef>
              <a:spcAft>
                <a:spcPct val="0"/>
              </a:spcAft>
              <a:defRPr/>
            </a:pPr>
            <a:r>
              <a:rPr lang="en-US">
                <a:solidFill>
                  <a:schemeClr val="tx1"/>
                </a:solidFill>
              </a:rPr>
              <a:t>This presentation is for informational purposes only. Microsoft makes no warranties, express or implied, in this summary.</a:t>
            </a:r>
            <a:endParaRPr lang="en-US" sz="1200">
              <a:solidFill>
                <a:schemeClr val="tx1"/>
              </a:solidFill>
            </a:endParaRPr>
          </a:p>
        </p:txBody>
      </p:sp>
      <p:sp>
        <p:nvSpPr>
          <p:cNvPr id="45060"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defTabSz="912813" fontAlgn="base">
              <a:spcBef>
                <a:spcPct val="0"/>
              </a:spcBef>
              <a:spcAft>
                <a:spcPct val="0"/>
              </a:spcAft>
            </a:pPr>
            <a:fld id="{AE20BE2E-0745-4E39-9FE8-3EC35A12CB73}" type="slidenum">
              <a:rPr lang="en-US" smtClean="0"/>
              <a:pPr defTabSz="912813" fontAlgn="base">
                <a:spcBef>
                  <a:spcPct val="0"/>
                </a:spcBef>
                <a:spcAft>
                  <a:spcPct val="0"/>
                </a:spcAft>
              </a:pPr>
              <a:t>7</a:t>
            </a:fld>
            <a:endParaRPr lang="en-US"/>
          </a:p>
        </p:txBody>
      </p:sp>
      <p:sp>
        <p:nvSpPr>
          <p:cNvPr id="4506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4506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a:t>The Controller will use the information it gathers and form a data model.  The Controller may make decisions and access data from any number of sources in order to build this model. </a:t>
            </a:r>
          </a:p>
          <a:p>
            <a:pPr eaLnBrk="1" hangingPunct="1">
              <a:spcBef>
                <a:spcPct val="0"/>
              </a:spcBef>
            </a:pPr>
            <a:endParaRPr lang="en-US"/>
          </a:p>
        </p:txBody>
      </p:sp>
    </p:spTree>
    <p:extLst>
      <p:ext uri="{BB962C8B-B14F-4D97-AF65-F5344CB8AC3E}">
        <p14:creationId xmlns:p14="http://schemas.microsoft.com/office/powerpoint/2010/main" val="28806509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bwMode="auto">
          <a:noFill/>
          <a:ln>
            <a:miter lim="800000"/>
            <a:headEnd/>
            <a:tailEnd/>
          </a:ln>
        </p:spPr>
        <p:txBody>
          <a:bodyPr wrap="square" numCol="1" anchor="t" anchorCtr="0" compatLnSpc="1">
            <a:prstTxWarp prst="textNoShape">
              <a:avLst/>
            </a:prstTxWarp>
          </a:bodyPr>
          <a:lstStyle/>
          <a:p>
            <a:pPr defTabSz="912813" fontAlgn="base">
              <a:spcBef>
                <a:spcPct val="0"/>
              </a:spcBef>
              <a:spcAft>
                <a:spcPct val="0"/>
              </a:spcAft>
            </a:pPr>
            <a:r>
              <a:rPr lang="en-US"/>
              <a:t>MGB 2003</a:t>
            </a:r>
          </a:p>
        </p:txBody>
      </p:sp>
      <p:sp>
        <p:nvSpPr>
          <p:cNvPr id="56322" name="Rectangle 6"/>
          <p:cNvSpPr>
            <a:spLocks noGrp="1" noChangeArrowheads="1"/>
          </p:cNvSpPr>
          <p:nvPr>
            <p:ph type="ftr" sz="quarter" idx="4"/>
          </p:nvPr>
        </p:nvSpPr>
        <p:spPr bwMode="auto">
          <a:ln>
            <a:miter lim="800000"/>
            <a:headEnd/>
            <a:tailEnd/>
          </a:ln>
        </p:spPr>
        <p:txBody>
          <a:bodyPr wrap="square" numCol="1" anchorCtr="0" compatLnSpc="1">
            <a:prstTxWarp prst="textNoShape">
              <a:avLst/>
            </a:prstTxWarp>
          </a:bodyPr>
          <a:lstStyle/>
          <a:p>
            <a:pPr defTabSz="912813" fontAlgn="base">
              <a:spcBef>
                <a:spcPct val="0"/>
              </a:spcBef>
              <a:spcAft>
                <a:spcPct val="0"/>
              </a:spcAft>
              <a:defRPr/>
            </a:pPr>
            <a:r>
              <a:rPr lang="en-US">
                <a:solidFill>
                  <a:schemeClr val="tx1"/>
                </a:solidFill>
              </a:rPr>
              <a:t>© 2003 Microsoft Corporation. All rights reserved.</a:t>
            </a:r>
          </a:p>
          <a:p>
            <a:pPr defTabSz="912813" eaLnBrk="0" fontAlgn="base" hangingPunct="0">
              <a:spcBef>
                <a:spcPct val="0"/>
              </a:spcBef>
              <a:spcAft>
                <a:spcPct val="0"/>
              </a:spcAft>
              <a:defRPr/>
            </a:pPr>
            <a:r>
              <a:rPr lang="en-US">
                <a:solidFill>
                  <a:schemeClr val="tx1"/>
                </a:solidFill>
              </a:rPr>
              <a:t>This presentation is for informational purposes only. Microsoft makes no warranties, express or implied, in this summary.</a:t>
            </a:r>
            <a:endParaRPr lang="en-US" sz="1200">
              <a:solidFill>
                <a:schemeClr val="tx1"/>
              </a:solidFill>
            </a:endParaRPr>
          </a:p>
        </p:txBody>
      </p:sp>
      <p:sp>
        <p:nvSpPr>
          <p:cNvPr id="46084"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defTabSz="912813" fontAlgn="base">
              <a:spcBef>
                <a:spcPct val="0"/>
              </a:spcBef>
              <a:spcAft>
                <a:spcPct val="0"/>
              </a:spcAft>
            </a:pPr>
            <a:fld id="{552E9FF8-2622-45E4-BDA4-DC3C237DF949}" type="slidenum">
              <a:rPr lang="en-US" smtClean="0"/>
              <a:pPr defTabSz="912813" fontAlgn="base">
                <a:spcBef>
                  <a:spcPct val="0"/>
                </a:spcBef>
                <a:spcAft>
                  <a:spcPct val="0"/>
                </a:spcAft>
              </a:pPr>
              <a:t>8</a:t>
            </a:fld>
            <a:endParaRPr lang="en-US"/>
          </a:p>
        </p:txBody>
      </p:sp>
      <p:sp>
        <p:nvSpPr>
          <p:cNvPr id="4608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4608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a:t>Once the Model is complete, it is passed to a View.   An additional task for the Controller is to determine which View to show.  That determination can be made from information coming from the model and/or gathered elsewhere. </a:t>
            </a:r>
          </a:p>
          <a:p>
            <a:pPr eaLnBrk="1" hangingPunct="1">
              <a:spcBef>
                <a:spcPct val="0"/>
              </a:spcBef>
            </a:pPr>
            <a:endParaRPr lang="en-US"/>
          </a:p>
        </p:txBody>
      </p:sp>
    </p:spTree>
    <p:extLst>
      <p:ext uri="{BB962C8B-B14F-4D97-AF65-F5344CB8AC3E}">
        <p14:creationId xmlns:p14="http://schemas.microsoft.com/office/powerpoint/2010/main" val="35710715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hdr" sz="quarter"/>
          </p:nvPr>
        </p:nvSpPr>
        <p:spPr bwMode="auto">
          <a:noFill/>
          <a:ln>
            <a:miter lim="800000"/>
            <a:headEnd/>
            <a:tailEnd/>
          </a:ln>
        </p:spPr>
        <p:txBody>
          <a:bodyPr wrap="square" numCol="1" anchor="t" anchorCtr="0" compatLnSpc="1">
            <a:prstTxWarp prst="textNoShape">
              <a:avLst/>
            </a:prstTxWarp>
          </a:bodyPr>
          <a:lstStyle/>
          <a:p>
            <a:pPr defTabSz="912813" fontAlgn="base">
              <a:spcBef>
                <a:spcPct val="0"/>
              </a:spcBef>
              <a:spcAft>
                <a:spcPct val="0"/>
              </a:spcAft>
            </a:pPr>
            <a:r>
              <a:rPr lang="en-US"/>
              <a:t>MGB 2003</a:t>
            </a:r>
          </a:p>
        </p:txBody>
      </p:sp>
      <p:sp>
        <p:nvSpPr>
          <p:cNvPr id="58370" name="Rectangle 6"/>
          <p:cNvSpPr>
            <a:spLocks noGrp="1" noChangeArrowheads="1"/>
          </p:cNvSpPr>
          <p:nvPr>
            <p:ph type="ftr" sz="quarter" idx="4"/>
          </p:nvPr>
        </p:nvSpPr>
        <p:spPr bwMode="auto">
          <a:ln>
            <a:miter lim="800000"/>
            <a:headEnd/>
            <a:tailEnd/>
          </a:ln>
        </p:spPr>
        <p:txBody>
          <a:bodyPr wrap="square" numCol="1" anchorCtr="0" compatLnSpc="1">
            <a:prstTxWarp prst="textNoShape">
              <a:avLst/>
            </a:prstTxWarp>
          </a:bodyPr>
          <a:lstStyle/>
          <a:p>
            <a:pPr defTabSz="912813" fontAlgn="base">
              <a:spcBef>
                <a:spcPct val="0"/>
              </a:spcBef>
              <a:spcAft>
                <a:spcPct val="0"/>
              </a:spcAft>
              <a:defRPr/>
            </a:pPr>
            <a:r>
              <a:rPr lang="en-US">
                <a:solidFill>
                  <a:schemeClr val="tx1"/>
                </a:solidFill>
              </a:rPr>
              <a:t>© 2003 Microsoft Corporation. All rights reserved.</a:t>
            </a:r>
          </a:p>
          <a:p>
            <a:pPr defTabSz="912813" eaLnBrk="0" fontAlgn="base" hangingPunct="0">
              <a:spcBef>
                <a:spcPct val="0"/>
              </a:spcBef>
              <a:spcAft>
                <a:spcPct val="0"/>
              </a:spcAft>
              <a:defRPr/>
            </a:pPr>
            <a:r>
              <a:rPr lang="en-US">
                <a:solidFill>
                  <a:schemeClr val="tx1"/>
                </a:solidFill>
              </a:rPr>
              <a:t>This presentation is for informational purposes only. Microsoft makes no warranties, express or implied, in this summary.</a:t>
            </a:r>
            <a:endParaRPr lang="en-US" sz="1200">
              <a:solidFill>
                <a:schemeClr val="tx1"/>
              </a:solidFill>
            </a:endParaRPr>
          </a:p>
        </p:txBody>
      </p:sp>
      <p:sp>
        <p:nvSpPr>
          <p:cNvPr id="47108"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defTabSz="912813" fontAlgn="base">
              <a:spcBef>
                <a:spcPct val="0"/>
              </a:spcBef>
              <a:spcAft>
                <a:spcPct val="0"/>
              </a:spcAft>
            </a:pPr>
            <a:fld id="{1A8F5C95-7568-4F5F-8B7A-C5B015A75BDB}" type="slidenum">
              <a:rPr lang="en-US" smtClean="0"/>
              <a:pPr defTabSz="912813" fontAlgn="base">
                <a:spcBef>
                  <a:spcPct val="0"/>
                </a:spcBef>
                <a:spcAft>
                  <a:spcPct val="0"/>
                </a:spcAft>
              </a:pPr>
              <a:t>9</a:t>
            </a:fld>
            <a:endParaRPr lang="en-US"/>
          </a:p>
        </p:txBody>
      </p:sp>
      <p:sp>
        <p:nvSpPr>
          <p:cNvPr id="4710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4711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a:t>A view takes a presentation model and will transform that data into some appropriate form of output..usually HTML but it could really be anything (JSON, XML, etc)</a:t>
            </a:r>
          </a:p>
          <a:p>
            <a:pPr eaLnBrk="1" hangingPunct="1">
              <a:spcBef>
                <a:spcPct val="0"/>
              </a:spcBef>
            </a:pPr>
            <a:endParaRPr lang="en-US"/>
          </a:p>
        </p:txBody>
      </p:sp>
    </p:spTree>
    <p:extLst>
      <p:ext uri="{BB962C8B-B14F-4D97-AF65-F5344CB8AC3E}">
        <p14:creationId xmlns:p14="http://schemas.microsoft.com/office/powerpoint/2010/main" val="38832380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noFill/>
          <a:ln>
            <a:miter lim="800000"/>
            <a:headEnd/>
            <a:tailEnd/>
          </a:ln>
        </p:spPr>
        <p:txBody>
          <a:bodyPr wrap="square" numCol="1" anchor="t" anchorCtr="0" compatLnSpc="1">
            <a:prstTxWarp prst="textNoShape">
              <a:avLst/>
            </a:prstTxWarp>
          </a:bodyPr>
          <a:lstStyle/>
          <a:p>
            <a:pPr defTabSz="912813" fontAlgn="base">
              <a:spcBef>
                <a:spcPct val="0"/>
              </a:spcBef>
              <a:spcAft>
                <a:spcPct val="0"/>
              </a:spcAft>
            </a:pPr>
            <a:r>
              <a:rPr lang="en-US"/>
              <a:t>MGB 2003</a:t>
            </a:r>
          </a:p>
        </p:txBody>
      </p:sp>
      <p:sp>
        <p:nvSpPr>
          <p:cNvPr id="60418" name="Rectangle 6"/>
          <p:cNvSpPr>
            <a:spLocks noGrp="1" noChangeArrowheads="1"/>
          </p:cNvSpPr>
          <p:nvPr>
            <p:ph type="ftr" sz="quarter" idx="4"/>
          </p:nvPr>
        </p:nvSpPr>
        <p:spPr bwMode="auto">
          <a:ln>
            <a:miter lim="800000"/>
            <a:headEnd/>
            <a:tailEnd/>
          </a:ln>
        </p:spPr>
        <p:txBody>
          <a:bodyPr wrap="square" numCol="1" anchorCtr="0" compatLnSpc="1">
            <a:prstTxWarp prst="textNoShape">
              <a:avLst/>
            </a:prstTxWarp>
          </a:bodyPr>
          <a:lstStyle/>
          <a:p>
            <a:pPr defTabSz="912813" fontAlgn="base">
              <a:spcBef>
                <a:spcPct val="0"/>
              </a:spcBef>
              <a:spcAft>
                <a:spcPct val="0"/>
              </a:spcAft>
              <a:defRPr/>
            </a:pPr>
            <a:r>
              <a:rPr lang="en-US">
                <a:solidFill>
                  <a:schemeClr val="tx1"/>
                </a:solidFill>
              </a:rPr>
              <a:t>© 2003 Microsoft Corporation. All rights reserved.</a:t>
            </a:r>
          </a:p>
          <a:p>
            <a:pPr defTabSz="912813" eaLnBrk="0" fontAlgn="base" hangingPunct="0">
              <a:spcBef>
                <a:spcPct val="0"/>
              </a:spcBef>
              <a:spcAft>
                <a:spcPct val="0"/>
              </a:spcAft>
              <a:defRPr/>
            </a:pPr>
            <a:r>
              <a:rPr lang="en-US">
                <a:solidFill>
                  <a:schemeClr val="tx1"/>
                </a:solidFill>
              </a:rPr>
              <a:t>This presentation is for informational purposes only. Microsoft makes no warranties, express or implied, in this summary.</a:t>
            </a:r>
            <a:endParaRPr lang="en-US" sz="1200">
              <a:solidFill>
                <a:schemeClr val="tx1"/>
              </a:solidFill>
            </a:endParaRPr>
          </a:p>
        </p:txBody>
      </p:sp>
      <p:sp>
        <p:nvSpPr>
          <p:cNvPr id="48132"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defTabSz="912813" fontAlgn="base">
              <a:spcBef>
                <a:spcPct val="0"/>
              </a:spcBef>
              <a:spcAft>
                <a:spcPct val="0"/>
              </a:spcAft>
            </a:pPr>
            <a:fld id="{79AE8C9F-EECB-4D5D-814B-3AD69D1D8354}" type="slidenum">
              <a:rPr lang="en-US" smtClean="0"/>
              <a:pPr defTabSz="912813" fontAlgn="base">
                <a:spcBef>
                  <a:spcPct val="0"/>
                </a:spcBef>
                <a:spcAft>
                  <a:spcPct val="0"/>
                </a:spcAft>
              </a:pPr>
              <a:t>10</a:t>
            </a:fld>
            <a:endParaRPr lang="en-US"/>
          </a:p>
        </p:txBody>
      </p:sp>
      <p:sp>
        <p:nvSpPr>
          <p:cNvPr id="4813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4813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a:t>Once complete, the View sends the appropriate response. The last job of the View is to render the output to the client. </a:t>
            </a:r>
          </a:p>
          <a:p>
            <a:pPr eaLnBrk="1" hangingPunct="1">
              <a:spcBef>
                <a:spcPct val="0"/>
              </a:spcBef>
            </a:pPr>
            <a:endParaRPr lang="en-US"/>
          </a:p>
        </p:txBody>
      </p:sp>
    </p:spTree>
    <p:extLst>
      <p:ext uri="{BB962C8B-B14F-4D97-AF65-F5344CB8AC3E}">
        <p14:creationId xmlns:p14="http://schemas.microsoft.com/office/powerpoint/2010/main" val="50454802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and Content 1">
    <p:spTree>
      <p:nvGrpSpPr>
        <p:cNvPr id="1" name=""/>
        <p:cNvGrpSpPr/>
        <p:nvPr/>
      </p:nvGrpSpPr>
      <p:grpSpPr>
        <a:xfrm>
          <a:off x="0" y="0"/>
          <a:ext cx="0" cy="0"/>
          <a:chOff x="0" y="0"/>
          <a:chExt cx="0" cy="0"/>
        </a:xfrm>
      </p:grpSpPr>
      <p:pic>
        <p:nvPicPr>
          <p:cNvPr id="4" name="Picture 3" descr="new_0000_Layer Comp 1.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31" name="Rectangle 30"/>
          <p:cNvSpPr/>
          <p:nvPr/>
        </p:nvSpPr>
        <p:spPr>
          <a:xfrm>
            <a:off x="4752813" y="439137"/>
            <a:ext cx="3556674" cy="4815948"/>
          </a:xfrm>
          <a:prstGeom prst="rect">
            <a:avLst/>
          </a:prstGeom>
          <a:solidFill>
            <a:srgbClr val="007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baseline="0" dirty="0"/>
          </a:p>
        </p:txBody>
      </p:sp>
      <p:sp>
        <p:nvSpPr>
          <p:cNvPr id="34" name="Rectangle 33"/>
          <p:cNvSpPr/>
          <p:nvPr/>
        </p:nvSpPr>
        <p:spPr>
          <a:xfrm flipH="1">
            <a:off x="4752813" y="5328102"/>
            <a:ext cx="806516" cy="1071943"/>
          </a:xfrm>
          <a:prstGeom prst="rect">
            <a:avLst/>
          </a:prstGeom>
          <a:solidFill>
            <a:srgbClr val="00B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35" name="Rectangle 34"/>
          <p:cNvSpPr/>
          <p:nvPr/>
        </p:nvSpPr>
        <p:spPr>
          <a:xfrm flipH="1">
            <a:off x="4299182" y="5325271"/>
            <a:ext cx="398869" cy="530139"/>
          </a:xfrm>
          <a:prstGeom prst="rect">
            <a:avLst/>
          </a:prstGeom>
          <a:solidFill>
            <a:srgbClr val="007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36" name="Rectangle 35"/>
          <p:cNvSpPr/>
          <p:nvPr/>
        </p:nvSpPr>
        <p:spPr>
          <a:xfrm flipH="1">
            <a:off x="4504978" y="4995640"/>
            <a:ext cx="193073" cy="256613"/>
          </a:xfrm>
          <a:prstGeom prst="rect">
            <a:avLst/>
          </a:prstGeom>
          <a:solidFill>
            <a:srgbClr val="6DC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37" name="Title Placeholder 1"/>
          <p:cNvSpPr>
            <a:spLocks noGrp="1"/>
          </p:cNvSpPr>
          <p:nvPr>
            <p:ph type="title" hasCustomPrompt="1"/>
          </p:nvPr>
        </p:nvSpPr>
        <p:spPr>
          <a:xfrm>
            <a:off x="4754144" y="957582"/>
            <a:ext cx="3556000" cy="2301300"/>
          </a:xfrm>
          <a:prstGeom prst="rect">
            <a:avLst/>
          </a:prstGeom>
        </p:spPr>
        <p:txBody>
          <a:bodyPr vert="horz" lIns="91440" tIns="0" rIns="91440" bIns="45720" rtlCol="0" anchor="t" anchorCtr="0">
            <a:noAutofit/>
          </a:bodyPr>
          <a:lstStyle>
            <a:lvl1pPr algn="l">
              <a:defRPr sz="4800" b="0" cap="none" baseline="0">
                <a:solidFill>
                  <a:srgbClr val="FFFFFF"/>
                </a:solidFill>
                <a:latin typeface="Segoe Light"/>
                <a:cs typeface="Segoe Light"/>
              </a:defRPr>
            </a:lvl1pPr>
          </a:lstStyle>
          <a:p>
            <a:r>
              <a:rPr lang="en-US" dirty="0"/>
              <a:t>title of presentation</a:t>
            </a:r>
          </a:p>
        </p:txBody>
      </p:sp>
      <p:sp>
        <p:nvSpPr>
          <p:cNvPr id="38" name="Subtitle 2"/>
          <p:cNvSpPr>
            <a:spLocks noGrp="1"/>
          </p:cNvSpPr>
          <p:nvPr>
            <p:ph type="subTitle" idx="1" hasCustomPrompt="1"/>
          </p:nvPr>
        </p:nvSpPr>
        <p:spPr>
          <a:xfrm>
            <a:off x="5196596" y="3957947"/>
            <a:ext cx="3105355" cy="674364"/>
          </a:xfrm>
        </p:spPr>
        <p:txBody>
          <a:bodyPr tIns="0">
            <a:normAutofit/>
          </a:bodyPr>
          <a:lstStyle>
            <a:lvl1pPr marL="0" indent="0" algn="l">
              <a:buNone/>
              <a:defRPr sz="2000" b="0">
                <a:solidFill>
                  <a:srgbClr val="FFFFFF"/>
                </a:solidFill>
                <a:latin typeface="Segoe Light"/>
                <a:cs typeface="Segoe Ligh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subtitle</a:t>
            </a:r>
          </a:p>
        </p:txBody>
      </p:sp>
    </p:spTree>
    <p:extLst>
      <p:ext uri="{BB962C8B-B14F-4D97-AF65-F5344CB8AC3E}">
        <p14:creationId xmlns:p14="http://schemas.microsoft.com/office/powerpoint/2010/main" val="46495266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2">
    <p:spTree>
      <p:nvGrpSpPr>
        <p:cNvPr id="1" name=""/>
        <p:cNvGrpSpPr/>
        <p:nvPr/>
      </p:nvGrpSpPr>
      <p:grpSpPr>
        <a:xfrm>
          <a:off x="0" y="0"/>
          <a:ext cx="0" cy="0"/>
          <a:chOff x="0" y="0"/>
          <a:chExt cx="0" cy="0"/>
        </a:xfrm>
      </p:grpSpPr>
      <p:pic>
        <p:nvPicPr>
          <p:cNvPr id="3" name="Picture 2" descr="_0001_Layer Comp 2.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12" name="Rectangle 11"/>
          <p:cNvSpPr/>
          <p:nvPr/>
        </p:nvSpPr>
        <p:spPr>
          <a:xfrm>
            <a:off x="4882166" y="546949"/>
            <a:ext cx="3556674" cy="4815948"/>
          </a:xfrm>
          <a:prstGeom prst="rect">
            <a:avLst/>
          </a:prstGeom>
          <a:solidFill>
            <a:srgbClr val="007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4" name="Rectangle 13"/>
          <p:cNvSpPr/>
          <p:nvPr/>
        </p:nvSpPr>
        <p:spPr>
          <a:xfrm>
            <a:off x="8492363" y="5436443"/>
            <a:ext cx="398869" cy="530139"/>
          </a:xfrm>
          <a:prstGeom prst="rect">
            <a:avLst/>
          </a:prstGeom>
          <a:solidFill>
            <a:srgbClr val="007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5" name="Rectangle 14"/>
          <p:cNvSpPr/>
          <p:nvPr/>
        </p:nvSpPr>
        <p:spPr>
          <a:xfrm>
            <a:off x="8492363" y="5106780"/>
            <a:ext cx="193073" cy="256613"/>
          </a:xfrm>
          <a:prstGeom prst="rect">
            <a:avLst/>
          </a:prstGeom>
          <a:solidFill>
            <a:srgbClr val="6DC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20" name="Title Placeholder 1"/>
          <p:cNvSpPr>
            <a:spLocks noGrp="1"/>
          </p:cNvSpPr>
          <p:nvPr>
            <p:ph type="title" hasCustomPrompt="1"/>
          </p:nvPr>
        </p:nvSpPr>
        <p:spPr>
          <a:xfrm>
            <a:off x="4882166" y="957582"/>
            <a:ext cx="3556000" cy="2301300"/>
          </a:xfrm>
          <a:prstGeom prst="rect">
            <a:avLst/>
          </a:prstGeom>
        </p:spPr>
        <p:txBody>
          <a:bodyPr vert="horz" lIns="91440" tIns="0" rIns="91440" bIns="45720" rtlCol="0" anchor="t" anchorCtr="0">
            <a:noAutofit/>
          </a:bodyPr>
          <a:lstStyle>
            <a:lvl1pPr algn="l">
              <a:defRPr sz="4800" b="0" cap="none" baseline="0">
                <a:solidFill>
                  <a:srgbClr val="FFFFFF"/>
                </a:solidFill>
                <a:latin typeface="Segoe Light"/>
                <a:cs typeface="Segoe Light"/>
              </a:defRPr>
            </a:lvl1pPr>
          </a:lstStyle>
          <a:p>
            <a:r>
              <a:rPr lang="en-US" dirty="0"/>
              <a:t>title of presentation</a:t>
            </a:r>
          </a:p>
        </p:txBody>
      </p:sp>
      <p:sp>
        <p:nvSpPr>
          <p:cNvPr id="22" name="Subtitle 2"/>
          <p:cNvSpPr>
            <a:spLocks noGrp="1"/>
          </p:cNvSpPr>
          <p:nvPr>
            <p:ph type="subTitle" idx="1" hasCustomPrompt="1"/>
          </p:nvPr>
        </p:nvSpPr>
        <p:spPr>
          <a:xfrm>
            <a:off x="5324619" y="3957947"/>
            <a:ext cx="3105355" cy="674364"/>
          </a:xfrm>
        </p:spPr>
        <p:txBody>
          <a:bodyPr tIns="0">
            <a:normAutofit/>
          </a:bodyPr>
          <a:lstStyle>
            <a:lvl1pPr marL="0" indent="0" algn="l">
              <a:buNone/>
              <a:defRPr sz="2000" b="0">
                <a:solidFill>
                  <a:srgbClr val="FFFFFF"/>
                </a:solidFill>
                <a:latin typeface="Segoe Light"/>
                <a:cs typeface="Segoe Ligh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subtitle</a:t>
            </a:r>
          </a:p>
        </p:txBody>
      </p:sp>
      <p:sp>
        <p:nvSpPr>
          <p:cNvPr id="23" name="Rectangle 22"/>
          <p:cNvSpPr/>
          <p:nvPr/>
        </p:nvSpPr>
        <p:spPr>
          <a:xfrm>
            <a:off x="7631585" y="5436869"/>
            <a:ext cx="806516" cy="1071943"/>
          </a:xfrm>
          <a:prstGeom prst="rect">
            <a:avLst/>
          </a:prstGeom>
          <a:solidFill>
            <a:srgbClr val="00B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Tree>
    <p:extLst>
      <p:ext uri="{BB962C8B-B14F-4D97-AF65-F5344CB8AC3E}">
        <p14:creationId xmlns:p14="http://schemas.microsoft.com/office/powerpoint/2010/main" val="532451135"/>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3">
    <p:spTree>
      <p:nvGrpSpPr>
        <p:cNvPr id="1" name=""/>
        <p:cNvGrpSpPr/>
        <p:nvPr/>
      </p:nvGrpSpPr>
      <p:grpSpPr>
        <a:xfrm>
          <a:off x="0" y="0"/>
          <a:ext cx="0" cy="0"/>
          <a:chOff x="0" y="0"/>
          <a:chExt cx="0" cy="0"/>
        </a:xfrm>
      </p:grpSpPr>
      <p:pic>
        <p:nvPicPr>
          <p:cNvPr id="3" name="Picture 2" descr="_0004_Layer Comp 5.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9" name="Rectangle 8"/>
          <p:cNvSpPr/>
          <p:nvPr/>
        </p:nvSpPr>
        <p:spPr>
          <a:xfrm>
            <a:off x="4882166" y="546949"/>
            <a:ext cx="3556674" cy="4815948"/>
          </a:xfrm>
          <a:prstGeom prst="rect">
            <a:avLst/>
          </a:prstGeom>
          <a:solidFill>
            <a:srgbClr val="007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4" name="Rectangle 13"/>
          <p:cNvSpPr/>
          <p:nvPr/>
        </p:nvSpPr>
        <p:spPr>
          <a:xfrm>
            <a:off x="8492363" y="5436443"/>
            <a:ext cx="398869" cy="530139"/>
          </a:xfrm>
          <a:prstGeom prst="rect">
            <a:avLst/>
          </a:prstGeom>
          <a:solidFill>
            <a:srgbClr val="007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7" name="Rectangle 16"/>
          <p:cNvSpPr/>
          <p:nvPr/>
        </p:nvSpPr>
        <p:spPr>
          <a:xfrm>
            <a:off x="8492363" y="5106780"/>
            <a:ext cx="193073" cy="256613"/>
          </a:xfrm>
          <a:prstGeom prst="rect">
            <a:avLst/>
          </a:prstGeom>
          <a:solidFill>
            <a:srgbClr val="6DC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9" name="Title Placeholder 1"/>
          <p:cNvSpPr>
            <a:spLocks noGrp="1"/>
          </p:cNvSpPr>
          <p:nvPr>
            <p:ph type="title" hasCustomPrompt="1"/>
          </p:nvPr>
        </p:nvSpPr>
        <p:spPr>
          <a:xfrm>
            <a:off x="4882166" y="957582"/>
            <a:ext cx="3556000" cy="2301300"/>
          </a:xfrm>
          <a:prstGeom prst="rect">
            <a:avLst/>
          </a:prstGeom>
        </p:spPr>
        <p:txBody>
          <a:bodyPr vert="horz" lIns="91440" tIns="0" rIns="91440" bIns="45720" rtlCol="0" anchor="t" anchorCtr="0">
            <a:noAutofit/>
          </a:bodyPr>
          <a:lstStyle>
            <a:lvl1pPr algn="l">
              <a:defRPr sz="4800" b="0" cap="none" baseline="0">
                <a:solidFill>
                  <a:srgbClr val="FFFFFF"/>
                </a:solidFill>
                <a:latin typeface="Segoe Light"/>
                <a:cs typeface="Segoe Light"/>
              </a:defRPr>
            </a:lvl1pPr>
          </a:lstStyle>
          <a:p>
            <a:r>
              <a:rPr lang="en-US" dirty="0"/>
              <a:t>title of presentation</a:t>
            </a:r>
          </a:p>
        </p:txBody>
      </p:sp>
      <p:sp>
        <p:nvSpPr>
          <p:cNvPr id="20" name="Subtitle 2"/>
          <p:cNvSpPr>
            <a:spLocks noGrp="1"/>
          </p:cNvSpPr>
          <p:nvPr>
            <p:ph type="subTitle" idx="1" hasCustomPrompt="1"/>
          </p:nvPr>
        </p:nvSpPr>
        <p:spPr>
          <a:xfrm>
            <a:off x="5324619" y="3957947"/>
            <a:ext cx="3105355" cy="674364"/>
          </a:xfrm>
        </p:spPr>
        <p:txBody>
          <a:bodyPr tIns="0">
            <a:normAutofit/>
          </a:bodyPr>
          <a:lstStyle>
            <a:lvl1pPr marL="0" indent="0" algn="l">
              <a:buNone/>
              <a:defRPr sz="2000" b="0">
                <a:solidFill>
                  <a:srgbClr val="FFFFFF"/>
                </a:solidFill>
                <a:latin typeface="Segoe Light"/>
                <a:cs typeface="Segoe Ligh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subtitle</a:t>
            </a:r>
          </a:p>
        </p:txBody>
      </p:sp>
      <p:sp>
        <p:nvSpPr>
          <p:cNvPr id="21" name="Rectangle 20"/>
          <p:cNvSpPr/>
          <p:nvPr/>
        </p:nvSpPr>
        <p:spPr>
          <a:xfrm>
            <a:off x="7631585" y="5436869"/>
            <a:ext cx="806516" cy="1071943"/>
          </a:xfrm>
          <a:prstGeom prst="rect">
            <a:avLst/>
          </a:prstGeom>
          <a:solidFill>
            <a:srgbClr val="00B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Tree>
    <p:extLst>
      <p:ext uri="{BB962C8B-B14F-4D97-AF65-F5344CB8AC3E}">
        <p14:creationId xmlns:p14="http://schemas.microsoft.com/office/powerpoint/2010/main" val="4249119248"/>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4">
    <p:spTree>
      <p:nvGrpSpPr>
        <p:cNvPr id="1" name=""/>
        <p:cNvGrpSpPr/>
        <p:nvPr/>
      </p:nvGrpSpPr>
      <p:grpSpPr>
        <a:xfrm>
          <a:off x="0" y="0"/>
          <a:ext cx="0" cy="0"/>
          <a:chOff x="0" y="0"/>
          <a:chExt cx="0" cy="0"/>
        </a:xfrm>
      </p:grpSpPr>
      <p:pic>
        <p:nvPicPr>
          <p:cNvPr id="3" name="Picture 2" descr="new_0001_Layer Comp 2.jpg"/>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 y="0"/>
            <a:ext cx="9144001" cy="6858000"/>
          </a:xfrm>
          <a:prstGeom prst="rect">
            <a:avLst/>
          </a:prstGeom>
        </p:spPr>
      </p:pic>
      <p:sp>
        <p:nvSpPr>
          <p:cNvPr id="9" name="Rectangle 8"/>
          <p:cNvSpPr/>
          <p:nvPr/>
        </p:nvSpPr>
        <p:spPr>
          <a:xfrm>
            <a:off x="658352" y="449235"/>
            <a:ext cx="3556674" cy="4815948"/>
          </a:xfrm>
          <a:prstGeom prst="rect">
            <a:avLst/>
          </a:prstGeom>
          <a:solidFill>
            <a:srgbClr val="007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baseline="0" dirty="0"/>
          </a:p>
        </p:txBody>
      </p:sp>
      <p:sp>
        <p:nvSpPr>
          <p:cNvPr id="12" name="Rectangle 11"/>
          <p:cNvSpPr/>
          <p:nvPr/>
        </p:nvSpPr>
        <p:spPr>
          <a:xfrm flipH="1">
            <a:off x="658352" y="5338201"/>
            <a:ext cx="806516" cy="1071943"/>
          </a:xfrm>
          <a:prstGeom prst="rect">
            <a:avLst/>
          </a:prstGeom>
          <a:solidFill>
            <a:srgbClr val="00B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3" name="Rectangle 12"/>
          <p:cNvSpPr/>
          <p:nvPr/>
        </p:nvSpPr>
        <p:spPr>
          <a:xfrm flipH="1">
            <a:off x="204721" y="5335369"/>
            <a:ext cx="398869" cy="530139"/>
          </a:xfrm>
          <a:prstGeom prst="rect">
            <a:avLst/>
          </a:prstGeom>
          <a:solidFill>
            <a:srgbClr val="007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4" name="Rectangle 13"/>
          <p:cNvSpPr/>
          <p:nvPr/>
        </p:nvSpPr>
        <p:spPr>
          <a:xfrm flipH="1">
            <a:off x="410516" y="5005739"/>
            <a:ext cx="193073" cy="256613"/>
          </a:xfrm>
          <a:prstGeom prst="rect">
            <a:avLst/>
          </a:prstGeom>
          <a:solidFill>
            <a:srgbClr val="6DC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6" name="Title Placeholder 1"/>
          <p:cNvSpPr>
            <a:spLocks noGrp="1"/>
          </p:cNvSpPr>
          <p:nvPr>
            <p:ph type="title" hasCustomPrompt="1"/>
          </p:nvPr>
        </p:nvSpPr>
        <p:spPr>
          <a:xfrm>
            <a:off x="659026" y="869447"/>
            <a:ext cx="3556000" cy="2301300"/>
          </a:xfrm>
          <a:prstGeom prst="rect">
            <a:avLst/>
          </a:prstGeom>
        </p:spPr>
        <p:txBody>
          <a:bodyPr vert="horz" lIns="91440" tIns="0" rIns="91440" bIns="45720" rtlCol="0" anchor="t" anchorCtr="0">
            <a:noAutofit/>
          </a:bodyPr>
          <a:lstStyle>
            <a:lvl1pPr algn="l">
              <a:defRPr sz="4800" b="0" cap="none" baseline="0">
                <a:solidFill>
                  <a:srgbClr val="FFFFFF"/>
                </a:solidFill>
                <a:latin typeface="Segoe Light"/>
                <a:cs typeface="Segoe Light"/>
              </a:defRPr>
            </a:lvl1pPr>
          </a:lstStyle>
          <a:p>
            <a:r>
              <a:rPr lang="en-US" dirty="0"/>
              <a:t>title of presentation</a:t>
            </a:r>
          </a:p>
        </p:txBody>
      </p:sp>
      <p:sp>
        <p:nvSpPr>
          <p:cNvPr id="17" name="Subtitle 2"/>
          <p:cNvSpPr>
            <a:spLocks noGrp="1"/>
          </p:cNvSpPr>
          <p:nvPr>
            <p:ph type="subTitle" idx="1" hasCustomPrompt="1"/>
          </p:nvPr>
        </p:nvSpPr>
        <p:spPr>
          <a:xfrm>
            <a:off x="658353" y="3884501"/>
            <a:ext cx="3105355" cy="674364"/>
          </a:xfrm>
        </p:spPr>
        <p:txBody>
          <a:bodyPr tIns="0">
            <a:normAutofit/>
          </a:bodyPr>
          <a:lstStyle>
            <a:lvl1pPr marL="0" indent="0" algn="l">
              <a:buNone/>
              <a:defRPr sz="2000" b="0">
                <a:solidFill>
                  <a:srgbClr val="FFFFFF"/>
                </a:solidFill>
                <a:latin typeface="Segoe Light"/>
                <a:cs typeface="Segoe Ligh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subtitle</a:t>
            </a:r>
          </a:p>
        </p:txBody>
      </p:sp>
    </p:spTree>
    <p:extLst>
      <p:ext uri="{BB962C8B-B14F-4D97-AF65-F5344CB8AC3E}">
        <p14:creationId xmlns:p14="http://schemas.microsoft.com/office/powerpoint/2010/main" val="2857259081"/>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nd Content 5">
    <p:spTree>
      <p:nvGrpSpPr>
        <p:cNvPr id="1" name=""/>
        <p:cNvGrpSpPr/>
        <p:nvPr/>
      </p:nvGrpSpPr>
      <p:grpSpPr>
        <a:xfrm>
          <a:off x="0" y="0"/>
          <a:ext cx="0" cy="0"/>
          <a:chOff x="0" y="0"/>
          <a:chExt cx="0" cy="0"/>
        </a:xfrm>
      </p:grpSpPr>
      <p:pic>
        <p:nvPicPr>
          <p:cNvPr id="2" name="Picture 1" descr="MSC12_Sam_001_16x9.jp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 y="0"/>
            <a:ext cx="9141291" cy="6858000"/>
          </a:xfrm>
          <a:prstGeom prst="rect">
            <a:avLst/>
          </a:prstGeom>
        </p:spPr>
      </p:pic>
      <p:sp>
        <p:nvSpPr>
          <p:cNvPr id="10" name="Rectangle 9"/>
          <p:cNvSpPr/>
          <p:nvPr/>
        </p:nvSpPr>
        <p:spPr>
          <a:xfrm>
            <a:off x="5309337" y="546949"/>
            <a:ext cx="3556674" cy="4815948"/>
          </a:xfrm>
          <a:prstGeom prst="rect">
            <a:avLst/>
          </a:prstGeom>
          <a:solidFill>
            <a:srgbClr val="007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baseline="0" dirty="0"/>
          </a:p>
        </p:txBody>
      </p:sp>
      <p:sp>
        <p:nvSpPr>
          <p:cNvPr id="18" name="Title Placeholder 1"/>
          <p:cNvSpPr>
            <a:spLocks noGrp="1"/>
          </p:cNvSpPr>
          <p:nvPr>
            <p:ph type="title" hasCustomPrompt="1"/>
          </p:nvPr>
        </p:nvSpPr>
        <p:spPr>
          <a:xfrm>
            <a:off x="5309337" y="957582"/>
            <a:ext cx="3556000" cy="2301300"/>
          </a:xfrm>
          <a:prstGeom prst="rect">
            <a:avLst/>
          </a:prstGeom>
        </p:spPr>
        <p:txBody>
          <a:bodyPr vert="horz" lIns="91440" tIns="0" rIns="91440" bIns="45720" rtlCol="0" anchor="t" anchorCtr="0">
            <a:noAutofit/>
          </a:bodyPr>
          <a:lstStyle>
            <a:lvl1pPr algn="l">
              <a:defRPr sz="4800" b="0" cap="none" baseline="0">
                <a:solidFill>
                  <a:srgbClr val="FFFFFF"/>
                </a:solidFill>
                <a:latin typeface="Segoe Light"/>
                <a:cs typeface="Segoe Light"/>
              </a:defRPr>
            </a:lvl1pPr>
          </a:lstStyle>
          <a:p>
            <a:r>
              <a:rPr lang="en-US" dirty="0"/>
              <a:t>title of presentation</a:t>
            </a:r>
          </a:p>
        </p:txBody>
      </p:sp>
      <p:sp>
        <p:nvSpPr>
          <p:cNvPr id="19" name="Subtitle 2"/>
          <p:cNvSpPr>
            <a:spLocks noGrp="1"/>
          </p:cNvSpPr>
          <p:nvPr>
            <p:ph type="subTitle" idx="1" hasCustomPrompt="1"/>
          </p:nvPr>
        </p:nvSpPr>
        <p:spPr>
          <a:xfrm>
            <a:off x="5751790" y="3957947"/>
            <a:ext cx="3105355" cy="674364"/>
          </a:xfrm>
        </p:spPr>
        <p:txBody>
          <a:bodyPr tIns="0">
            <a:normAutofit/>
          </a:bodyPr>
          <a:lstStyle>
            <a:lvl1pPr marL="0" indent="0" algn="l">
              <a:buNone/>
              <a:defRPr sz="2000" b="0">
                <a:solidFill>
                  <a:srgbClr val="FFFFFF"/>
                </a:solidFill>
                <a:latin typeface="Segoe Light"/>
                <a:cs typeface="Segoe Ligh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subtitle</a:t>
            </a:r>
          </a:p>
        </p:txBody>
      </p:sp>
      <p:sp>
        <p:nvSpPr>
          <p:cNvPr id="11" name="Rectangle 10"/>
          <p:cNvSpPr/>
          <p:nvPr/>
        </p:nvSpPr>
        <p:spPr>
          <a:xfrm flipH="1">
            <a:off x="5309337" y="5435914"/>
            <a:ext cx="806516" cy="1071943"/>
          </a:xfrm>
          <a:prstGeom prst="rect">
            <a:avLst/>
          </a:prstGeom>
          <a:solidFill>
            <a:srgbClr val="00B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2" name="Rectangle 11"/>
          <p:cNvSpPr/>
          <p:nvPr/>
        </p:nvSpPr>
        <p:spPr>
          <a:xfrm flipH="1">
            <a:off x="4855706" y="5433083"/>
            <a:ext cx="398869" cy="530139"/>
          </a:xfrm>
          <a:prstGeom prst="rect">
            <a:avLst/>
          </a:prstGeom>
          <a:solidFill>
            <a:srgbClr val="007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3" name="Rectangle 12"/>
          <p:cNvSpPr/>
          <p:nvPr/>
        </p:nvSpPr>
        <p:spPr>
          <a:xfrm flipH="1">
            <a:off x="5061502" y="5103452"/>
            <a:ext cx="193073" cy="256613"/>
          </a:xfrm>
          <a:prstGeom prst="rect">
            <a:avLst/>
          </a:prstGeom>
          <a:solidFill>
            <a:srgbClr val="6DC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Tree>
    <p:extLst>
      <p:ext uri="{BB962C8B-B14F-4D97-AF65-F5344CB8AC3E}">
        <p14:creationId xmlns:p14="http://schemas.microsoft.com/office/powerpoint/2010/main" val="412435455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nd Content 6">
    <p:spTree>
      <p:nvGrpSpPr>
        <p:cNvPr id="1" name=""/>
        <p:cNvGrpSpPr/>
        <p:nvPr/>
      </p:nvGrpSpPr>
      <p:grpSpPr>
        <a:xfrm>
          <a:off x="0" y="0"/>
          <a:ext cx="0" cy="0"/>
          <a:chOff x="0" y="0"/>
          <a:chExt cx="0" cy="0"/>
        </a:xfrm>
      </p:grpSpPr>
      <p:pic>
        <p:nvPicPr>
          <p:cNvPr id="3" name="Picture 2" descr="new_0002_Layer Comp 3.jpg"/>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 y="0"/>
            <a:ext cx="9144001" cy="6858000"/>
          </a:xfrm>
          <a:prstGeom prst="rect">
            <a:avLst/>
          </a:prstGeom>
        </p:spPr>
      </p:pic>
      <p:sp>
        <p:nvSpPr>
          <p:cNvPr id="10" name="Rectangle 9"/>
          <p:cNvSpPr/>
          <p:nvPr/>
        </p:nvSpPr>
        <p:spPr>
          <a:xfrm>
            <a:off x="653066" y="408297"/>
            <a:ext cx="3556674" cy="4815948"/>
          </a:xfrm>
          <a:prstGeom prst="rect">
            <a:avLst/>
          </a:prstGeom>
          <a:solidFill>
            <a:srgbClr val="007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baseline="0" dirty="0"/>
          </a:p>
        </p:txBody>
      </p:sp>
      <p:sp>
        <p:nvSpPr>
          <p:cNvPr id="13" name="Rectangle 12"/>
          <p:cNvSpPr/>
          <p:nvPr/>
        </p:nvSpPr>
        <p:spPr>
          <a:xfrm flipH="1">
            <a:off x="653066" y="5297262"/>
            <a:ext cx="806516" cy="1071943"/>
          </a:xfrm>
          <a:prstGeom prst="rect">
            <a:avLst/>
          </a:prstGeom>
          <a:solidFill>
            <a:srgbClr val="00B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4" name="Rectangle 13"/>
          <p:cNvSpPr/>
          <p:nvPr/>
        </p:nvSpPr>
        <p:spPr>
          <a:xfrm flipH="1">
            <a:off x="199435" y="5294431"/>
            <a:ext cx="398869" cy="530139"/>
          </a:xfrm>
          <a:prstGeom prst="rect">
            <a:avLst/>
          </a:prstGeom>
          <a:solidFill>
            <a:srgbClr val="007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5" name="Rectangle 14"/>
          <p:cNvSpPr/>
          <p:nvPr/>
        </p:nvSpPr>
        <p:spPr>
          <a:xfrm flipH="1">
            <a:off x="405231" y="4964800"/>
            <a:ext cx="193073" cy="256613"/>
          </a:xfrm>
          <a:prstGeom prst="rect">
            <a:avLst/>
          </a:prstGeom>
          <a:solidFill>
            <a:srgbClr val="6DC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8" name="Title Placeholder 1"/>
          <p:cNvSpPr>
            <a:spLocks noGrp="1"/>
          </p:cNvSpPr>
          <p:nvPr>
            <p:ph type="title" hasCustomPrompt="1"/>
          </p:nvPr>
        </p:nvSpPr>
        <p:spPr>
          <a:xfrm>
            <a:off x="659026" y="869447"/>
            <a:ext cx="3556000" cy="2301300"/>
          </a:xfrm>
          <a:prstGeom prst="rect">
            <a:avLst/>
          </a:prstGeom>
        </p:spPr>
        <p:txBody>
          <a:bodyPr vert="horz" lIns="91440" tIns="0" rIns="91440" bIns="45720" rtlCol="0" anchor="t" anchorCtr="0">
            <a:noAutofit/>
          </a:bodyPr>
          <a:lstStyle>
            <a:lvl1pPr algn="l">
              <a:defRPr sz="4800" b="0" cap="none" baseline="0">
                <a:solidFill>
                  <a:srgbClr val="FFFFFF"/>
                </a:solidFill>
                <a:latin typeface="Segoe Light"/>
                <a:cs typeface="Segoe Light"/>
              </a:defRPr>
            </a:lvl1pPr>
          </a:lstStyle>
          <a:p>
            <a:r>
              <a:rPr lang="en-US" dirty="0"/>
              <a:t>title of presentation</a:t>
            </a:r>
          </a:p>
        </p:txBody>
      </p:sp>
      <p:sp>
        <p:nvSpPr>
          <p:cNvPr id="19" name="Subtitle 2"/>
          <p:cNvSpPr>
            <a:spLocks noGrp="1"/>
          </p:cNvSpPr>
          <p:nvPr>
            <p:ph type="subTitle" idx="1" hasCustomPrompt="1"/>
          </p:nvPr>
        </p:nvSpPr>
        <p:spPr>
          <a:xfrm>
            <a:off x="658353" y="3884501"/>
            <a:ext cx="3105355" cy="674364"/>
          </a:xfrm>
        </p:spPr>
        <p:txBody>
          <a:bodyPr tIns="0">
            <a:normAutofit/>
          </a:bodyPr>
          <a:lstStyle>
            <a:lvl1pPr marL="0" indent="0" algn="l">
              <a:buNone/>
              <a:defRPr sz="2000" b="0">
                <a:solidFill>
                  <a:srgbClr val="FFFFFF"/>
                </a:solidFill>
                <a:latin typeface="Segoe Light"/>
                <a:cs typeface="Segoe Ligh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subtitle</a:t>
            </a:r>
          </a:p>
        </p:txBody>
      </p:sp>
    </p:spTree>
    <p:extLst>
      <p:ext uri="{BB962C8B-B14F-4D97-AF65-F5344CB8AC3E}">
        <p14:creationId xmlns:p14="http://schemas.microsoft.com/office/powerpoint/2010/main" val="280453766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nd Content 7">
    <p:spTree>
      <p:nvGrpSpPr>
        <p:cNvPr id="1" name=""/>
        <p:cNvGrpSpPr/>
        <p:nvPr/>
      </p:nvGrpSpPr>
      <p:grpSpPr>
        <a:xfrm>
          <a:off x="0" y="0"/>
          <a:ext cx="0" cy="0"/>
          <a:chOff x="0" y="0"/>
          <a:chExt cx="0" cy="0"/>
        </a:xfrm>
      </p:grpSpPr>
      <p:pic>
        <p:nvPicPr>
          <p:cNvPr id="4" name="Picture 3" descr="_0003_Layer Comp 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28" name="Rectangle 27"/>
          <p:cNvSpPr/>
          <p:nvPr/>
        </p:nvSpPr>
        <p:spPr>
          <a:xfrm>
            <a:off x="5233580" y="327539"/>
            <a:ext cx="3184052" cy="5167959"/>
          </a:xfrm>
          <a:prstGeom prst="rect">
            <a:avLst/>
          </a:prstGeom>
          <a:solidFill>
            <a:srgbClr val="007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29" name="Title Placeholder 1"/>
          <p:cNvSpPr>
            <a:spLocks noGrp="1"/>
          </p:cNvSpPr>
          <p:nvPr>
            <p:ph type="title" hasCustomPrompt="1"/>
          </p:nvPr>
        </p:nvSpPr>
        <p:spPr>
          <a:xfrm>
            <a:off x="5233582" y="1734558"/>
            <a:ext cx="3184050" cy="1954348"/>
          </a:xfrm>
          <a:prstGeom prst="rect">
            <a:avLst/>
          </a:prstGeom>
        </p:spPr>
        <p:txBody>
          <a:bodyPr vert="horz" lIns="91440" tIns="0" rIns="91440" bIns="45720" rtlCol="0" anchor="t" anchorCtr="0">
            <a:noAutofit/>
          </a:bodyPr>
          <a:lstStyle>
            <a:lvl1pPr algn="l">
              <a:defRPr sz="4400" b="0" cap="none" baseline="0">
                <a:solidFill>
                  <a:srgbClr val="FFFFFF"/>
                </a:solidFill>
                <a:latin typeface="Segoe Light"/>
                <a:cs typeface="Segoe Light"/>
              </a:defRPr>
            </a:lvl1pPr>
          </a:lstStyle>
          <a:p>
            <a:r>
              <a:rPr lang="en-US" dirty="0"/>
              <a:t>title of </a:t>
            </a:r>
            <a:br>
              <a:rPr lang="en-US" dirty="0"/>
            </a:br>
            <a:r>
              <a:rPr lang="en-US" dirty="0"/>
              <a:t>presentation</a:t>
            </a:r>
          </a:p>
        </p:txBody>
      </p:sp>
      <p:sp>
        <p:nvSpPr>
          <p:cNvPr id="30" name="Subtitle 2"/>
          <p:cNvSpPr>
            <a:spLocks noGrp="1"/>
          </p:cNvSpPr>
          <p:nvPr>
            <p:ph type="subTitle" idx="1" hasCustomPrompt="1"/>
          </p:nvPr>
        </p:nvSpPr>
        <p:spPr>
          <a:xfrm>
            <a:off x="5374224" y="4706297"/>
            <a:ext cx="2902766" cy="572695"/>
          </a:xfrm>
        </p:spPr>
        <p:txBody>
          <a:bodyPr tIns="0">
            <a:normAutofit/>
          </a:bodyPr>
          <a:lstStyle>
            <a:lvl1pPr marL="0" indent="0" algn="l">
              <a:buNone/>
              <a:defRPr sz="2000" b="0">
                <a:solidFill>
                  <a:srgbClr val="FFFFFF"/>
                </a:solidFill>
                <a:latin typeface="Segoe Light"/>
                <a:cs typeface="Segoe Ligh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subtitle</a:t>
            </a:r>
          </a:p>
        </p:txBody>
      </p:sp>
      <p:sp>
        <p:nvSpPr>
          <p:cNvPr id="31" name="Rectangle 30"/>
          <p:cNvSpPr/>
          <p:nvPr/>
        </p:nvSpPr>
        <p:spPr>
          <a:xfrm>
            <a:off x="8472688" y="5567947"/>
            <a:ext cx="398869" cy="530139"/>
          </a:xfrm>
          <a:prstGeom prst="rect">
            <a:avLst/>
          </a:prstGeom>
          <a:solidFill>
            <a:srgbClr val="007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32" name="Rectangle 31"/>
          <p:cNvSpPr/>
          <p:nvPr/>
        </p:nvSpPr>
        <p:spPr>
          <a:xfrm>
            <a:off x="8472688" y="5238284"/>
            <a:ext cx="193073" cy="256613"/>
          </a:xfrm>
          <a:prstGeom prst="rect">
            <a:avLst/>
          </a:prstGeom>
          <a:solidFill>
            <a:srgbClr val="6DC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33" name="Rectangle 32"/>
          <p:cNvSpPr/>
          <p:nvPr/>
        </p:nvSpPr>
        <p:spPr>
          <a:xfrm>
            <a:off x="7611116" y="5568515"/>
            <a:ext cx="806516" cy="1071943"/>
          </a:xfrm>
          <a:prstGeom prst="rect">
            <a:avLst/>
          </a:prstGeom>
          <a:solidFill>
            <a:srgbClr val="00B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Tree>
    <p:extLst>
      <p:ext uri="{BB962C8B-B14F-4D97-AF65-F5344CB8AC3E}">
        <p14:creationId xmlns:p14="http://schemas.microsoft.com/office/powerpoint/2010/main" val="101948455"/>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tion Header 8">
    <p:spTree>
      <p:nvGrpSpPr>
        <p:cNvPr id="1" name=""/>
        <p:cNvGrpSpPr/>
        <p:nvPr/>
      </p:nvGrpSpPr>
      <p:grpSpPr>
        <a:xfrm>
          <a:off x="0" y="0"/>
          <a:ext cx="0" cy="0"/>
          <a:chOff x="0" y="0"/>
          <a:chExt cx="0" cy="0"/>
        </a:xfrm>
      </p:grpSpPr>
      <p:sp>
        <p:nvSpPr>
          <p:cNvPr id="9" name="Rectangle 8"/>
          <p:cNvSpPr/>
          <p:nvPr/>
        </p:nvSpPr>
        <p:spPr>
          <a:xfrm>
            <a:off x="1027067" y="619519"/>
            <a:ext cx="7302500" cy="3630748"/>
          </a:xfrm>
          <a:prstGeom prst="rect">
            <a:avLst/>
          </a:prstGeom>
          <a:solidFill>
            <a:srgbClr val="007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1" name="Title 1"/>
          <p:cNvSpPr>
            <a:spLocks noGrp="1"/>
          </p:cNvSpPr>
          <p:nvPr>
            <p:ph type="title" hasCustomPrompt="1"/>
          </p:nvPr>
        </p:nvSpPr>
        <p:spPr>
          <a:xfrm>
            <a:off x="1027067" y="1794192"/>
            <a:ext cx="7301768" cy="1107016"/>
          </a:xfrm>
        </p:spPr>
        <p:txBody>
          <a:bodyPr anchor="t">
            <a:noAutofit/>
          </a:bodyPr>
          <a:lstStyle>
            <a:lvl1pPr algn="l">
              <a:lnSpc>
                <a:spcPct val="80000"/>
              </a:lnSpc>
              <a:defRPr sz="5400" b="0" cap="none" baseline="0">
                <a:solidFill>
                  <a:schemeClr val="bg1"/>
                </a:solidFill>
                <a:latin typeface="Segoe Light"/>
                <a:cs typeface="Segoe Light"/>
              </a:defRPr>
            </a:lvl1pPr>
          </a:lstStyle>
          <a:p>
            <a:r>
              <a:rPr lang="en-US" dirty="0"/>
              <a:t>title of presentation</a:t>
            </a:r>
          </a:p>
        </p:txBody>
      </p:sp>
      <p:sp>
        <p:nvSpPr>
          <p:cNvPr id="12" name="Text Placeholder 2"/>
          <p:cNvSpPr>
            <a:spLocks noGrp="1"/>
          </p:cNvSpPr>
          <p:nvPr>
            <p:ph type="body" idx="1" hasCustomPrompt="1"/>
          </p:nvPr>
        </p:nvSpPr>
        <p:spPr>
          <a:xfrm>
            <a:off x="1335071" y="2902658"/>
            <a:ext cx="6993764" cy="559473"/>
          </a:xfrm>
        </p:spPr>
        <p:txBody>
          <a:bodyPr anchor="b">
            <a:noAutofit/>
          </a:bodyPr>
          <a:lstStyle>
            <a:lvl1pPr marL="0" indent="0">
              <a:buNone/>
              <a:defRPr sz="2000" b="0">
                <a:solidFill>
                  <a:srgbClr val="FFFFFF"/>
                </a:solidFill>
                <a:latin typeface="Segoe Light"/>
                <a:cs typeface="Segoe Ligh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add subtitle</a:t>
            </a:r>
          </a:p>
        </p:txBody>
      </p:sp>
      <p:sp>
        <p:nvSpPr>
          <p:cNvPr id="13" name="Rectangle 12"/>
          <p:cNvSpPr/>
          <p:nvPr/>
        </p:nvSpPr>
        <p:spPr>
          <a:xfrm>
            <a:off x="571642" y="4323284"/>
            <a:ext cx="398869" cy="530139"/>
          </a:xfrm>
          <a:prstGeom prst="rect">
            <a:avLst/>
          </a:prstGeom>
          <a:solidFill>
            <a:srgbClr val="007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4" name="Rectangle 13"/>
          <p:cNvSpPr/>
          <p:nvPr/>
        </p:nvSpPr>
        <p:spPr>
          <a:xfrm>
            <a:off x="778220" y="3993654"/>
            <a:ext cx="193073" cy="256613"/>
          </a:xfrm>
          <a:prstGeom prst="rect">
            <a:avLst/>
          </a:prstGeom>
          <a:solidFill>
            <a:srgbClr val="6DC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5" name="Rectangle 14"/>
          <p:cNvSpPr/>
          <p:nvPr/>
        </p:nvSpPr>
        <p:spPr>
          <a:xfrm>
            <a:off x="1027067" y="4323505"/>
            <a:ext cx="806516" cy="1071943"/>
          </a:xfrm>
          <a:prstGeom prst="rect">
            <a:avLst/>
          </a:prstGeom>
          <a:solidFill>
            <a:srgbClr val="00B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Tree>
    <p:extLst>
      <p:ext uri="{BB962C8B-B14F-4D97-AF65-F5344CB8AC3E}">
        <p14:creationId xmlns:p14="http://schemas.microsoft.com/office/powerpoint/2010/main" val="279074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ivider page 1">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4B7B25D6-E5FF-4FF5-86C6-9B3886313F10}" type="datetime1">
              <a:rPr lang="en-US" smtClean="0"/>
              <a:t>9/14/23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9A3E85D-0FC7-164D-9B9E-D8CDD8FC5B09}" type="slidenum">
              <a:rPr lang="en-US" smtClean="0"/>
              <a:pPr/>
              <a:t>‹#›</a:t>
            </a:fld>
            <a:endParaRPr lang="en-US"/>
          </a:p>
        </p:txBody>
      </p:sp>
      <p:sp>
        <p:nvSpPr>
          <p:cNvPr id="8" name="Rectangle 7"/>
          <p:cNvSpPr/>
          <p:nvPr/>
        </p:nvSpPr>
        <p:spPr>
          <a:xfrm>
            <a:off x="0" y="0"/>
            <a:ext cx="9144000" cy="6858000"/>
          </a:xfrm>
          <a:prstGeom prst="rect">
            <a:avLst/>
          </a:prstGeom>
          <a:solidFill>
            <a:srgbClr val="6DC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2" name="Title 1"/>
          <p:cNvSpPr>
            <a:spLocks noGrp="1"/>
          </p:cNvSpPr>
          <p:nvPr>
            <p:ph type="title" hasCustomPrompt="1"/>
          </p:nvPr>
        </p:nvSpPr>
        <p:spPr>
          <a:xfrm>
            <a:off x="613311" y="2544584"/>
            <a:ext cx="7826044" cy="1469857"/>
          </a:xfrm>
        </p:spPr>
        <p:txBody>
          <a:bodyPr anchor="t">
            <a:noAutofit/>
          </a:bodyPr>
          <a:lstStyle>
            <a:lvl1pPr algn="l">
              <a:lnSpc>
                <a:spcPct val="80000"/>
              </a:lnSpc>
              <a:defRPr sz="7200" b="0" cap="none" baseline="0">
                <a:solidFill>
                  <a:schemeClr val="bg1"/>
                </a:solidFill>
                <a:latin typeface="Segoe Light"/>
                <a:cs typeface="Segoe Light"/>
              </a:defRPr>
            </a:lvl1pPr>
          </a:lstStyle>
          <a:p>
            <a:r>
              <a:rPr lang="en-US" dirty="0"/>
              <a:t>divider page</a:t>
            </a:r>
          </a:p>
        </p:txBody>
      </p:sp>
      <p:sp>
        <p:nvSpPr>
          <p:cNvPr id="13" name="Text Placeholder 2"/>
          <p:cNvSpPr>
            <a:spLocks noGrp="1"/>
          </p:cNvSpPr>
          <p:nvPr>
            <p:ph type="body" idx="1" hasCustomPrompt="1"/>
          </p:nvPr>
        </p:nvSpPr>
        <p:spPr>
          <a:xfrm>
            <a:off x="1118101" y="4023360"/>
            <a:ext cx="7320135" cy="419605"/>
          </a:xfrm>
        </p:spPr>
        <p:txBody>
          <a:bodyPr anchor="b">
            <a:noAutofit/>
          </a:bodyPr>
          <a:lstStyle>
            <a:lvl1pPr marL="0" indent="0">
              <a:buNone/>
              <a:defRPr sz="2000" b="0">
                <a:solidFill>
                  <a:srgbClr val="FFFFFF"/>
                </a:solidFill>
                <a:latin typeface="Segoe Light"/>
                <a:cs typeface="Segoe Ligh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add text</a:t>
            </a:r>
          </a:p>
        </p:txBody>
      </p:sp>
    </p:spTree>
    <p:extLst>
      <p:ext uri="{BB962C8B-B14F-4D97-AF65-F5344CB8AC3E}">
        <p14:creationId xmlns:p14="http://schemas.microsoft.com/office/powerpoint/2010/main" val="396420262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ivider page 2">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49DCD352-5D02-4CD4-B992-8176A95F2868}" type="datetime1">
              <a:rPr lang="en-US" smtClean="0"/>
              <a:t>9/14/23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9A3E85D-0FC7-164D-9B9E-D8CDD8FC5B09}" type="slidenum">
              <a:rPr lang="en-US" smtClean="0"/>
              <a:pPr/>
              <a:t>‹#›</a:t>
            </a:fld>
            <a:endParaRPr lang="en-US"/>
          </a:p>
        </p:txBody>
      </p:sp>
      <p:sp>
        <p:nvSpPr>
          <p:cNvPr id="8" name="Rectangle 7"/>
          <p:cNvSpPr/>
          <p:nvPr/>
        </p:nvSpPr>
        <p:spPr>
          <a:xfrm>
            <a:off x="0" y="0"/>
            <a:ext cx="9144000" cy="6858000"/>
          </a:xfrm>
          <a:prstGeom prst="rect">
            <a:avLst/>
          </a:prstGeom>
          <a:solidFill>
            <a:srgbClr val="00B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2" name="Title 1"/>
          <p:cNvSpPr>
            <a:spLocks noGrp="1"/>
          </p:cNvSpPr>
          <p:nvPr>
            <p:ph type="title" hasCustomPrompt="1"/>
          </p:nvPr>
        </p:nvSpPr>
        <p:spPr>
          <a:xfrm>
            <a:off x="613311" y="2544584"/>
            <a:ext cx="7826044" cy="1469857"/>
          </a:xfrm>
        </p:spPr>
        <p:txBody>
          <a:bodyPr anchor="t">
            <a:noAutofit/>
          </a:bodyPr>
          <a:lstStyle>
            <a:lvl1pPr algn="l">
              <a:lnSpc>
                <a:spcPct val="80000"/>
              </a:lnSpc>
              <a:defRPr sz="7200" b="0" cap="none" baseline="0">
                <a:solidFill>
                  <a:schemeClr val="bg1"/>
                </a:solidFill>
                <a:latin typeface="Segoe Light"/>
                <a:cs typeface="Segoe Light"/>
              </a:defRPr>
            </a:lvl1pPr>
          </a:lstStyle>
          <a:p>
            <a:r>
              <a:rPr lang="en-US" dirty="0"/>
              <a:t>divider page</a:t>
            </a:r>
          </a:p>
        </p:txBody>
      </p:sp>
      <p:sp>
        <p:nvSpPr>
          <p:cNvPr id="13" name="Text Placeholder 2"/>
          <p:cNvSpPr>
            <a:spLocks noGrp="1"/>
          </p:cNvSpPr>
          <p:nvPr>
            <p:ph type="body" idx="1" hasCustomPrompt="1"/>
          </p:nvPr>
        </p:nvSpPr>
        <p:spPr>
          <a:xfrm>
            <a:off x="1118101" y="4023360"/>
            <a:ext cx="7320135" cy="419605"/>
          </a:xfrm>
        </p:spPr>
        <p:txBody>
          <a:bodyPr anchor="b">
            <a:noAutofit/>
          </a:bodyPr>
          <a:lstStyle>
            <a:lvl1pPr marL="0" indent="0">
              <a:buNone/>
              <a:defRPr sz="2000" b="0">
                <a:solidFill>
                  <a:srgbClr val="FFFFFF"/>
                </a:solidFill>
                <a:latin typeface="Segoe Light"/>
                <a:cs typeface="Segoe Ligh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add text</a:t>
            </a:r>
          </a:p>
        </p:txBody>
      </p:sp>
    </p:spTree>
    <p:extLst>
      <p:ext uri="{BB962C8B-B14F-4D97-AF65-F5344CB8AC3E}">
        <p14:creationId xmlns:p14="http://schemas.microsoft.com/office/powerpoint/2010/main" val="159142475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Divider page 3">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0EB8FCC-EDF1-4BBD-A3BC-C97744C16007}" type="datetime1">
              <a:rPr lang="en-US" smtClean="0"/>
              <a:t>9/14/23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9A3E85D-0FC7-164D-9B9E-D8CDD8FC5B09}" type="slidenum">
              <a:rPr lang="en-US" smtClean="0"/>
              <a:pPr/>
              <a:t>‹#›</a:t>
            </a:fld>
            <a:endParaRPr lang="en-US"/>
          </a:p>
        </p:txBody>
      </p:sp>
      <p:sp>
        <p:nvSpPr>
          <p:cNvPr id="8" name="Rectangle 7"/>
          <p:cNvSpPr/>
          <p:nvPr/>
        </p:nvSpPr>
        <p:spPr>
          <a:xfrm>
            <a:off x="0" y="0"/>
            <a:ext cx="9144000" cy="6858000"/>
          </a:xfrm>
          <a:prstGeom prst="rect">
            <a:avLst/>
          </a:prstGeom>
          <a:solidFill>
            <a:srgbClr val="007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6" name="Title 1"/>
          <p:cNvSpPr>
            <a:spLocks noGrp="1"/>
          </p:cNvSpPr>
          <p:nvPr>
            <p:ph type="title" hasCustomPrompt="1"/>
          </p:nvPr>
        </p:nvSpPr>
        <p:spPr>
          <a:xfrm>
            <a:off x="613311" y="2544584"/>
            <a:ext cx="7826044" cy="1469857"/>
          </a:xfrm>
        </p:spPr>
        <p:txBody>
          <a:bodyPr anchor="t">
            <a:noAutofit/>
          </a:bodyPr>
          <a:lstStyle>
            <a:lvl1pPr algn="l">
              <a:lnSpc>
                <a:spcPct val="80000"/>
              </a:lnSpc>
              <a:defRPr sz="7200" b="0" cap="none" baseline="0">
                <a:solidFill>
                  <a:schemeClr val="bg1"/>
                </a:solidFill>
                <a:latin typeface="Segoe Light"/>
                <a:cs typeface="Segoe Light"/>
              </a:defRPr>
            </a:lvl1pPr>
          </a:lstStyle>
          <a:p>
            <a:r>
              <a:rPr lang="en-US" dirty="0"/>
              <a:t>divider page</a:t>
            </a:r>
          </a:p>
        </p:txBody>
      </p:sp>
      <p:sp>
        <p:nvSpPr>
          <p:cNvPr id="9" name="Text Placeholder 2"/>
          <p:cNvSpPr>
            <a:spLocks noGrp="1"/>
          </p:cNvSpPr>
          <p:nvPr>
            <p:ph type="body" idx="1" hasCustomPrompt="1"/>
          </p:nvPr>
        </p:nvSpPr>
        <p:spPr>
          <a:xfrm>
            <a:off x="1118101" y="4023360"/>
            <a:ext cx="7320135" cy="419605"/>
          </a:xfrm>
        </p:spPr>
        <p:txBody>
          <a:bodyPr anchor="b">
            <a:noAutofit/>
          </a:bodyPr>
          <a:lstStyle>
            <a:lvl1pPr marL="0" indent="0">
              <a:buNone/>
              <a:defRPr sz="2000" b="0">
                <a:solidFill>
                  <a:srgbClr val="FFFFFF"/>
                </a:solidFill>
                <a:latin typeface="Segoe Light"/>
                <a:cs typeface="Segoe Ligh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add text</a:t>
            </a:r>
          </a:p>
        </p:txBody>
      </p:sp>
    </p:spTree>
    <p:extLst>
      <p:ext uri="{BB962C8B-B14F-4D97-AF65-F5344CB8AC3E}">
        <p14:creationId xmlns:p14="http://schemas.microsoft.com/office/powerpoint/2010/main" val="72501550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ection Header 1">
    <p:spTree>
      <p:nvGrpSpPr>
        <p:cNvPr id="1" name=""/>
        <p:cNvGrpSpPr/>
        <p:nvPr/>
      </p:nvGrpSpPr>
      <p:grpSpPr>
        <a:xfrm>
          <a:off x="0" y="0"/>
          <a:ext cx="0" cy="0"/>
          <a:chOff x="0" y="0"/>
          <a:chExt cx="0" cy="0"/>
        </a:xfrm>
      </p:grpSpPr>
      <p:sp>
        <p:nvSpPr>
          <p:cNvPr id="8" name="Rectangle 7"/>
          <p:cNvSpPr/>
          <p:nvPr/>
        </p:nvSpPr>
        <p:spPr>
          <a:xfrm>
            <a:off x="3146837" y="455928"/>
            <a:ext cx="5644598" cy="4876800"/>
          </a:xfrm>
          <a:prstGeom prst="rect">
            <a:avLst/>
          </a:prstGeom>
          <a:solidFill>
            <a:srgbClr val="007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9" name="Rectangle 8"/>
          <p:cNvSpPr/>
          <p:nvPr/>
        </p:nvSpPr>
        <p:spPr>
          <a:xfrm>
            <a:off x="2693206" y="5408999"/>
            <a:ext cx="398869" cy="530139"/>
          </a:xfrm>
          <a:prstGeom prst="rect">
            <a:avLst/>
          </a:prstGeom>
          <a:solidFill>
            <a:srgbClr val="6DC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0" name="Rectangle 9"/>
          <p:cNvSpPr/>
          <p:nvPr/>
        </p:nvSpPr>
        <p:spPr>
          <a:xfrm>
            <a:off x="3146837" y="5408999"/>
            <a:ext cx="806516" cy="1071943"/>
          </a:xfrm>
          <a:prstGeom prst="rect">
            <a:avLst/>
          </a:prstGeom>
          <a:solidFill>
            <a:srgbClr val="00B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pic>
        <p:nvPicPr>
          <p:cNvPr id="11" name="Picture 10" descr="WIN11_Sarah_01_PPT.jpg"/>
          <p:cNvPicPr>
            <a:picLocks noChangeAspect="1"/>
          </p:cNvPicPr>
          <p:nvPr/>
        </p:nvPicPr>
        <p:blipFill rotWithShape="1">
          <a:blip r:embed="rId2" cstate="screen">
            <a:extLst>
              <a:ext uri="{28A0092B-C50C-407E-A947-70E740481C1C}">
                <a14:useLocalDpi xmlns:a14="http://schemas.microsoft.com/office/drawing/2010/main"/>
              </a:ext>
            </a:extLst>
          </a:blip>
          <a:srcRect r="-232" b="-232"/>
          <a:stretch/>
        </p:blipFill>
        <p:spPr>
          <a:xfrm>
            <a:off x="356017" y="1687908"/>
            <a:ext cx="2743200" cy="3657600"/>
          </a:xfrm>
          <a:prstGeom prst="rect">
            <a:avLst/>
          </a:prstGeom>
        </p:spPr>
      </p:pic>
      <p:sp>
        <p:nvSpPr>
          <p:cNvPr id="15" name="Title 1"/>
          <p:cNvSpPr>
            <a:spLocks noGrp="1"/>
          </p:cNvSpPr>
          <p:nvPr>
            <p:ph type="title" hasCustomPrompt="1"/>
          </p:nvPr>
        </p:nvSpPr>
        <p:spPr>
          <a:xfrm>
            <a:off x="3146839" y="902181"/>
            <a:ext cx="4380725" cy="2009677"/>
          </a:xfrm>
        </p:spPr>
        <p:txBody>
          <a:bodyPr tIns="0" bIns="0" anchor="t">
            <a:noAutofit/>
          </a:bodyPr>
          <a:lstStyle>
            <a:lvl1pPr algn="l">
              <a:lnSpc>
                <a:spcPct val="80000"/>
              </a:lnSpc>
              <a:defRPr sz="5400" b="0" cap="none" baseline="0">
                <a:solidFill>
                  <a:schemeClr val="bg1"/>
                </a:solidFill>
                <a:latin typeface="Segoe Light"/>
                <a:cs typeface="Segoe Light"/>
              </a:defRPr>
            </a:lvl1pPr>
          </a:lstStyle>
          <a:p>
            <a:r>
              <a:rPr lang="en-US" dirty="0"/>
              <a:t>headline </a:t>
            </a:r>
            <a:br>
              <a:rPr lang="en-US" dirty="0"/>
            </a:br>
            <a:r>
              <a:rPr lang="en-US" dirty="0"/>
              <a:t>goes here</a:t>
            </a:r>
          </a:p>
        </p:txBody>
      </p:sp>
      <p:sp>
        <p:nvSpPr>
          <p:cNvPr id="16" name="Text Placeholder 2"/>
          <p:cNvSpPr>
            <a:spLocks noGrp="1"/>
          </p:cNvSpPr>
          <p:nvPr>
            <p:ph type="body" idx="1" hasCustomPrompt="1"/>
          </p:nvPr>
        </p:nvSpPr>
        <p:spPr>
          <a:xfrm>
            <a:off x="3644439" y="2915885"/>
            <a:ext cx="3885285" cy="882928"/>
          </a:xfrm>
        </p:spPr>
        <p:txBody>
          <a:bodyPr anchor="ctr">
            <a:noAutofit/>
          </a:bodyPr>
          <a:lstStyle>
            <a:lvl1pPr marL="0" indent="0">
              <a:buNone/>
              <a:defRPr sz="2000" b="0">
                <a:solidFill>
                  <a:srgbClr val="FFFFFF"/>
                </a:solidFill>
                <a:latin typeface="Segoe Light"/>
                <a:cs typeface="Segoe Ligh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add text</a:t>
            </a:r>
          </a:p>
        </p:txBody>
      </p:sp>
    </p:spTree>
    <p:extLst>
      <p:ext uri="{BB962C8B-B14F-4D97-AF65-F5344CB8AC3E}">
        <p14:creationId xmlns:p14="http://schemas.microsoft.com/office/powerpoint/2010/main" val="2608267426"/>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ection Header 2">
    <p:spTree>
      <p:nvGrpSpPr>
        <p:cNvPr id="1" name=""/>
        <p:cNvGrpSpPr/>
        <p:nvPr/>
      </p:nvGrpSpPr>
      <p:grpSpPr>
        <a:xfrm>
          <a:off x="0" y="0"/>
          <a:ext cx="0" cy="0"/>
          <a:chOff x="0" y="0"/>
          <a:chExt cx="0" cy="0"/>
        </a:xfrm>
      </p:grpSpPr>
      <p:sp>
        <p:nvSpPr>
          <p:cNvPr id="8" name="Rectangle 7"/>
          <p:cNvSpPr/>
          <p:nvPr/>
        </p:nvSpPr>
        <p:spPr>
          <a:xfrm>
            <a:off x="3146837" y="455928"/>
            <a:ext cx="5644598" cy="4876800"/>
          </a:xfrm>
          <a:prstGeom prst="rect">
            <a:avLst/>
          </a:prstGeom>
          <a:solidFill>
            <a:srgbClr val="007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9" name="Rectangle 8"/>
          <p:cNvSpPr/>
          <p:nvPr/>
        </p:nvSpPr>
        <p:spPr>
          <a:xfrm>
            <a:off x="2693206" y="5408999"/>
            <a:ext cx="398869" cy="530139"/>
          </a:xfrm>
          <a:prstGeom prst="rect">
            <a:avLst/>
          </a:prstGeom>
          <a:solidFill>
            <a:srgbClr val="6DC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0" name="Rectangle 9"/>
          <p:cNvSpPr/>
          <p:nvPr/>
        </p:nvSpPr>
        <p:spPr>
          <a:xfrm>
            <a:off x="3146837" y="5408999"/>
            <a:ext cx="806516" cy="1071943"/>
          </a:xfrm>
          <a:prstGeom prst="rect">
            <a:avLst/>
          </a:prstGeom>
          <a:solidFill>
            <a:srgbClr val="00B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pic>
        <p:nvPicPr>
          <p:cNvPr id="17" name="Picture 16"/>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48179" y="1683559"/>
            <a:ext cx="2739318" cy="3652424"/>
          </a:xfrm>
          <a:prstGeom prst="rect">
            <a:avLst/>
          </a:prstGeom>
        </p:spPr>
      </p:pic>
      <p:sp>
        <p:nvSpPr>
          <p:cNvPr id="13" name="Title 1"/>
          <p:cNvSpPr>
            <a:spLocks noGrp="1"/>
          </p:cNvSpPr>
          <p:nvPr>
            <p:ph type="title" hasCustomPrompt="1"/>
          </p:nvPr>
        </p:nvSpPr>
        <p:spPr>
          <a:xfrm>
            <a:off x="3146839" y="902181"/>
            <a:ext cx="4380725" cy="2009677"/>
          </a:xfrm>
        </p:spPr>
        <p:txBody>
          <a:bodyPr tIns="0" bIns="0" anchor="t">
            <a:noAutofit/>
          </a:bodyPr>
          <a:lstStyle>
            <a:lvl1pPr algn="l">
              <a:lnSpc>
                <a:spcPct val="80000"/>
              </a:lnSpc>
              <a:defRPr sz="5400" b="0" cap="none" baseline="0">
                <a:solidFill>
                  <a:schemeClr val="bg1"/>
                </a:solidFill>
                <a:latin typeface="Segoe Light"/>
                <a:cs typeface="Segoe Light"/>
              </a:defRPr>
            </a:lvl1pPr>
          </a:lstStyle>
          <a:p>
            <a:r>
              <a:rPr lang="en-US" dirty="0"/>
              <a:t>headline </a:t>
            </a:r>
            <a:br>
              <a:rPr lang="en-US" dirty="0"/>
            </a:br>
            <a:r>
              <a:rPr lang="en-US" dirty="0"/>
              <a:t>goes here</a:t>
            </a:r>
          </a:p>
        </p:txBody>
      </p:sp>
      <p:sp>
        <p:nvSpPr>
          <p:cNvPr id="15" name="Text Placeholder 2"/>
          <p:cNvSpPr>
            <a:spLocks noGrp="1"/>
          </p:cNvSpPr>
          <p:nvPr>
            <p:ph type="body" idx="1" hasCustomPrompt="1"/>
          </p:nvPr>
        </p:nvSpPr>
        <p:spPr>
          <a:xfrm>
            <a:off x="3644439" y="2915885"/>
            <a:ext cx="3885285" cy="882928"/>
          </a:xfrm>
        </p:spPr>
        <p:txBody>
          <a:bodyPr anchor="ctr">
            <a:noAutofit/>
          </a:bodyPr>
          <a:lstStyle>
            <a:lvl1pPr marL="0" indent="0">
              <a:buNone/>
              <a:defRPr sz="2000" b="0">
                <a:solidFill>
                  <a:srgbClr val="FFFFFF"/>
                </a:solidFill>
                <a:latin typeface="Segoe Light"/>
                <a:cs typeface="Segoe Ligh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add text</a:t>
            </a:r>
          </a:p>
        </p:txBody>
      </p:sp>
    </p:spTree>
    <p:extLst>
      <p:ext uri="{BB962C8B-B14F-4D97-AF65-F5344CB8AC3E}">
        <p14:creationId xmlns:p14="http://schemas.microsoft.com/office/powerpoint/2010/main" val="3628153275"/>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ection Header 3">
    <p:spTree>
      <p:nvGrpSpPr>
        <p:cNvPr id="1" name=""/>
        <p:cNvGrpSpPr/>
        <p:nvPr/>
      </p:nvGrpSpPr>
      <p:grpSpPr>
        <a:xfrm>
          <a:off x="0" y="0"/>
          <a:ext cx="0" cy="0"/>
          <a:chOff x="0" y="0"/>
          <a:chExt cx="0" cy="0"/>
        </a:xfrm>
      </p:grpSpPr>
      <p:sp>
        <p:nvSpPr>
          <p:cNvPr id="8" name="Rectangle 7"/>
          <p:cNvSpPr/>
          <p:nvPr/>
        </p:nvSpPr>
        <p:spPr>
          <a:xfrm>
            <a:off x="3146837" y="455928"/>
            <a:ext cx="5644598" cy="4876800"/>
          </a:xfrm>
          <a:prstGeom prst="rect">
            <a:avLst/>
          </a:prstGeom>
          <a:solidFill>
            <a:srgbClr val="007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0" name="Rectangle 9"/>
          <p:cNvSpPr/>
          <p:nvPr/>
        </p:nvSpPr>
        <p:spPr>
          <a:xfrm>
            <a:off x="2693206" y="5408999"/>
            <a:ext cx="398869" cy="530139"/>
          </a:xfrm>
          <a:prstGeom prst="rect">
            <a:avLst/>
          </a:prstGeom>
          <a:solidFill>
            <a:srgbClr val="6DC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1" name="Rectangle 10"/>
          <p:cNvSpPr/>
          <p:nvPr/>
        </p:nvSpPr>
        <p:spPr>
          <a:xfrm>
            <a:off x="3146837" y="5408999"/>
            <a:ext cx="806516" cy="1071943"/>
          </a:xfrm>
          <a:prstGeom prst="rect">
            <a:avLst/>
          </a:prstGeom>
          <a:solidFill>
            <a:srgbClr val="00B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pic>
        <p:nvPicPr>
          <p:cNvPr id="17" name="Picture 16"/>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358018" y="1687908"/>
            <a:ext cx="2734056" cy="3645408"/>
          </a:xfrm>
          <a:prstGeom prst="rect">
            <a:avLst/>
          </a:prstGeom>
        </p:spPr>
      </p:pic>
      <p:sp>
        <p:nvSpPr>
          <p:cNvPr id="13" name="Title 1"/>
          <p:cNvSpPr>
            <a:spLocks noGrp="1"/>
          </p:cNvSpPr>
          <p:nvPr>
            <p:ph type="title" hasCustomPrompt="1"/>
          </p:nvPr>
        </p:nvSpPr>
        <p:spPr>
          <a:xfrm>
            <a:off x="3146839" y="902181"/>
            <a:ext cx="4380725" cy="2009677"/>
          </a:xfrm>
        </p:spPr>
        <p:txBody>
          <a:bodyPr tIns="0" bIns="0" anchor="t">
            <a:noAutofit/>
          </a:bodyPr>
          <a:lstStyle>
            <a:lvl1pPr algn="l">
              <a:lnSpc>
                <a:spcPct val="80000"/>
              </a:lnSpc>
              <a:defRPr sz="5400" b="0" cap="none" baseline="0">
                <a:solidFill>
                  <a:schemeClr val="bg1"/>
                </a:solidFill>
                <a:latin typeface="Segoe Light"/>
                <a:cs typeface="Segoe Light"/>
              </a:defRPr>
            </a:lvl1pPr>
          </a:lstStyle>
          <a:p>
            <a:r>
              <a:rPr lang="en-US" dirty="0"/>
              <a:t>headline </a:t>
            </a:r>
            <a:br>
              <a:rPr lang="en-US" dirty="0"/>
            </a:br>
            <a:r>
              <a:rPr lang="en-US" dirty="0"/>
              <a:t>goes here</a:t>
            </a:r>
          </a:p>
        </p:txBody>
      </p:sp>
      <p:sp>
        <p:nvSpPr>
          <p:cNvPr id="15" name="Text Placeholder 2"/>
          <p:cNvSpPr>
            <a:spLocks noGrp="1"/>
          </p:cNvSpPr>
          <p:nvPr>
            <p:ph type="body" idx="1" hasCustomPrompt="1"/>
          </p:nvPr>
        </p:nvSpPr>
        <p:spPr>
          <a:xfrm>
            <a:off x="3644439" y="2915885"/>
            <a:ext cx="3885285" cy="882928"/>
          </a:xfrm>
        </p:spPr>
        <p:txBody>
          <a:bodyPr anchor="ctr">
            <a:noAutofit/>
          </a:bodyPr>
          <a:lstStyle>
            <a:lvl1pPr marL="0" indent="0">
              <a:buNone/>
              <a:defRPr sz="2000" b="0">
                <a:solidFill>
                  <a:srgbClr val="FFFFFF"/>
                </a:solidFill>
                <a:latin typeface="Segoe Light"/>
                <a:cs typeface="Segoe Ligh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add text</a:t>
            </a:r>
          </a:p>
        </p:txBody>
      </p:sp>
    </p:spTree>
    <p:extLst>
      <p:ext uri="{BB962C8B-B14F-4D97-AF65-F5344CB8AC3E}">
        <p14:creationId xmlns:p14="http://schemas.microsoft.com/office/powerpoint/2010/main" val="1854132523"/>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ection Header 4">
    <p:spTree>
      <p:nvGrpSpPr>
        <p:cNvPr id="1" name=""/>
        <p:cNvGrpSpPr/>
        <p:nvPr/>
      </p:nvGrpSpPr>
      <p:grpSpPr>
        <a:xfrm>
          <a:off x="0" y="0"/>
          <a:ext cx="0" cy="0"/>
          <a:chOff x="0" y="0"/>
          <a:chExt cx="0" cy="0"/>
        </a:xfrm>
      </p:grpSpPr>
      <p:sp>
        <p:nvSpPr>
          <p:cNvPr id="8" name="Rectangle 7"/>
          <p:cNvSpPr/>
          <p:nvPr/>
        </p:nvSpPr>
        <p:spPr>
          <a:xfrm>
            <a:off x="3146837" y="455928"/>
            <a:ext cx="5644598" cy="4876800"/>
          </a:xfrm>
          <a:prstGeom prst="rect">
            <a:avLst/>
          </a:prstGeom>
          <a:solidFill>
            <a:srgbClr val="007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0" name="Rectangle 9"/>
          <p:cNvSpPr/>
          <p:nvPr/>
        </p:nvSpPr>
        <p:spPr>
          <a:xfrm>
            <a:off x="2693206" y="5408999"/>
            <a:ext cx="398869" cy="530139"/>
          </a:xfrm>
          <a:prstGeom prst="rect">
            <a:avLst/>
          </a:prstGeom>
          <a:solidFill>
            <a:srgbClr val="6DC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3" name="Rectangle 12"/>
          <p:cNvSpPr/>
          <p:nvPr/>
        </p:nvSpPr>
        <p:spPr>
          <a:xfrm>
            <a:off x="3146837" y="5408999"/>
            <a:ext cx="806516" cy="1071943"/>
          </a:xfrm>
          <a:prstGeom prst="rect">
            <a:avLst/>
          </a:prstGeom>
          <a:solidFill>
            <a:srgbClr val="00B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5" name="Title 1"/>
          <p:cNvSpPr>
            <a:spLocks noGrp="1"/>
          </p:cNvSpPr>
          <p:nvPr>
            <p:ph type="title" hasCustomPrompt="1"/>
          </p:nvPr>
        </p:nvSpPr>
        <p:spPr>
          <a:xfrm>
            <a:off x="3146839" y="902181"/>
            <a:ext cx="4380725" cy="2009677"/>
          </a:xfrm>
        </p:spPr>
        <p:txBody>
          <a:bodyPr tIns="0" bIns="0" anchor="t">
            <a:noAutofit/>
          </a:bodyPr>
          <a:lstStyle>
            <a:lvl1pPr algn="l">
              <a:lnSpc>
                <a:spcPct val="80000"/>
              </a:lnSpc>
              <a:defRPr sz="5400" b="0" cap="none" baseline="0">
                <a:solidFill>
                  <a:schemeClr val="bg1"/>
                </a:solidFill>
                <a:latin typeface="Segoe Light"/>
                <a:cs typeface="Segoe Light"/>
              </a:defRPr>
            </a:lvl1pPr>
          </a:lstStyle>
          <a:p>
            <a:r>
              <a:rPr lang="en-US" dirty="0"/>
              <a:t>headline </a:t>
            </a:r>
            <a:br>
              <a:rPr lang="en-US" dirty="0"/>
            </a:br>
            <a:r>
              <a:rPr lang="en-US" dirty="0"/>
              <a:t>goes here</a:t>
            </a:r>
          </a:p>
        </p:txBody>
      </p:sp>
      <p:sp>
        <p:nvSpPr>
          <p:cNvPr id="16" name="Text Placeholder 2"/>
          <p:cNvSpPr>
            <a:spLocks noGrp="1"/>
          </p:cNvSpPr>
          <p:nvPr>
            <p:ph type="body" idx="1" hasCustomPrompt="1"/>
          </p:nvPr>
        </p:nvSpPr>
        <p:spPr>
          <a:xfrm>
            <a:off x="3644439" y="2915885"/>
            <a:ext cx="3885285" cy="882928"/>
          </a:xfrm>
        </p:spPr>
        <p:txBody>
          <a:bodyPr anchor="ctr">
            <a:noAutofit/>
          </a:bodyPr>
          <a:lstStyle>
            <a:lvl1pPr marL="0" indent="0">
              <a:buNone/>
              <a:defRPr sz="2000" b="0">
                <a:solidFill>
                  <a:srgbClr val="FFFFFF"/>
                </a:solidFill>
                <a:latin typeface="Segoe Light"/>
                <a:cs typeface="Segoe Ligh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add text</a:t>
            </a:r>
          </a:p>
        </p:txBody>
      </p:sp>
      <p:pic>
        <p:nvPicPr>
          <p:cNvPr id="17" name="Picture 16"/>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67934" y="1690573"/>
            <a:ext cx="2729723" cy="3645408"/>
          </a:xfrm>
          <a:prstGeom prst="rect">
            <a:avLst/>
          </a:prstGeom>
        </p:spPr>
      </p:pic>
    </p:spTree>
    <p:extLst>
      <p:ext uri="{BB962C8B-B14F-4D97-AF65-F5344CB8AC3E}">
        <p14:creationId xmlns:p14="http://schemas.microsoft.com/office/powerpoint/2010/main" val="3668018163"/>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One Content 1">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BAAD861-6667-49C9-921A-B9C2CAEE0DE4}" type="datetime1">
              <a:rPr lang="en-US" smtClean="0"/>
              <a:t>9/14/23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A3E85D-0FC7-164D-9B9E-D8CDD8FC5B09}" type="slidenum">
              <a:rPr lang="en-US" smtClean="0"/>
              <a:pPr/>
              <a:t>‹#›</a:t>
            </a:fld>
            <a:endParaRPr lang="en-US"/>
          </a:p>
        </p:txBody>
      </p:sp>
      <p:sp>
        <p:nvSpPr>
          <p:cNvPr id="10" name="Rectangle 9"/>
          <p:cNvSpPr/>
          <p:nvPr/>
        </p:nvSpPr>
        <p:spPr>
          <a:xfrm>
            <a:off x="450442" y="0"/>
            <a:ext cx="8693558" cy="802968"/>
          </a:xfrm>
          <a:prstGeom prst="rect">
            <a:avLst/>
          </a:prstGeom>
          <a:solidFill>
            <a:srgbClr val="007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1" name="Rectangle 10"/>
          <p:cNvSpPr/>
          <p:nvPr/>
        </p:nvSpPr>
        <p:spPr>
          <a:xfrm>
            <a:off x="0" y="2"/>
            <a:ext cx="394664" cy="803471"/>
          </a:xfrm>
          <a:prstGeom prst="rect">
            <a:avLst/>
          </a:prstGeom>
          <a:solidFill>
            <a:srgbClr val="00B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22" name="Title 1"/>
          <p:cNvSpPr>
            <a:spLocks noGrp="1"/>
          </p:cNvSpPr>
          <p:nvPr>
            <p:ph type="title" hasCustomPrompt="1"/>
          </p:nvPr>
        </p:nvSpPr>
        <p:spPr>
          <a:xfrm>
            <a:off x="451880" y="1"/>
            <a:ext cx="8692121" cy="803472"/>
          </a:xfrm>
        </p:spPr>
        <p:txBody>
          <a:bodyPr lIns="182880" tIns="0" rIns="182880" anchor="ctr" anchorCtr="0">
            <a:noAutofit/>
          </a:bodyPr>
          <a:lstStyle>
            <a:lvl1pPr algn="l">
              <a:defRPr sz="2800" b="0" cap="none">
                <a:solidFill>
                  <a:schemeClr val="bg1"/>
                </a:solidFill>
                <a:latin typeface="Segoe Light"/>
                <a:cs typeface="Segoe Light"/>
              </a:defRPr>
            </a:lvl1pPr>
          </a:lstStyle>
          <a:p>
            <a:r>
              <a:rPr lang="en-US" dirty="0"/>
              <a:t>title of text slide</a:t>
            </a:r>
          </a:p>
        </p:txBody>
      </p:sp>
      <p:sp>
        <p:nvSpPr>
          <p:cNvPr id="9" name="Content Placeholder 2"/>
          <p:cNvSpPr>
            <a:spLocks noGrp="1"/>
          </p:cNvSpPr>
          <p:nvPr>
            <p:ph sz="half" idx="1"/>
          </p:nvPr>
        </p:nvSpPr>
        <p:spPr>
          <a:xfrm>
            <a:off x="457200" y="1220842"/>
            <a:ext cx="8229600" cy="4905324"/>
          </a:xfrm>
        </p:spPr>
        <p:txBody>
          <a:bodyPr vert="horz" lIns="91440" tIns="45720" rIns="91440" bIns="45720" rtlCol="0">
            <a:norm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88391145"/>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One Content 2">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600201"/>
            <a:ext cx="8229600" cy="4525963"/>
          </a:xfrm>
        </p:spPr>
        <p:txBody>
          <a:bodyPr vert="horz" lIns="91440" tIns="45720" rIns="91440" bIns="45720" rtlCol="0">
            <a:norm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D2270F5-2BC2-4F79-8DD5-D5B14AA8E456}" type="datetime1">
              <a:rPr lang="en-US" smtClean="0"/>
              <a:t>9/14/23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A3E85D-0FC7-164D-9B9E-D8CDD8FC5B09}" type="slidenum">
              <a:rPr lang="en-US" smtClean="0"/>
              <a:pPr/>
              <a:t>‹#›</a:t>
            </a:fld>
            <a:endParaRPr lang="en-US"/>
          </a:p>
        </p:txBody>
      </p:sp>
      <p:sp>
        <p:nvSpPr>
          <p:cNvPr id="8" name="Title 1"/>
          <p:cNvSpPr>
            <a:spLocks noGrp="1"/>
          </p:cNvSpPr>
          <p:nvPr>
            <p:ph type="title" hasCustomPrompt="1"/>
          </p:nvPr>
        </p:nvSpPr>
        <p:spPr>
          <a:xfrm>
            <a:off x="457200" y="2"/>
            <a:ext cx="8686800" cy="864781"/>
          </a:xfrm>
        </p:spPr>
        <p:txBody>
          <a:bodyPr lIns="182880" tIns="0" rIns="182880" anchor="b" anchorCtr="0">
            <a:noAutofit/>
          </a:bodyPr>
          <a:lstStyle>
            <a:lvl1pPr algn="l">
              <a:defRPr sz="2800" b="0" cap="none">
                <a:solidFill>
                  <a:srgbClr val="0072C6"/>
                </a:solidFill>
                <a:latin typeface="Segoe Light"/>
                <a:cs typeface="Segoe Light"/>
              </a:defRPr>
            </a:lvl1pPr>
          </a:lstStyle>
          <a:p>
            <a:r>
              <a:rPr lang="en-US" dirty="0"/>
              <a:t>title of text slide</a:t>
            </a:r>
          </a:p>
        </p:txBody>
      </p:sp>
    </p:spTree>
    <p:extLst>
      <p:ext uri="{BB962C8B-B14F-4D97-AF65-F5344CB8AC3E}">
        <p14:creationId xmlns:p14="http://schemas.microsoft.com/office/powerpoint/2010/main" val="1666685280"/>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wo Content 1">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600201"/>
            <a:ext cx="4038600" cy="4525963"/>
          </a:xfrm>
        </p:spPr>
        <p:txBody>
          <a:bodyPr vert="horz" lIns="91440" tIns="45720" rIns="91440" bIns="45720" rtlCol="0">
            <a:norm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00201"/>
            <a:ext cx="4038600" cy="4525963"/>
          </a:xfrm>
        </p:spPr>
        <p:txBody>
          <a:bodyPr vert="horz" lIns="91440" tIns="45720" rIns="91440" bIns="45720" rtlCol="0">
            <a:norm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B0FE2F2-06EB-4B9B-ABBF-492419647C05}" type="datetime1">
              <a:rPr lang="en-US" smtClean="0"/>
              <a:t>9/14/23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A3E85D-0FC7-164D-9B9E-D8CDD8FC5B09}" type="slidenum">
              <a:rPr lang="en-US" smtClean="0"/>
              <a:pPr/>
              <a:t>‹#›</a:t>
            </a:fld>
            <a:endParaRPr lang="en-US"/>
          </a:p>
        </p:txBody>
      </p:sp>
      <p:sp>
        <p:nvSpPr>
          <p:cNvPr id="12" name="Rectangle 11"/>
          <p:cNvSpPr/>
          <p:nvPr/>
        </p:nvSpPr>
        <p:spPr>
          <a:xfrm>
            <a:off x="450442" y="0"/>
            <a:ext cx="8693558" cy="802968"/>
          </a:xfrm>
          <a:prstGeom prst="rect">
            <a:avLst/>
          </a:prstGeom>
          <a:solidFill>
            <a:srgbClr val="007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3" name="Rectangle 12"/>
          <p:cNvSpPr/>
          <p:nvPr/>
        </p:nvSpPr>
        <p:spPr>
          <a:xfrm>
            <a:off x="0" y="2"/>
            <a:ext cx="394664" cy="803471"/>
          </a:xfrm>
          <a:prstGeom prst="rect">
            <a:avLst/>
          </a:prstGeom>
          <a:solidFill>
            <a:srgbClr val="00B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4" name="Title 1"/>
          <p:cNvSpPr>
            <a:spLocks noGrp="1"/>
          </p:cNvSpPr>
          <p:nvPr>
            <p:ph type="title" hasCustomPrompt="1"/>
          </p:nvPr>
        </p:nvSpPr>
        <p:spPr>
          <a:xfrm>
            <a:off x="451880" y="1"/>
            <a:ext cx="8692121" cy="803472"/>
          </a:xfrm>
        </p:spPr>
        <p:txBody>
          <a:bodyPr lIns="182880" tIns="0" rIns="182880" anchor="ctr" anchorCtr="0">
            <a:noAutofit/>
          </a:bodyPr>
          <a:lstStyle>
            <a:lvl1pPr algn="l">
              <a:defRPr sz="2800" b="0" cap="none">
                <a:solidFill>
                  <a:schemeClr val="bg1"/>
                </a:solidFill>
                <a:latin typeface="Segoe Light"/>
                <a:cs typeface="Segoe Light"/>
              </a:defRPr>
            </a:lvl1pPr>
          </a:lstStyle>
          <a:p>
            <a:r>
              <a:rPr lang="en-US" dirty="0"/>
              <a:t>title of text slide</a:t>
            </a:r>
          </a:p>
        </p:txBody>
      </p:sp>
    </p:spTree>
    <p:extLst>
      <p:ext uri="{BB962C8B-B14F-4D97-AF65-F5344CB8AC3E}">
        <p14:creationId xmlns:p14="http://schemas.microsoft.com/office/powerpoint/2010/main" val="1235017055"/>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wo Content 2">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600201"/>
            <a:ext cx="4038600" cy="4525963"/>
          </a:xfrm>
        </p:spPr>
        <p:txBody>
          <a:bodyPr vert="horz" lIns="91440" tIns="45720" rIns="91440" bIns="45720" rtlCol="0">
            <a:norm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00201"/>
            <a:ext cx="4038600" cy="4525963"/>
          </a:xfrm>
        </p:spPr>
        <p:txBody>
          <a:bodyPr vert="horz" lIns="91440" tIns="45720" rIns="91440" bIns="45720" rtlCol="0">
            <a:norm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486066B-42BF-47F7-B1CF-DE629AAD77D3}" type="datetime1">
              <a:rPr lang="en-US" smtClean="0"/>
              <a:t>9/14/23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A3E85D-0FC7-164D-9B9E-D8CDD8FC5B09}" type="slidenum">
              <a:rPr lang="en-US" smtClean="0"/>
              <a:pPr/>
              <a:t>‹#›</a:t>
            </a:fld>
            <a:endParaRPr lang="en-US"/>
          </a:p>
        </p:txBody>
      </p:sp>
      <p:sp>
        <p:nvSpPr>
          <p:cNvPr id="8" name="Title 1"/>
          <p:cNvSpPr>
            <a:spLocks noGrp="1"/>
          </p:cNvSpPr>
          <p:nvPr>
            <p:ph type="title" hasCustomPrompt="1"/>
          </p:nvPr>
        </p:nvSpPr>
        <p:spPr>
          <a:xfrm>
            <a:off x="457200" y="2"/>
            <a:ext cx="8686800" cy="864781"/>
          </a:xfrm>
        </p:spPr>
        <p:txBody>
          <a:bodyPr lIns="182880" tIns="0" rIns="182880" anchor="b" anchorCtr="0">
            <a:noAutofit/>
          </a:bodyPr>
          <a:lstStyle>
            <a:lvl1pPr algn="l">
              <a:defRPr sz="2800" b="0" cap="none">
                <a:solidFill>
                  <a:srgbClr val="0072C6"/>
                </a:solidFill>
                <a:latin typeface="Segoe Light"/>
                <a:cs typeface="Segoe Light"/>
              </a:defRPr>
            </a:lvl1pPr>
          </a:lstStyle>
          <a:p>
            <a:r>
              <a:rPr lang="en-US" dirty="0"/>
              <a:t>title of text slide</a:t>
            </a:r>
          </a:p>
        </p:txBody>
      </p:sp>
    </p:spTree>
    <p:extLst>
      <p:ext uri="{BB962C8B-B14F-4D97-AF65-F5344CB8AC3E}">
        <p14:creationId xmlns:p14="http://schemas.microsoft.com/office/powerpoint/2010/main" val="575929880"/>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Only 1">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50BD0A89-9C09-45C7-8100-00465E7F5030}" type="datetime1">
              <a:rPr lang="en-US" smtClean="0"/>
              <a:t>9/14/23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9A3E85D-0FC7-164D-9B9E-D8CDD8FC5B09}" type="slidenum">
              <a:rPr lang="en-US" smtClean="0"/>
              <a:pPr/>
              <a:t>‹#›</a:t>
            </a:fld>
            <a:endParaRPr lang="en-US"/>
          </a:p>
        </p:txBody>
      </p:sp>
      <p:sp>
        <p:nvSpPr>
          <p:cNvPr id="10" name="Rectangle 9"/>
          <p:cNvSpPr/>
          <p:nvPr/>
        </p:nvSpPr>
        <p:spPr>
          <a:xfrm>
            <a:off x="450442" y="0"/>
            <a:ext cx="8693558" cy="802968"/>
          </a:xfrm>
          <a:prstGeom prst="rect">
            <a:avLst/>
          </a:prstGeom>
          <a:solidFill>
            <a:srgbClr val="007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1" name="Rectangle 10"/>
          <p:cNvSpPr/>
          <p:nvPr/>
        </p:nvSpPr>
        <p:spPr>
          <a:xfrm>
            <a:off x="0" y="2"/>
            <a:ext cx="394664" cy="803471"/>
          </a:xfrm>
          <a:prstGeom prst="rect">
            <a:avLst/>
          </a:prstGeom>
          <a:solidFill>
            <a:srgbClr val="00B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3" name="Title 1"/>
          <p:cNvSpPr>
            <a:spLocks noGrp="1"/>
          </p:cNvSpPr>
          <p:nvPr>
            <p:ph type="title" hasCustomPrompt="1"/>
          </p:nvPr>
        </p:nvSpPr>
        <p:spPr>
          <a:xfrm>
            <a:off x="451880" y="1"/>
            <a:ext cx="8692121" cy="803472"/>
          </a:xfrm>
        </p:spPr>
        <p:txBody>
          <a:bodyPr lIns="182880" tIns="0" rIns="182880" anchor="ctr" anchorCtr="0">
            <a:noAutofit/>
          </a:bodyPr>
          <a:lstStyle>
            <a:lvl1pPr algn="l">
              <a:defRPr sz="2800" b="0" cap="none">
                <a:solidFill>
                  <a:schemeClr val="bg1"/>
                </a:solidFill>
                <a:latin typeface="Segoe Light"/>
                <a:cs typeface="Segoe Light"/>
              </a:defRPr>
            </a:lvl1pPr>
          </a:lstStyle>
          <a:p>
            <a:r>
              <a:rPr lang="en-US" dirty="0"/>
              <a:t>title of text slide</a:t>
            </a:r>
          </a:p>
        </p:txBody>
      </p:sp>
    </p:spTree>
    <p:extLst>
      <p:ext uri="{BB962C8B-B14F-4D97-AF65-F5344CB8AC3E}">
        <p14:creationId xmlns:p14="http://schemas.microsoft.com/office/powerpoint/2010/main" val="2296414946"/>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Only 2">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43684D23-1D48-4369-8AFF-7FAA9A384B0C}" type="datetime1">
              <a:rPr lang="en-US" smtClean="0"/>
              <a:t>9/14/23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9A3E85D-0FC7-164D-9B9E-D8CDD8FC5B09}" type="slidenum">
              <a:rPr lang="en-US" smtClean="0"/>
              <a:pPr/>
              <a:t>‹#›</a:t>
            </a:fld>
            <a:endParaRPr lang="en-US"/>
          </a:p>
        </p:txBody>
      </p:sp>
      <p:sp>
        <p:nvSpPr>
          <p:cNvPr id="6" name="Title 1"/>
          <p:cNvSpPr>
            <a:spLocks noGrp="1"/>
          </p:cNvSpPr>
          <p:nvPr>
            <p:ph type="title" hasCustomPrompt="1"/>
          </p:nvPr>
        </p:nvSpPr>
        <p:spPr>
          <a:xfrm>
            <a:off x="457200" y="2"/>
            <a:ext cx="8686800" cy="864781"/>
          </a:xfrm>
        </p:spPr>
        <p:txBody>
          <a:bodyPr lIns="182880" tIns="0" rIns="182880" anchor="b" anchorCtr="0">
            <a:noAutofit/>
          </a:bodyPr>
          <a:lstStyle>
            <a:lvl1pPr algn="l">
              <a:defRPr sz="2800" b="0" cap="none">
                <a:solidFill>
                  <a:srgbClr val="0072C6"/>
                </a:solidFill>
                <a:latin typeface="Segoe Light"/>
                <a:cs typeface="Segoe Light"/>
              </a:defRPr>
            </a:lvl1pPr>
          </a:lstStyle>
          <a:p>
            <a:r>
              <a:rPr lang="en-US" dirty="0"/>
              <a:t>title of text slide</a:t>
            </a:r>
          </a:p>
        </p:txBody>
      </p:sp>
    </p:spTree>
    <p:extLst>
      <p:ext uri="{BB962C8B-B14F-4D97-AF65-F5344CB8AC3E}">
        <p14:creationId xmlns:p14="http://schemas.microsoft.com/office/powerpoint/2010/main" val="2123625560"/>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mparison 1">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457200" y="1535113"/>
            <a:ext cx="4040188" cy="639763"/>
          </a:xfrm>
        </p:spPr>
        <p:txBody>
          <a:bodyPr anchor="b">
            <a:noAutofit/>
          </a:bodyPr>
          <a:lstStyle>
            <a:lvl1pPr marL="0" indent="0">
              <a:buNone/>
              <a:defRPr sz="2800" b="0">
                <a:latin typeface="Segoe UI" pitchFamily="34" charset="0"/>
                <a:ea typeface="Segoe UI" pitchFamily="34" charset="0"/>
                <a:cs typeface="Segoe UI"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Subhead</a:t>
            </a:r>
          </a:p>
        </p:txBody>
      </p:sp>
      <p:sp>
        <p:nvSpPr>
          <p:cNvPr id="4" name="Content Placeholder 3"/>
          <p:cNvSpPr>
            <a:spLocks noGrp="1"/>
          </p:cNvSpPr>
          <p:nvPr>
            <p:ph sz="half" idx="2"/>
          </p:nvPr>
        </p:nvSpPr>
        <p:spPr>
          <a:xfrm>
            <a:off x="457200" y="2174875"/>
            <a:ext cx="4040188" cy="3951288"/>
          </a:xfrm>
        </p:spPr>
        <p:txBody>
          <a:bodyPr vert="horz" lIns="91440" tIns="45720" rIns="91440" bIns="45720" rtlCol="0">
            <a:normAutofit/>
          </a:bodyPr>
          <a:lstStyle>
            <a:lvl1pPr>
              <a:defRPr lang="en-US" smtClean="0"/>
            </a:lvl1pPr>
            <a:lvl2pPr>
              <a:defRPr lang="en-US" smtClean="0"/>
            </a:lvl2pPr>
            <a:lvl3pPr>
              <a:defRPr lang="en-US" smtClean="0"/>
            </a:lvl3pPr>
            <a:lvl4pPr>
              <a:defRPr lang="en-US"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hasCustomPrompt="1"/>
          </p:nvPr>
        </p:nvSpPr>
        <p:spPr>
          <a:xfrm>
            <a:off x="4645029" y="1535113"/>
            <a:ext cx="4041775" cy="639763"/>
          </a:xfrm>
        </p:spPr>
        <p:txBody>
          <a:bodyPr anchor="b">
            <a:noAutofit/>
          </a:bodyPr>
          <a:lstStyle>
            <a:lvl1pPr marL="0" indent="0">
              <a:buNone/>
              <a:defRPr sz="2800" b="0">
                <a:latin typeface="Segoe UI" pitchFamily="34" charset="0"/>
                <a:ea typeface="Segoe UI" pitchFamily="34" charset="0"/>
                <a:cs typeface="Segoe UI"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Subhead</a:t>
            </a:r>
          </a:p>
        </p:txBody>
      </p:sp>
      <p:sp>
        <p:nvSpPr>
          <p:cNvPr id="6" name="Content Placeholder 5"/>
          <p:cNvSpPr>
            <a:spLocks noGrp="1"/>
          </p:cNvSpPr>
          <p:nvPr>
            <p:ph sz="quarter" idx="4"/>
          </p:nvPr>
        </p:nvSpPr>
        <p:spPr>
          <a:xfrm>
            <a:off x="4645029" y="2174875"/>
            <a:ext cx="4041775" cy="3951288"/>
          </a:xfrm>
        </p:spPr>
        <p:txBody>
          <a:bodyPr vert="horz" lIns="91440" tIns="45720" rIns="91440" bIns="45720" rtlCol="0">
            <a:normAutofit/>
          </a:bodyPr>
          <a:lstStyle>
            <a:lvl1pPr>
              <a:defRPr lang="en-US" smtClean="0"/>
            </a:lvl1pPr>
            <a:lvl2pPr>
              <a:defRPr lang="en-US" smtClean="0"/>
            </a:lvl2pPr>
            <a:lvl3pPr>
              <a:defRPr lang="en-US" smtClean="0"/>
            </a:lvl3pPr>
            <a:lvl4pPr>
              <a:defRPr lang="en-US"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A79DA61-A5A5-4152-98CF-35F5FC9EBCC2}" type="datetime1">
              <a:rPr lang="en-US" smtClean="0"/>
              <a:t>9/14/23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9A3E85D-0FC7-164D-9B9E-D8CDD8FC5B09}" type="slidenum">
              <a:rPr lang="en-US" smtClean="0"/>
              <a:pPr/>
              <a:t>‹#›</a:t>
            </a:fld>
            <a:endParaRPr lang="en-US"/>
          </a:p>
        </p:txBody>
      </p:sp>
      <p:sp>
        <p:nvSpPr>
          <p:cNvPr id="14" name="Rectangle 13"/>
          <p:cNvSpPr/>
          <p:nvPr/>
        </p:nvSpPr>
        <p:spPr>
          <a:xfrm>
            <a:off x="450442" y="0"/>
            <a:ext cx="8693558" cy="802968"/>
          </a:xfrm>
          <a:prstGeom prst="rect">
            <a:avLst/>
          </a:prstGeom>
          <a:solidFill>
            <a:srgbClr val="007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5" name="Rectangle 14"/>
          <p:cNvSpPr/>
          <p:nvPr/>
        </p:nvSpPr>
        <p:spPr>
          <a:xfrm>
            <a:off x="0" y="2"/>
            <a:ext cx="394664" cy="803471"/>
          </a:xfrm>
          <a:prstGeom prst="rect">
            <a:avLst/>
          </a:prstGeom>
          <a:solidFill>
            <a:srgbClr val="00B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2" name="Title 1"/>
          <p:cNvSpPr>
            <a:spLocks noGrp="1"/>
          </p:cNvSpPr>
          <p:nvPr>
            <p:ph type="title" hasCustomPrompt="1"/>
          </p:nvPr>
        </p:nvSpPr>
        <p:spPr>
          <a:xfrm>
            <a:off x="451880" y="1"/>
            <a:ext cx="8692121" cy="803472"/>
          </a:xfrm>
        </p:spPr>
        <p:txBody>
          <a:bodyPr lIns="182880" tIns="0" rIns="182880" anchor="ctr" anchorCtr="0">
            <a:noAutofit/>
          </a:bodyPr>
          <a:lstStyle>
            <a:lvl1pPr algn="l">
              <a:defRPr sz="2800" b="0" cap="none">
                <a:solidFill>
                  <a:schemeClr val="bg1"/>
                </a:solidFill>
                <a:latin typeface="Segoe Light"/>
                <a:cs typeface="Segoe Light"/>
              </a:defRPr>
            </a:lvl1pPr>
          </a:lstStyle>
          <a:p>
            <a:r>
              <a:rPr lang="en-US" dirty="0"/>
              <a:t>title of text slide</a:t>
            </a:r>
          </a:p>
        </p:txBody>
      </p:sp>
    </p:spTree>
    <p:extLst>
      <p:ext uri="{BB962C8B-B14F-4D97-AF65-F5344CB8AC3E}">
        <p14:creationId xmlns:p14="http://schemas.microsoft.com/office/powerpoint/2010/main" val="1225189192"/>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2">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457200" y="1535113"/>
            <a:ext cx="4040188" cy="639763"/>
          </a:xfrm>
        </p:spPr>
        <p:txBody>
          <a:bodyPr anchor="b">
            <a:noAutofit/>
          </a:bodyPr>
          <a:lstStyle>
            <a:lvl1pPr marL="0" indent="0">
              <a:buNone/>
              <a:defRPr sz="2800" b="0">
                <a:latin typeface="Segoe UI" pitchFamily="34" charset="0"/>
                <a:ea typeface="Segoe UI" pitchFamily="34" charset="0"/>
                <a:cs typeface="Segoe UI"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Subhead</a:t>
            </a:r>
          </a:p>
        </p:txBody>
      </p:sp>
      <p:sp>
        <p:nvSpPr>
          <p:cNvPr id="4" name="Content Placeholder 3"/>
          <p:cNvSpPr>
            <a:spLocks noGrp="1"/>
          </p:cNvSpPr>
          <p:nvPr>
            <p:ph sz="half" idx="2"/>
          </p:nvPr>
        </p:nvSpPr>
        <p:spPr>
          <a:xfrm>
            <a:off x="457200" y="2174875"/>
            <a:ext cx="4040188" cy="3951288"/>
          </a:xfrm>
        </p:spPr>
        <p:txBody>
          <a:bodyPr vert="horz" lIns="91440" tIns="45720" rIns="91440" bIns="45720" rtlCol="0">
            <a:normAutofit/>
          </a:bodyPr>
          <a:lstStyle>
            <a:lvl1pPr>
              <a:defRPr lang="en-US" smtClean="0"/>
            </a:lvl1pPr>
            <a:lvl2pPr>
              <a:defRPr lang="en-US" smtClean="0"/>
            </a:lvl2pPr>
            <a:lvl3pPr>
              <a:defRPr lang="en-US" smtClean="0"/>
            </a:lvl3pPr>
            <a:lvl4pPr>
              <a:defRPr lang="en-US"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hasCustomPrompt="1"/>
          </p:nvPr>
        </p:nvSpPr>
        <p:spPr>
          <a:xfrm>
            <a:off x="4645029" y="1535113"/>
            <a:ext cx="4041775" cy="639763"/>
          </a:xfrm>
        </p:spPr>
        <p:txBody>
          <a:bodyPr anchor="b">
            <a:noAutofit/>
          </a:bodyPr>
          <a:lstStyle>
            <a:lvl1pPr marL="0" indent="0">
              <a:buNone/>
              <a:defRPr sz="2800" b="0">
                <a:latin typeface="Segoe UI" pitchFamily="34" charset="0"/>
                <a:ea typeface="Segoe UI" pitchFamily="34" charset="0"/>
                <a:cs typeface="Segoe UI"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Subhead</a:t>
            </a:r>
          </a:p>
        </p:txBody>
      </p:sp>
      <p:sp>
        <p:nvSpPr>
          <p:cNvPr id="6" name="Content Placeholder 5"/>
          <p:cNvSpPr>
            <a:spLocks noGrp="1"/>
          </p:cNvSpPr>
          <p:nvPr>
            <p:ph sz="quarter" idx="4"/>
          </p:nvPr>
        </p:nvSpPr>
        <p:spPr>
          <a:xfrm>
            <a:off x="4645029" y="2174875"/>
            <a:ext cx="4041775" cy="3951288"/>
          </a:xfrm>
        </p:spPr>
        <p:txBody>
          <a:bodyPr vert="horz" lIns="91440" tIns="45720" rIns="91440" bIns="45720" rtlCol="0">
            <a:normAutofit/>
          </a:bodyPr>
          <a:lstStyle>
            <a:lvl1pPr>
              <a:defRPr lang="en-US" smtClean="0"/>
            </a:lvl1pPr>
            <a:lvl2pPr>
              <a:defRPr lang="en-US" smtClean="0"/>
            </a:lvl2pPr>
            <a:lvl3pPr>
              <a:defRPr lang="en-US" smtClean="0"/>
            </a:lvl3pPr>
            <a:lvl4pPr>
              <a:defRPr lang="en-US"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46D2E05-AB57-4CFF-B495-0939FE3C945F}" type="datetime1">
              <a:rPr lang="en-US" smtClean="0"/>
              <a:t>9/14/23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9A3E85D-0FC7-164D-9B9E-D8CDD8FC5B09}" type="slidenum">
              <a:rPr lang="en-US" smtClean="0"/>
              <a:pPr/>
              <a:t>‹#›</a:t>
            </a:fld>
            <a:endParaRPr lang="en-US"/>
          </a:p>
        </p:txBody>
      </p:sp>
      <p:sp>
        <p:nvSpPr>
          <p:cNvPr id="10" name="Title 1"/>
          <p:cNvSpPr>
            <a:spLocks noGrp="1"/>
          </p:cNvSpPr>
          <p:nvPr>
            <p:ph type="title" hasCustomPrompt="1"/>
          </p:nvPr>
        </p:nvSpPr>
        <p:spPr>
          <a:xfrm>
            <a:off x="457200" y="2"/>
            <a:ext cx="8686800" cy="864781"/>
          </a:xfrm>
        </p:spPr>
        <p:txBody>
          <a:bodyPr lIns="182880" tIns="0" rIns="182880" anchor="b" anchorCtr="0">
            <a:noAutofit/>
          </a:bodyPr>
          <a:lstStyle>
            <a:lvl1pPr algn="l">
              <a:defRPr sz="2800" b="0" cap="none">
                <a:solidFill>
                  <a:srgbClr val="0072C6"/>
                </a:solidFill>
                <a:latin typeface="Segoe Light"/>
                <a:cs typeface="Segoe Light"/>
              </a:defRPr>
            </a:lvl1pPr>
          </a:lstStyle>
          <a:p>
            <a:r>
              <a:rPr lang="en-US" dirty="0"/>
              <a:t>title of text slide</a:t>
            </a:r>
          </a:p>
        </p:txBody>
      </p:sp>
    </p:spTree>
    <p:extLst>
      <p:ext uri="{BB962C8B-B14F-4D97-AF65-F5344CB8AC3E}">
        <p14:creationId xmlns:p14="http://schemas.microsoft.com/office/powerpoint/2010/main" val="1006222792"/>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Caption 1">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435103"/>
            <a:ext cx="5111750" cy="4691063"/>
          </a:xfrm>
        </p:spPr>
        <p:txBody>
          <a:bodyPr vert="horz" lIns="91440" tIns="45720" rIns="91440" bIns="45720" rtlCol="0">
            <a:normAutofit/>
          </a:bodyPr>
          <a:lstStyle>
            <a:lvl1pPr>
              <a:defRPr lang="en-US" smtClean="0"/>
            </a:lvl1pPr>
            <a:lvl2pPr>
              <a:defRPr lang="en-US" smtClean="0"/>
            </a:lvl2pPr>
            <a:lvl3pPr>
              <a:defRPr lang="en-US" smtClean="0"/>
            </a:lvl3pPr>
            <a:lvl4pPr>
              <a:defRPr lang="en-US"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4" y="1435103"/>
            <a:ext cx="3008313" cy="4691063"/>
          </a:xfrm>
        </p:spPr>
        <p:txBody>
          <a:bodyPr/>
          <a:lstStyle>
            <a:lvl1pPr marL="0" indent="0">
              <a:buNone/>
              <a:defRPr sz="1400">
                <a:latin typeface="Segoe UI" pitchFamily="34" charset="0"/>
                <a:ea typeface="Segoe UI" pitchFamily="34" charset="0"/>
                <a:cs typeface="Segoe UI"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1E9F9F-BFC0-44F8-92BE-C94F3AFC82B1}" type="datetime1">
              <a:rPr lang="en-US" smtClean="0"/>
              <a:t>9/14/23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A3E85D-0FC7-164D-9B9E-D8CDD8FC5B09}" type="slidenum">
              <a:rPr lang="en-US" smtClean="0"/>
              <a:pPr/>
              <a:t>‹#›</a:t>
            </a:fld>
            <a:endParaRPr lang="en-US"/>
          </a:p>
        </p:txBody>
      </p:sp>
      <p:sp>
        <p:nvSpPr>
          <p:cNvPr id="12" name="Rectangle 11"/>
          <p:cNvSpPr/>
          <p:nvPr/>
        </p:nvSpPr>
        <p:spPr>
          <a:xfrm>
            <a:off x="450442" y="0"/>
            <a:ext cx="8693558" cy="802968"/>
          </a:xfrm>
          <a:prstGeom prst="rect">
            <a:avLst/>
          </a:prstGeom>
          <a:solidFill>
            <a:srgbClr val="007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3" name="Rectangle 12"/>
          <p:cNvSpPr/>
          <p:nvPr/>
        </p:nvSpPr>
        <p:spPr>
          <a:xfrm>
            <a:off x="0" y="2"/>
            <a:ext cx="394664" cy="803471"/>
          </a:xfrm>
          <a:prstGeom prst="rect">
            <a:avLst/>
          </a:prstGeom>
          <a:solidFill>
            <a:srgbClr val="00B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0" name="Title 1"/>
          <p:cNvSpPr>
            <a:spLocks noGrp="1"/>
          </p:cNvSpPr>
          <p:nvPr>
            <p:ph type="title" hasCustomPrompt="1"/>
          </p:nvPr>
        </p:nvSpPr>
        <p:spPr>
          <a:xfrm>
            <a:off x="451880" y="1"/>
            <a:ext cx="8692121" cy="803472"/>
          </a:xfrm>
        </p:spPr>
        <p:txBody>
          <a:bodyPr lIns="182880" tIns="0" rIns="182880" anchor="ctr" anchorCtr="0">
            <a:noAutofit/>
          </a:bodyPr>
          <a:lstStyle>
            <a:lvl1pPr algn="l">
              <a:defRPr sz="2800" b="0" cap="none">
                <a:solidFill>
                  <a:schemeClr val="bg1"/>
                </a:solidFill>
                <a:latin typeface="Segoe Light"/>
                <a:cs typeface="Segoe Light"/>
              </a:defRPr>
            </a:lvl1pPr>
          </a:lstStyle>
          <a:p>
            <a:r>
              <a:rPr lang="en-US" dirty="0"/>
              <a:t>title of text slide</a:t>
            </a:r>
          </a:p>
        </p:txBody>
      </p:sp>
    </p:spTree>
    <p:extLst>
      <p:ext uri="{BB962C8B-B14F-4D97-AF65-F5344CB8AC3E}">
        <p14:creationId xmlns:p14="http://schemas.microsoft.com/office/powerpoint/2010/main" val="208199404"/>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Caption 2">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435103"/>
            <a:ext cx="5111750" cy="4691063"/>
          </a:xfrm>
        </p:spPr>
        <p:txBody>
          <a:bodyPr vert="horz" lIns="91440" tIns="45720" rIns="91440" bIns="45720" rtlCol="0">
            <a:normAutofit/>
          </a:bodyPr>
          <a:lstStyle>
            <a:lvl1pPr>
              <a:defRPr lang="en-US" smtClean="0"/>
            </a:lvl1pPr>
            <a:lvl2pPr>
              <a:defRPr lang="en-US" smtClean="0"/>
            </a:lvl2pPr>
            <a:lvl3pPr>
              <a:defRPr lang="en-US" smtClean="0"/>
            </a:lvl3pPr>
            <a:lvl4pPr>
              <a:defRPr lang="en-US"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4" y="1435103"/>
            <a:ext cx="3008313" cy="4691063"/>
          </a:xfrm>
        </p:spPr>
        <p:txBody>
          <a:bodyPr/>
          <a:lstStyle>
            <a:lvl1pPr marL="0" indent="0">
              <a:buNone/>
              <a:defRPr sz="1400">
                <a:latin typeface="Segoe UI" pitchFamily="34" charset="0"/>
                <a:ea typeface="Segoe UI" pitchFamily="34" charset="0"/>
                <a:cs typeface="Segoe UI"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BD3FDBA-E175-4CE7-80A8-03DA931C7A94}" type="datetime1">
              <a:rPr lang="en-US" smtClean="0"/>
              <a:t>9/14/23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A3E85D-0FC7-164D-9B9E-D8CDD8FC5B09}" type="slidenum">
              <a:rPr lang="en-US" smtClean="0"/>
              <a:pPr/>
              <a:t>‹#›</a:t>
            </a:fld>
            <a:endParaRPr lang="en-US"/>
          </a:p>
        </p:txBody>
      </p:sp>
      <p:sp>
        <p:nvSpPr>
          <p:cNvPr id="8" name="Title 1"/>
          <p:cNvSpPr>
            <a:spLocks noGrp="1"/>
          </p:cNvSpPr>
          <p:nvPr>
            <p:ph type="title" hasCustomPrompt="1"/>
          </p:nvPr>
        </p:nvSpPr>
        <p:spPr>
          <a:xfrm>
            <a:off x="457200" y="2"/>
            <a:ext cx="8686800" cy="864781"/>
          </a:xfrm>
        </p:spPr>
        <p:txBody>
          <a:bodyPr lIns="182880" tIns="0" rIns="182880" anchor="b" anchorCtr="0">
            <a:noAutofit/>
          </a:bodyPr>
          <a:lstStyle>
            <a:lvl1pPr algn="l">
              <a:defRPr sz="2800" b="0" cap="none">
                <a:solidFill>
                  <a:srgbClr val="0072C6"/>
                </a:solidFill>
                <a:latin typeface="Segoe Light"/>
                <a:cs typeface="Segoe Light"/>
              </a:defRPr>
            </a:lvl1pPr>
          </a:lstStyle>
          <a:p>
            <a:r>
              <a:rPr lang="en-US" dirty="0"/>
              <a:t>title of text slide</a:t>
            </a:r>
          </a:p>
        </p:txBody>
      </p:sp>
    </p:spTree>
    <p:extLst>
      <p:ext uri="{BB962C8B-B14F-4D97-AF65-F5344CB8AC3E}">
        <p14:creationId xmlns:p14="http://schemas.microsoft.com/office/powerpoint/2010/main" val="4083780654"/>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Picture with Caption 1">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374775"/>
            <a:ext cx="5486400" cy="4114800"/>
          </a:xfrm>
        </p:spPr>
        <p:txBody>
          <a:bodyPr/>
          <a:lstStyle>
            <a:lvl1pPr marL="0" indent="0">
              <a:buNone/>
              <a:defRPr sz="3200">
                <a:latin typeface="Segoe UI" pitchFamily="34" charset="0"/>
                <a:ea typeface="Segoe UI" pitchFamily="34" charset="0"/>
                <a:cs typeface="Segoe UI"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570539"/>
            <a:ext cx="5486400" cy="474663"/>
          </a:xfrm>
        </p:spPr>
        <p:txBody>
          <a:bodyPr/>
          <a:lstStyle>
            <a:lvl1pPr marL="0" indent="0">
              <a:buNone/>
              <a:defRPr sz="1400">
                <a:latin typeface="Segoe UI" pitchFamily="34" charset="0"/>
                <a:ea typeface="Segoe UI" pitchFamily="34" charset="0"/>
                <a:cs typeface="Segoe UI"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48A62A0-D603-4FC8-AFBE-B246E27A09BB}" type="datetime1">
              <a:rPr lang="en-US" smtClean="0"/>
              <a:t>9/14/23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A3E85D-0FC7-164D-9B9E-D8CDD8FC5B09}" type="slidenum">
              <a:rPr lang="en-US" smtClean="0"/>
              <a:pPr/>
              <a:t>‹#›</a:t>
            </a:fld>
            <a:endParaRPr lang="en-US"/>
          </a:p>
        </p:txBody>
      </p:sp>
      <p:sp>
        <p:nvSpPr>
          <p:cNvPr id="12" name="Rectangle 11"/>
          <p:cNvSpPr/>
          <p:nvPr/>
        </p:nvSpPr>
        <p:spPr>
          <a:xfrm>
            <a:off x="450442" y="0"/>
            <a:ext cx="8693558" cy="802968"/>
          </a:xfrm>
          <a:prstGeom prst="rect">
            <a:avLst/>
          </a:prstGeom>
          <a:solidFill>
            <a:srgbClr val="007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3" name="Rectangle 12"/>
          <p:cNvSpPr/>
          <p:nvPr/>
        </p:nvSpPr>
        <p:spPr>
          <a:xfrm>
            <a:off x="0" y="2"/>
            <a:ext cx="394664" cy="803471"/>
          </a:xfrm>
          <a:prstGeom prst="rect">
            <a:avLst/>
          </a:prstGeom>
          <a:solidFill>
            <a:srgbClr val="00B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0" name="Title 1"/>
          <p:cNvSpPr>
            <a:spLocks noGrp="1"/>
          </p:cNvSpPr>
          <p:nvPr>
            <p:ph type="title" hasCustomPrompt="1"/>
          </p:nvPr>
        </p:nvSpPr>
        <p:spPr>
          <a:xfrm>
            <a:off x="451880" y="1"/>
            <a:ext cx="8692121" cy="803472"/>
          </a:xfrm>
        </p:spPr>
        <p:txBody>
          <a:bodyPr lIns="182880" tIns="0" rIns="182880" anchor="ctr" anchorCtr="0">
            <a:noAutofit/>
          </a:bodyPr>
          <a:lstStyle>
            <a:lvl1pPr algn="l">
              <a:defRPr sz="2800" b="0" cap="none">
                <a:solidFill>
                  <a:schemeClr val="bg1"/>
                </a:solidFill>
                <a:latin typeface="Segoe Light"/>
                <a:cs typeface="Segoe Light"/>
              </a:defRPr>
            </a:lvl1pPr>
          </a:lstStyle>
          <a:p>
            <a:r>
              <a:rPr lang="en-US" dirty="0"/>
              <a:t>title of text slide</a:t>
            </a:r>
          </a:p>
        </p:txBody>
      </p:sp>
    </p:spTree>
    <p:extLst>
      <p:ext uri="{BB962C8B-B14F-4D97-AF65-F5344CB8AC3E}">
        <p14:creationId xmlns:p14="http://schemas.microsoft.com/office/powerpoint/2010/main" val="236318642"/>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Picture with Caption 2">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374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570539"/>
            <a:ext cx="5486400" cy="474663"/>
          </a:xfrm>
        </p:spPr>
        <p:txBody>
          <a:bodyPr/>
          <a:lstStyle>
            <a:lvl1pPr marL="0" indent="0">
              <a:buNone/>
              <a:defRPr sz="1400">
                <a:latin typeface="Segoe UI" pitchFamily="34" charset="0"/>
                <a:ea typeface="Segoe UI" pitchFamily="34" charset="0"/>
                <a:cs typeface="Segoe UI"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AB52691-45EB-4BCA-9572-A80906A3D3E2}" type="datetime1">
              <a:rPr lang="en-US" smtClean="0"/>
              <a:t>9/14/23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A3E85D-0FC7-164D-9B9E-D8CDD8FC5B09}" type="slidenum">
              <a:rPr lang="en-US" smtClean="0"/>
              <a:pPr/>
              <a:t>‹#›</a:t>
            </a:fld>
            <a:endParaRPr lang="en-US"/>
          </a:p>
        </p:txBody>
      </p:sp>
      <p:sp>
        <p:nvSpPr>
          <p:cNvPr id="8" name="Title 1"/>
          <p:cNvSpPr>
            <a:spLocks noGrp="1"/>
          </p:cNvSpPr>
          <p:nvPr>
            <p:ph type="title" hasCustomPrompt="1"/>
          </p:nvPr>
        </p:nvSpPr>
        <p:spPr>
          <a:xfrm>
            <a:off x="457200" y="2"/>
            <a:ext cx="8686800" cy="864781"/>
          </a:xfrm>
        </p:spPr>
        <p:txBody>
          <a:bodyPr lIns="182880" tIns="0" rIns="182880" anchor="b" anchorCtr="0">
            <a:noAutofit/>
          </a:bodyPr>
          <a:lstStyle>
            <a:lvl1pPr algn="l">
              <a:defRPr sz="2800" b="0" cap="none">
                <a:solidFill>
                  <a:srgbClr val="0072C6"/>
                </a:solidFill>
                <a:latin typeface="Segoe Light"/>
                <a:cs typeface="Segoe Light"/>
              </a:defRPr>
            </a:lvl1pPr>
          </a:lstStyle>
          <a:p>
            <a:r>
              <a:rPr lang="en-US" dirty="0"/>
              <a:t>title of text slide</a:t>
            </a:r>
          </a:p>
        </p:txBody>
      </p:sp>
    </p:spTree>
    <p:extLst>
      <p:ext uri="{BB962C8B-B14F-4D97-AF65-F5344CB8AC3E}">
        <p14:creationId xmlns:p14="http://schemas.microsoft.com/office/powerpoint/2010/main" val="3058370285"/>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Metro template 1 ">
    <p:spTree>
      <p:nvGrpSpPr>
        <p:cNvPr id="1" name=""/>
        <p:cNvGrpSpPr/>
        <p:nvPr/>
      </p:nvGrpSpPr>
      <p:grpSpPr>
        <a:xfrm>
          <a:off x="0" y="0"/>
          <a:ext cx="0" cy="0"/>
          <a:chOff x="0" y="0"/>
          <a:chExt cx="0" cy="0"/>
        </a:xfrm>
      </p:grpSpPr>
      <p:sp>
        <p:nvSpPr>
          <p:cNvPr id="11" name="Picture Placeholder 10"/>
          <p:cNvSpPr>
            <a:spLocks noGrp="1"/>
          </p:cNvSpPr>
          <p:nvPr>
            <p:ph type="pic" sz="quarter" idx="18" hasCustomPrompt="1"/>
          </p:nvPr>
        </p:nvSpPr>
        <p:spPr>
          <a:xfrm>
            <a:off x="3449514" y="1837267"/>
            <a:ext cx="2447925" cy="3852333"/>
          </a:xfrm>
        </p:spPr>
        <p:txBody>
          <a:bodyPr>
            <a:normAutofit/>
          </a:bodyPr>
          <a:lstStyle>
            <a:lvl1pPr marL="0" indent="0">
              <a:buNone/>
              <a:defRPr lang="en-US" sz="1800" b="0" kern="1200" baseline="0" dirty="0">
                <a:solidFill>
                  <a:schemeClr val="tx1"/>
                </a:solidFill>
                <a:latin typeface="Segoe UI" pitchFamily="34" charset="0"/>
                <a:ea typeface="Segoe UI" pitchFamily="34" charset="0"/>
                <a:cs typeface="Segoe UI" pitchFamily="34" charset="0"/>
              </a:defRPr>
            </a:lvl1pPr>
          </a:lstStyle>
          <a:p>
            <a:pPr marL="0" lvl="0" algn="l" defTabSz="457200" rtl="0" eaLnBrk="1" latinLnBrk="0" hangingPunct="1"/>
            <a:r>
              <a:rPr lang="en-US" dirty="0"/>
              <a:t>Insert Photo</a:t>
            </a:r>
          </a:p>
        </p:txBody>
      </p:sp>
      <p:sp>
        <p:nvSpPr>
          <p:cNvPr id="19" name="Rectangle 18"/>
          <p:cNvSpPr/>
          <p:nvPr/>
        </p:nvSpPr>
        <p:spPr bwMode="auto">
          <a:xfrm>
            <a:off x="1936035" y="3833295"/>
            <a:ext cx="1409346" cy="1875452"/>
          </a:xfrm>
          <a:prstGeom prst="rect">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45720" bIns="91440" numCol="1" spcCol="0" rtlCol="0" fromWordArt="0" anchor="t" anchorCtr="0" forceAA="0" compatLnSpc="1">
            <a:prstTxWarp prst="textNoShape">
              <a:avLst/>
            </a:prstTxWarp>
            <a:noAutofit/>
          </a:bodyPr>
          <a:lstStyle/>
          <a:p>
            <a:pPr defTabSz="685666" fontAlgn="base">
              <a:spcBef>
                <a:spcPct val="0"/>
              </a:spcBef>
              <a:spcAft>
                <a:spcPct val="0"/>
              </a:spcAft>
            </a:pPr>
            <a:endParaRPr lang="en-US" sz="1800" spc="-38" dirty="0">
              <a:solidFill>
                <a:schemeClr val="bg1"/>
              </a:solidFill>
              <a:latin typeface="Segoe UI" pitchFamily="34" charset="0"/>
              <a:ea typeface="Segoe UI" pitchFamily="34" charset="0"/>
              <a:cs typeface="Segoe UI" pitchFamily="34" charset="0"/>
            </a:endParaRPr>
          </a:p>
        </p:txBody>
      </p:sp>
      <p:sp>
        <p:nvSpPr>
          <p:cNvPr id="5" name="Date Placeholder 4"/>
          <p:cNvSpPr>
            <a:spLocks noGrp="1"/>
          </p:cNvSpPr>
          <p:nvPr>
            <p:ph type="dt" sz="half" idx="10"/>
          </p:nvPr>
        </p:nvSpPr>
        <p:spPr/>
        <p:txBody>
          <a:bodyPr/>
          <a:lstStyle/>
          <a:p>
            <a:fld id="{9D33FC55-9BF7-45B1-A4EF-16442EDF7D22}" type="datetime1">
              <a:rPr lang="en-US" smtClean="0"/>
              <a:t>9/14/23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A3E85D-0FC7-164D-9B9E-D8CDD8FC5B09}" type="slidenum">
              <a:rPr lang="en-US" smtClean="0"/>
              <a:pPr/>
              <a:t>‹#›</a:t>
            </a:fld>
            <a:endParaRPr lang="en-US"/>
          </a:p>
        </p:txBody>
      </p:sp>
      <p:sp>
        <p:nvSpPr>
          <p:cNvPr id="17" name="Rectangle 16"/>
          <p:cNvSpPr/>
          <p:nvPr/>
        </p:nvSpPr>
        <p:spPr bwMode="auto">
          <a:xfrm>
            <a:off x="449292" y="3819118"/>
            <a:ext cx="1409346" cy="1875452"/>
          </a:xfrm>
          <a:prstGeom prst="rect">
            <a:avLst/>
          </a:prstGeom>
          <a:solidFill>
            <a:srgbClr val="41B3D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45720" bIns="91440" numCol="1" spcCol="0" rtlCol="0" fromWordArt="0" anchor="ctr" anchorCtr="0" forceAA="0" compatLnSpc="1">
            <a:prstTxWarp prst="textNoShape">
              <a:avLst/>
            </a:prstTxWarp>
            <a:noAutofit/>
          </a:bodyPr>
          <a:lstStyle/>
          <a:p>
            <a:pPr defTabSz="685666" fontAlgn="base">
              <a:spcBef>
                <a:spcPct val="0"/>
              </a:spcBef>
              <a:spcAft>
                <a:spcPct val="0"/>
              </a:spcAft>
            </a:pPr>
            <a:endParaRPr lang="en-US" sz="1600" spc="-38" dirty="0">
              <a:solidFill>
                <a:srgbClr val="FFFFFF"/>
              </a:solidFill>
              <a:latin typeface="Segoe UI" pitchFamily="34" charset="0"/>
              <a:ea typeface="Segoe UI" pitchFamily="34" charset="0"/>
              <a:cs typeface="Segoe UI" pitchFamily="34" charset="0"/>
            </a:endParaRPr>
          </a:p>
        </p:txBody>
      </p:sp>
      <p:sp>
        <p:nvSpPr>
          <p:cNvPr id="18" name="Rectangle 17"/>
          <p:cNvSpPr/>
          <p:nvPr/>
        </p:nvSpPr>
        <p:spPr bwMode="auto">
          <a:xfrm>
            <a:off x="449292" y="1827674"/>
            <a:ext cx="1409346" cy="1875452"/>
          </a:xfrm>
          <a:prstGeom prst="rect">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45720" bIns="91440" numCol="1" spcCol="0" rtlCol="0" fromWordArt="0" anchor="t" anchorCtr="0" forceAA="0" compatLnSpc="1">
            <a:prstTxWarp prst="textNoShape">
              <a:avLst/>
            </a:prstTxWarp>
            <a:noAutofit/>
          </a:bodyPr>
          <a:lstStyle/>
          <a:p>
            <a:pPr lvl="0"/>
            <a:endParaRPr lang="en-US" sz="1800" dirty="0">
              <a:solidFill>
                <a:srgbClr val="FFFFFF"/>
              </a:solidFill>
              <a:latin typeface="Segoe UI" pitchFamily="34" charset="0"/>
              <a:ea typeface="Segoe UI" pitchFamily="34" charset="0"/>
              <a:cs typeface="Segoe UI" pitchFamily="34" charset="0"/>
            </a:endParaRPr>
          </a:p>
        </p:txBody>
      </p:sp>
      <p:sp>
        <p:nvSpPr>
          <p:cNvPr id="20" name="Rectangle 19"/>
          <p:cNvSpPr/>
          <p:nvPr/>
        </p:nvSpPr>
        <p:spPr bwMode="auto">
          <a:xfrm>
            <a:off x="1936033" y="1836715"/>
            <a:ext cx="1409346" cy="1875452"/>
          </a:xfrm>
          <a:prstGeom prst="rect">
            <a:avLst/>
          </a:prstGeom>
          <a:solidFill>
            <a:srgbClr val="0072C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45720" bIns="91440" numCol="1" spcCol="0" rtlCol="0" fromWordArt="0" anchor="t" anchorCtr="0" forceAA="0" compatLnSpc="1">
            <a:prstTxWarp prst="textNoShape">
              <a:avLst/>
            </a:prstTxWarp>
            <a:noAutofit/>
          </a:bodyPr>
          <a:lstStyle/>
          <a:p>
            <a:pPr lvl="0"/>
            <a:endParaRPr lang="en-US" sz="1800" b="0" dirty="0">
              <a:solidFill>
                <a:srgbClr val="FFFFFF"/>
              </a:solidFill>
              <a:latin typeface="Segoe UI" pitchFamily="34" charset="0"/>
              <a:ea typeface="Segoe UI" pitchFamily="34" charset="0"/>
              <a:cs typeface="Segoe UI" pitchFamily="34" charset="0"/>
            </a:endParaRPr>
          </a:p>
        </p:txBody>
      </p:sp>
      <p:sp>
        <p:nvSpPr>
          <p:cNvPr id="25" name="Rectangle 24"/>
          <p:cNvSpPr/>
          <p:nvPr/>
        </p:nvSpPr>
        <p:spPr bwMode="auto">
          <a:xfrm>
            <a:off x="6007100" y="1841373"/>
            <a:ext cx="2661894" cy="3848228"/>
          </a:xfrm>
          <a:prstGeom prst="rect">
            <a:avLst/>
          </a:prstGeom>
          <a:solidFill>
            <a:srgbClr val="0072C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45720" bIns="91440" numCol="1" spcCol="0" rtlCol="0" fromWordArt="0" anchor="t" anchorCtr="0" forceAA="0" compatLnSpc="1">
            <a:prstTxWarp prst="textNoShape">
              <a:avLst/>
            </a:prstTxWarp>
            <a:noAutofit/>
          </a:bodyPr>
          <a:lstStyle/>
          <a:p>
            <a:pPr lvl="0"/>
            <a:endParaRPr lang="en-US" sz="1800" dirty="0">
              <a:latin typeface="Segoe UI" pitchFamily="34" charset="0"/>
              <a:ea typeface="Segoe UI" pitchFamily="34" charset="0"/>
              <a:cs typeface="Segoe UI" pitchFamily="34" charset="0"/>
            </a:endParaRPr>
          </a:p>
        </p:txBody>
      </p:sp>
      <p:sp>
        <p:nvSpPr>
          <p:cNvPr id="4" name="Text Placeholder 3"/>
          <p:cNvSpPr>
            <a:spLocks noGrp="1"/>
          </p:cNvSpPr>
          <p:nvPr>
            <p:ph type="body" sz="quarter" idx="13" hasCustomPrompt="1"/>
          </p:nvPr>
        </p:nvSpPr>
        <p:spPr>
          <a:xfrm>
            <a:off x="449263" y="1826684"/>
            <a:ext cx="1403350" cy="1877483"/>
          </a:xfrm>
        </p:spPr>
        <p:txBody>
          <a:bodyPr>
            <a:normAutofit/>
          </a:bodyPr>
          <a:lstStyle>
            <a:lvl1pPr marL="0" indent="0">
              <a:buNone/>
              <a:defRPr lang="en-US" sz="1800" b="0" kern="1200" dirty="0" smtClean="0">
                <a:solidFill>
                  <a:srgbClr val="FFFFFF"/>
                </a:solidFill>
                <a:latin typeface="Segoe UI" pitchFamily="34" charset="0"/>
                <a:ea typeface="Segoe UI" pitchFamily="34" charset="0"/>
                <a:cs typeface="Segoe UI" pitchFamily="34" charset="0"/>
              </a:defRPr>
            </a:lvl1pPr>
          </a:lstStyle>
          <a:p>
            <a:pPr marL="0" lvl="0" algn="l" defTabSz="457200" rtl="0" eaLnBrk="1" latinLnBrk="0" hangingPunct="1"/>
            <a:r>
              <a:rPr lang="en-US" dirty="0"/>
              <a:t>Enter Text</a:t>
            </a:r>
          </a:p>
        </p:txBody>
      </p:sp>
      <p:sp>
        <p:nvSpPr>
          <p:cNvPr id="21" name="Text Placeholder 3"/>
          <p:cNvSpPr>
            <a:spLocks noGrp="1"/>
          </p:cNvSpPr>
          <p:nvPr>
            <p:ph type="body" sz="quarter" idx="14" hasCustomPrompt="1"/>
          </p:nvPr>
        </p:nvSpPr>
        <p:spPr>
          <a:xfrm>
            <a:off x="1942031" y="1826684"/>
            <a:ext cx="1403350" cy="1877483"/>
          </a:xfrm>
        </p:spPr>
        <p:txBody>
          <a:bodyPr>
            <a:normAutofit/>
          </a:bodyPr>
          <a:lstStyle>
            <a:lvl1pPr marL="0" indent="0">
              <a:buNone/>
              <a:defRPr lang="en-US" sz="1800" b="0" kern="1200" dirty="0" smtClean="0">
                <a:solidFill>
                  <a:srgbClr val="FFFFFF"/>
                </a:solidFill>
                <a:latin typeface="Segoe UI" pitchFamily="34" charset="0"/>
                <a:ea typeface="Segoe UI" pitchFamily="34" charset="0"/>
                <a:cs typeface="Segoe UI" pitchFamily="34" charset="0"/>
              </a:defRPr>
            </a:lvl1pPr>
          </a:lstStyle>
          <a:p>
            <a:pPr marL="0" lvl="0" algn="l" defTabSz="457200" rtl="0" eaLnBrk="1" latinLnBrk="0" hangingPunct="1"/>
            <a:r>
              <a:rPr lang="en-US" dirty="0"/>
              <a:t>Enter Text</a:t>
            </a:r>
          </a:p>
        </p:txBody>
      </p:sp>
      <p:sp>
        <p:nvSpPr>
          <p:cNvPr id="22" name="Text Placeholder 3"/>
          <p:cNvSpPr>
            <a:spLocks noGrp="1"/>
          </p:cNvSpPr>
          <p:nvPr>
            <p:ph type="body" sz="quarter" idx="15" hasCustomPrompt="1"/>
          </p:nvPr>
        </p:nvSpPr>
        <p:spPr>
          <a:xfrm>
            <a:off x="6007100" y="1841372"/>
            <a:ext cx="2661894" cy="3836215"/>
          </a:xfrm>
        </p:spPr>
        <p:txBody>
          <a:bodyPr>
            <a:normAutofit/>
          </a:bodyPr>
          <a:lstStyle>
            <a:lvl1pPr marL="0" indent="0">
              <a:buNone/>
              <a:defRPr lang="en-US" sz="1800" b="0" kern="1200" dirty="0" smtClean="0">
                <a:solidFill>
                  <a:srgbClr val="FFFFFF"/>
                </a:solidFill>
                <a:latin typeface="Segoe UI" pitchFamily="34" charset="0"/>
                <a:ea typeface="Segoe UI" pitchFamily="34" charset="0"/>
                <a:cs typeface="Segoe UI" pitchFamily="34" charset="0"/>
              </a:defRPr>
            </a:lvl1pPr>
          </a:lstStyle>
          <a:p>
            <a:pPr marL="0" lvl="0" algn="l" defTabSz="457200" rtl="0" eaLnBrk="1" latinLnBrk="0" hangingPunct="1"/>
            <a:r>
              <a:rPr lang="en-US" dirty="0"/>
              <a:t>Enter Text</a:t>
            </a:r>
          </a:p>
        </p:txBody>
      </p:sp>
      <p:sp>
        <p:nvSpPr>
          <p:cNvPr id="24" name="Text Placeholder 3"/>
          <p:cNvSpPr>
            <a:spLocks noGrp="1"/>
          </p:cNvSpPr>
          <p:nvPr>
            <p:ph type="body" sz="quarter" idx="16" hasCustomPrompt="1"/>
          </p:nvPr>
        </p:nvSpPr>
        <p:spPr>
          <a:xfrm>
            <a:off x="1942031" y="3823877"/>
            <a:ext cx="1403350" cy="1877483"/>
          </a:xfrm>
        </p:spPr>
        <p:txBody>
          <a:bodyPr>
            <a:normAutofit/>
          </a:bodyPr>
          <a:lstStyle>
            <a:lvl1pPr marL="0" indent="0">
              <a:buNone/>
              <a:defRPr lang="en-US" sz="1800" b="0" kern="1200" dirty="0" smtClean="0">
                <a:solidFill>
                  <a:srgbClr val="FFFFFF"/>
                </a:solidFill>
                <a:latin typeface="Segoe UI" pitchFamily="34" charset="0"/>
                <a:ea typeface="Segoe UI" pitchFamily="34" charset="0"/>
                <a:cs typeface="Segoe UI" pitchFamily="34" charset="0"/>
              </a:defRPr>
            </a:lvl1pPr>
          </a:lstStyle>
          <a:p>
            <a:pPr marL="0" lvl="0" algn="l" defTabSz="457200" rtl="0" eaLnBrk="1" latinLnBrk="0" hangingPunct="1"/>
            <a:r>
              <a:rPr lang="en-US" dirty="0"/>
              <a:t>Enter Text</a:t>
            </a:r>
          </a:p>
        </p:txBody>
      </p:sp>
      <p:sp>
        <p:nvSpPr>
          <p:cNvPr id="9" name="Picture Placeholder 8"/>
          <p:cNvSpPr>
            <a:spLocks noGrp="1"/>
          </p:cNvSpPr>
          <p:nvPr>
            <p:ph type="pic" sz="quarter" idx="17" hasCustomPrompt="1"/>
          </p:nvPr>
        </p:nvSpPr>
        <p:spPr>
          <a:xfrm>
            <a:off x="449263" y="3818467"/>
            <a:ext cx="1409700" cy="1871133"/>
          </a:xfrm>
          <a:solidFill>
            <a:srgbClr val="6DC2E9"/>
          </a:solidFill>
        </p:spPr>
        <p:txBody>
          <a:bodyPr>
            <a:normAutofit/>
          </a:bodyPr>
          <a:lstStyle>
            <a:lvl1pPr marL="0" indent="0">
              <a:buNone/>
              <a:defRPr lang="en-US" sz="1800" b="0" kern="1200" dirty="0">
                <a:solidFill>
                  <a:srgbClr val="FFFFFF"/>
                </a:solidFill>
                <a:latin typeface="Segoe UI" pitchFamily="34" charset="0"/>
                <a:ea typeface="Segoe UI" pitchFamily="34" charset="0"/>
                <a:cs typeface="Segoe UI" pitchFamily="34" charset="0"/>
              </a:defRPr>
            </a:lvl1pPr>
          </a:lstStyle>
          <a:p>
            <a:pPr marL="0" lvl="0" algn="l" defTabSz="457200" rtl="0" eaLnBrk="1" latinLnBrk="0" hangingPunct="1"/>
            <a:r>
              <a:rPr lang="en-US" dirty="0"/>
              <a:t>Insert Icon</a:t>
            </a:r>
          </a:p>
        </p:txBody>
      </p:sp>
      <p:sp>
        <p:nvSpPr>
          <p:cNvPr id="23" name="Rectangle 22"/>
          <p:cNvSpPr/>
          <p:nvPr/>
        </p:nvSpPr>
        <p:spPr>
          <a:xfrm>
            <a:off x="450442" y="0"/>
            <a:ext cx="8693558" cy="802968"/>
          </a:xfrm>
          <a:prstGeom prst="rect">
            <a:avLst/>
          </a:prstGeom>
          <a:solidFill>
            <a:srgbClr val="007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26" name="Rectangle 25"/>
          <p:cNvSpPr/>
          <p:nvPr/>
        </p:nvSpPr>
        <p:spPr>
          <a:xfrm>
            <a:off x="0" y="2"/>
            <a:ext cx="394664" cy="803471"/>
          </a:xfrm>
          <a:prstGeom prst="rect">
            <a:avLst/>
          </a:prstGeom>
          <a:solidFill>
            <a:srgbClr val="00B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28" name="Title 1"/>
          <p:cNvSpPr>
            <a:spLocks noGrp="1"/>
          </p:cNvSpPr>
          <p:nvPr>
            <p:ph type="title" hasCustomPrompt="1"/>
          </p:nvPr>
        </p:nvSpPr>
        <p:spPr>
          <a:xfrm>
            <a:off x="451880" y="1"/>
            <a:ext cx="8692121" cy="803472"/>
          </a:xfrm>
        </p:spPr>
        <p:txBody>
          <a:bodyPr lIns="182880" tIns="0" rIns="182880" anchor="ctr" anchorCtr="0">
            <a:noAutofit/>
          </a:bodyPr>
          <a:lstStyle>
            <a:lvl1pPr algn="l">
              <a:defRPr sz="2800" b="0" cap="none">
                <a:solidFill>
                  <a:schemeClr val="bg1"/>
                </a:solidFill>
                <a:latin typeface="Segoe Light"/>
                <a:cs typeface="Segoe Light"/>
              </a:defRPr>
            </a:lvl1pPr>
          </a:lstStyle>
          <a:p>
            <a:r>
              <a:rPr lang="en-US" dirty="0"/>
              <a:t>title of text slide</a:t>
            </a:r>
          </a:p>
        </p:txBody>
      </p:sp>
    </p:spTree>
    <p:extLst>
      <p:ext uri="{BB962C8B-B14F-4D97-AF65-F5344CB8AC3E}">
        <p14:creationId xmlns:p14="http://schemas.microsoft.com/office/powerpoint/2010/main" val="4261161843"/>
      </p:ext>
    </p:extLst>
  </p:cSld>
  <p:clrMapOvr>
    <a:masterClrMapping/>
  </p:clrMapOvr>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Metro template 2 ">
    <p:spTree>
      <p:nvGrpSpPr>
        <p:cNvPr id="1" name=""/>
        <p:cNvGrpSpPr/>
        <p:nvPr/>
      </p:nvGrpSpPr>
      <p:grpSpPr>
        <a:xfrm>
          <a:off x="0" y="0"/>
          <a:ext cx="0" cy="0"/>
          <a:chOff x="0" y="0"/>
          <a:chExt cx="0" cy="0"/>
        </a:xfrm>
      </p:grpSpPr>
      <p:sp>
        <p:nvSpPr>
          <p:cNvPr id="11" name="Picture Placeholder 10"/>
          <p:cNvSpPr>
            <a:spLocks noGrp="1"/>
          </p:cNvSpPr>
          <p:nvPr>
            <p:ph type="pic" sz="quarter" idx="18" hasCustomPrompt="1"/>
          </p:nvPr>
        </p:nvSpPr>
        <p:spPr>
          <a:xfrm>
            <a:off x="3449514" y="1837267"/>
            <a:ext cx="2447925" cy="3852333"/>
          </a:xfrm>
        </p:spPr>
        <p:txBody>
          <a:bodyPr>
            <a:normAutofit/>
          </a:bodyPr>
          <a:lstStyle>
            <a:lvl1pPr marL="0" indent="0">
              <a:buNone/>
              <a:defRPr lang="en-US" sz="1800" b="0" kern="1200" baseline="0" dirty="0">
                <a:solidFill>
                  <a:schemeClr val="tx1"/>
                </a:solidFill>
                <a:latin typeface="Segoe UI" pitchFamily="34" charset="0"/>
                <a:ea typeface="Segoe UI" pitchFamily="34" charset="0"/>
                <a:cs typeface="Segoe UI" pitchFamily="34" charset="0"/>
              </a:defRPr>
            </a:lvl1pPr>
          </a:lstStyle>
          <a:p>
            <a:pPr marL="0" lvl="0" algn="l" defTabSz="457200" rtl="0" eaLnBrk="1" latinLnBrk="0" hangingPunct="1"/>
            <a:r>
              <a:rPr lang="en-US" dirty="0"/>
              <a:t>Insert Photo</a:t>
            </a:r>
          </a:p>
        </p:txBody>
      </p:sp>
      <p:sp>
        <p:nvSpPr>
          <p:cNvPr id="19" name="Rectangle 18"/>
          <p:cNvSpPr/>
          <p:nvPr/>
        </p:nvSpPr>
        <p:spPr bwMode="auto">
          <a:xfrm>
            <a:off x="1936035" y="3833295"/>
            <a:ext cx="1409346" cy="1875452"/>
          </a:xfrm>
          <a:prstGeom prst="rect">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45720" bIns="91440" numCol="1" spcCol="0" rtlCol="0" fromWordArt="0" anchor="t" anchorCtr="0" forceAA="0" compatLnSpc="1">
            <a:prstTxWarp prst="textNoShape">
              <a:avLst/>
            </a:prstTxWarp>
            <a:noAutofit/>
          </a:bodyPr>
          <a:lstStyle/>
          <a:p>
            <a:pPr defTabSz="685666" fontAlgn="base">
              <a:spcBef>
                <a:spcPct val="0"/>
              </a:spcBef>
              <a:spcAft>
                <a:spcPct val="0"/>
              </a:spcAft>
            </a:pPr>
            <a:endParaRPr lang="en-US" sz="1800" spc="-38" dirty="0">
              <a:solidFill>
                <a:schemeClr val="bg1"/>
              </a:solidFill>
              <a:latin typeface="Segoe UI" pitchFamily="34" charset="0"/>
              <a:ea typeface="Segoe UI" pitchFamily="34" charset="0"/>
              <a:cs typeface="Segoe UI" pitchFamily="34" charset="0"/>
            </a:endParaRPr>
          </a:p>
        </p:txBody>
      </p:sp>
      <p:sp>
        <p:nvSpPr>
          <p:cNvPr id="5" name="Date Placeholder 4"/>
          <p:cNvSpPr>
            <a:spLocks noGrp="1"/>
          </p:cNvSpPr>
          <p:nvPr>
            <p:ph type="dt" sz="half" idx="10"/>
          </p:nvPr>
        </p:nvSpPr>
        <p:spPr/>
        <p:txBody>
          <a:bodyPr/>
          <a:lstStyle/>
          <a:p>
            <a:fld id="{43F761B5-C6C1-4179-B327-9314EFAACE7A}" type="datetime1">
              <a:rPr lang="en-US" smtClean="0"/>
              <a:t>9/14/23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A3E85D-0FC7-164D-9B9E-D8CDD8FC5B09}" type="slidenum">
              <a:rPr lang="en-US" smtClean="0"/>
              <a:pPr/>
              <a:t>‹#›</a:t>
            </a:fld>
            <a:endParaRPr lang="en-US"/>
          </a:p>
        </p:txBody>
      </p:sp>
      <p:sp>
        <p:nvSpPr>
          <p:cNvPr id="17" name="Rectangle 16"/>
          <p:cNvSpPr/>
          <p:nvPr/>
        </p:nvSpPr>
        <p:spPr bwMode="auto">
          <a:xfrm>
            <a:off x="449292" y="3819118"/>
            <a:ext cx="1409346" cy="1875452"/>
          </a:xfrm>
          <a:prstGeom prst="rect">
            <a:avLst/>
          </a:prstGeom>
          <a:solidFill>
            <a:srgbClr val="41B3D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45720" bIns="91440" numCol="1" spcCol="0" rtlCol="0" fromWordArt="0" anchor="ctr" anchorCtr="0" forceAA="0" compatLnSpc="1">
            <a:prstTxWarp prst="textNoShape">
              <a:avLst/>
            </a:prstTxWarp>
            <a:noAutofit/>
          </a:bodyPr>
          <a:lstStyle/>
          <a:p>
            <a:pPr defTabSz="685666" fontAlgn="base">
              <a:spcBef>
                <a:spcPct val="0"/>
              </a:spcBef>
              <a:spcAft>
                <a:spcPct val="0"/>
              </a:spcAft>
            </a:pPr>
            <a:endParaRPr lang="en-US" sz="1600" spc="-38" dirty="0">
              <a:solidFill>
                <a:srgbClr val="FFFFFF"/>
              </a:solidFill>
              <a:latin typeface="Segoe UI" pitchFamily="34" charset="0"/>
              <a:ea typeface="Segoe UI" pitchFamily="34" charset="0"/>
              <a:cs typeface="Segoe UI" pitchFamily="34" charset="0"/>
            </a:endParaRPr>
          </a:p>
        </p:txBody>
      </p:sp>
      <p:sp>
        <p:nvSpPr>
          <p:cNvPr id="18" name="Rectangle 17"/>
          <p:cNvSpPr/>
          <p:nvPr/>
        </p:nvSpPr>
        <p:spPr bwMode="auto">
          <a:xfrm>
            <a:off x="449292" y="1827674"/>
            <a:ext cx="1409346" cy="1875452"/>
          </a:xfrm>
          <a:prstGeom prst="rect">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45720" bIns="91440" numCol="1" spcCol="0" rtlCol="0" fromWordArt="0" anchor="t" anchorCtr="0" forceAA="0" compatLnSpc="1">
            <a:prstTxWarp prst="textNoShape">
              <a:avLst/>
            </a:prstTxWarp>
            <a:noAutofit/>
          </a:bodyPr>
          <a:lstStyle/>
          <a:p>
            <a:pPr lvl="0"/>
            <a:endParaRPr lang="en-US" sz="1800" dirty="0">
              <a:solidFill>
                <a:srgbClr val="FFFFFF"/>
              </a:solidFill>
              <a:latin typeface="Segoe UI" pitchFamily="34" charset="0"/>
              <a:ea typeface="Segoe UI" pitchFamily="34" charset="0"/>
              <a:cs typeface="Segoe UI" pitchFamily="34" charset="0"/>
            </a:endParaRPr>
          </a:p>
        </p:txBody>
      </p:sp>
      <p:sp>
        <p:nvSpPr>
          <p:cNvPr id="20" name="Rectangle 19"/>
          <p:cNvSpPr/>
          <p:nvPr/>
        </p:nvSpPr>
        <p:spPr bwMode="auto">
          <a:xfrm>
            <a:off x="1936033" y="1836715"/>
            <a:ext cx="1409346" cy="1875452"/>
          </a:xfrm>
          <a:prstGeom prst="rect">
            <a:avLst/>
          </a:prstGeom>
          <a:solidFill>
            <a:srgbClr val="0072C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45720" bIns="91440" numCol="1" spcCol="0" rtlCol="0" fromWordArt="0" anchor="t" anchorCtr="0" forceAA="0" compatLnSpc="1">
            <a:prstTxWarp prst="textNoShape">
              <a:avLst/>
            </a:prstTxWarp>
            <a:noAutofit/>
          </a:bodyPr>
          <a:lstStyle/>
          <a:p>
            <a:pPr lvl="0"/>
            <a:endParaRPr lang="en-US" sz="1800" b="0" dirty="0">
              <a:solidFill>
                <a:srgbClr val="FFFFFF"/>
              </a:solidFill>
              <a:latin typeface="Segoe UI" pitchFamily="34" charset="0"/>
              <a:ea typeface="Segoe UI" pitchFamily="34" charset="0"/>
              <a:cs typeface="Segoe UI" pitchFamily="34" charset="0"/>
            </a:endParaRPr>
          </a:p>
        </p:txBody>
      </p:sp>
      <p:sp>
        <p:nvSpPr>
          <p:cNvPr id="25" name="Rectangle 24"/>
          <p:cNvSpPr/>
          <p:nvPr/>
        </p:nvSpPr>
        <p:spPr bwMode="auto">
          <a:xfrm>
            <a:off x="6007100" y="1841373"/>
            <a:ext cx="2661894" cy="3848228"/>
          </a:xfrm>
          <a:prstGeom prst="rect">
            <a:avLst/>
          </a:prstGeom>
          <a:solidFill>
            <a:srgbClr val="0072C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45720" bIns="91440" numCol="1" spcCol="0" rtlCol="0" fromWordArt="0" anchor="t" anchorCtr="0" forceAA="0" compatLnSpc="1">
            <a:prstTxWarp prst="textNoShape">
              <a:avLst/>
            </a:prstTxWarp>
            <a:noAutofit/>
          </a:bodyPr>
          <a:lstStyle/>
          <a:p>
            <a:pPr lvl="0"/>
            <a:endParaRPr lang="en-US" sz="1800" dirty="0">
              <a:latin typeface="Segoe UI" pitchFamily="34" charset="0"/>
              <a:ea typeface="Segoe UI" pitchFamily="34" charset="0"/>
              <a:cs typeface="Segoe UI" pitchFamily="34" charset="0"/>
            </a:endParaRPr>
          </a:p>
        </p:txBody>
      </p:sp>
      <p:sp>
        <p:nvSpPr>
          <p:cNvPr id="15" name="Title 1"/>
          <p:cNvSpPr>
            <a:spLocks noGrp="1"/>
          </p:cNvSpPr>
          <p:nvPr>
            <p:ph type="title" hasCustomPrompt="1"/>
          </p:nvPr>
        </p:nvSpPr>
        <p:spPr>
          <a:xfrm>
            <a:off x="457201" y="281941"/>
            <a:ext cx="8244357" cy="582841"/>
          </a:xfrm>
        </p:spPr>
        <p:txBody>
          <a:bodyPr vert="horz" lIns="91440" tIns="0" rIns="91440" bIns="45720" rtlCol="0" anchor="t" anchorCtr="0">
            <a:noAutofit/>
          </a:bodyPr>
          <a:lstStyle>
            <a:lvl1pPr>
              <a:defRPr lang="en-US" b="0" dirty="0">
                <a:solidFill>
                  <a:srgbClr val="0072C6"/>
                </a:solidFill>
              </a:defRPr>
            </a:lvl1pPr>
          </a:lstStyle>
          <a:p>
            <a:pPr lvl="0"/>
            <a:r>
              <a:rPr lang="en-US" dirty="0"/>
              <a:t>title of text slide</a:t>
            </a:r>
          </a:p>
        </p:txBody>
      </p:sp>
      <p:sp>
        <p:nvSpPr>
          <p:cNvPr id="4" name="Text Placeholder 3"/>
          <p:cNvSpPr>
            <a:spLocks noGrp="1"/>
          </p:cNvSpPr>
          <p:nvPr>
            <p:ph type="body" sz="quarter" idx="13" hasCustomPrompt="1"/>
          </p:nvPr>
        </p:nvSpPr>
        <p:spPr>
          <a:xfrm>
            <a:off x="449263" y="1826684"/>
            <a:ext cx="1403350" cy="1877483"/>
          </a:xfrm>
        </p:spPr>
        <p:txBody>
          <a:bodyPr>
            <a:normAutofit/>
          </a:bodyPr>
          <a:lstStyle>
            <a:lvl1pPr marL="0" indent="0">
              <a:buNone/>
              <a:defRPr lang="en-US" sz="1800" b="0" kern="1200" dirty="0" smtClean="0">
                <a:solidFill>
                  <a:srgbClr val="FFFFFF"/>
                </a:solidFill>
                <a:latin typeface="Segoe UI" pitchFamily="34" charset="0"/>
                <a:ea typeface="Segoe UI" pitchFamily="34" charset="0"/>
                <a:cs typeface="Segoe UI" pitchFamily="34" charset="0"/>
              </a:defRPr>
            </a:lvl1pPr>
          </a:lstStyle>
          <a:p>
            <a:pPr marL="0" lvl="0" algn="l" defTabSz="457200" rtl="0" eaLnBrk="1" latinLnBrk="0" hangingPunct="1"/>
            <a:r>
              <a:rPr lang="en-US" dirty="0"/>
              <a:t>Enter Text</a:t>
            </a:r>
          </a:p>
        </p:txBody>
      </p:sp>
      <p:sp>
        <p:nvSpPr>
          <p:cNvPr id="21" name="Text Placeholder 3"/>
          <p:cNvSpPr>
            <a:spLocks noGrp="1"/>
          </p:cNvSpPr>
          <p:nvPr>
            <p:ph type="body" sz="quarter" idx="14" hasCustomPrompt="1"/>
          </p:nvPr>
        </p:nvSpPr>
        <p:spPr>
          <a:xfrm>
            <a:off x="1942031" y="1826684"/>
            <a:ext cx="1403350" cy="1877483"/>
          </a:xfrm>
        </p:spPr>
        <p:txBody>
          <a:bodyPr>
            <a:normAutofit/>
          </a:bodyPr>
          <a:lstStyle>
            <a:lvl1pPr marL="0" indent="0">
              <a:buNone/>
              <a:defRPr lang="en-US" sz="1800" b="0" kern="1200" dirty="0" smtClean="0">
                <a:solidFill>
                  <a:srgbClr val="FFFFFF"/>
                </a:solidFill>
                <a:latin typeface="Segoe UI" pitchFamily="34" charset="0"/>
                <a:ea typeface="Segoe UI" pitchFamily="34" charset="0"/>
                <a:cs typeface="Segoe UI" pitchFamily="34" charset="0"/>
              </a:defRPr>
            </a:lvl1pPr>
          </a:lstStyle>
          <a:p>
            <a:pPr marL="0" lvl="0" algn="l" defTabSz="457200" rtl="0" eaLnBrk="1" latinLnBrk="0" hangingPunct="1"/>
            <a:r>
              <a:rPr lang="en-US" dirty="0"/>
              <a:t>Enter Text</a:t>
            </a:r>
          </a:p>
        </p:txBody>
      </p:sp>
      <p:sp>
        <p:nvSpPr>
          <p:cNvPr id="22" name="Text Placeholder 3"/>
          <p:cNvSpPr>
            <a:spLocks noGrp="1"/>
          </p:cNvSpPr>
          <p:nvPr>
            <p:ph type="body" sz="quarter" idx="15" hasCustomPrompt="1"/>
          </p:nvPr>
        </p:nvSpPr>
        <p:spPr>
          <a:xfrm>
            <a:off x="6007100" y="1841372"/>
            <a:ext cx="2661894" cy="3836215"/>
          </a:xfrm>
        </p:spPr>
        <p:txBody>
          <a:bodyPr>
            <a:normAutofit/>
          </a:bodyPr>
          <a:lstStyle>
            <a:lvl1pPr marL="0" indent="0">
              <a:buNone/>
              <a:defRPr lang="en-US" sz="1800" b="0" kern="1200" dirty="0" smtClean="0">
                <a:solidFill>
                  <a:srgbClr val="FFFFFF"/>
                </a:solidFill>
                <a:latin typeface="Segoe UI" pitchFamily="34" charset="0"/>
                <a:ea typeface="Segoe UI" pitchFamily="34" charset="0"/>
                <a:cs typeface="Segoe UI" pitchFamily="34" charset="0"/>
              </a:defRPr>
            </a:lvl1pPr>
          </a:lstStyle>
          <a:p>
            <a:pPr marL="0" lvl="0" algn="l" defTabSz="457200" rtl="0" eaLnBrk="1" latinLnBrk="0" hangingPunct="1"/>
            <a:r>
              <a:rPr lang="en-US" dirty="0"/>
              <a:t>Enter Text</a:t>
            </a:r>
          </a:p>
        </p:txBody>
      </p:sp>
      <p:sp>
        <p:nvSpPr>
          <p:cNvPr id="24" name="Text Placeholder 3"/>
          <p:cNvSpPr>
            <a:spLocks noGrp="1"/>
          </p:cNvSpPr>
          <p:nvPr>
            <p:ph type="body" sz="quarter" idx="16" hasCustomPrompt="1"/>
          </p:nvPr>
        </p:nvSpPr>
        <p:spPr>
          <a:xfrm>
            <a:off x="1942031" y="3823877"/>
            <a:ext cx="1403350" cy="1877483"/>
          </a:xfrm>
        </p:spPr>
        <p:txBody>
          <a:bodyPr>
            <a:normAutofit/>
          </a:bodyPr>
          <a:lstStyle>
            <a:lvl1pPr marL="0" indent="0">
              <a:buNone/>
              <a:defRPr lang="en-US" sz="1800" b="0" kern="1200" dirty="0" smtClean="0">
                <a:solidFill>
                  <a:srgbClr val="FFFFFF"/>
                </a:solidFill>
                <a:latin typeface="Segoe UI" pitchFamily="34" charset="0"/>
                <a:ea typeface="Segoe UI" pitchFamily="34" charset="0"/>
                <a:cs typeface="Segoe UI" pitchFamily="34" charset="0"/>
              </a:defRPr>
            </a:lvl1pPr>
          </a:lstStyle>
          <a:p>
            <a:pPr marL="0" lvl="0" algn="l" defTabSz="457200" rtl="0" eaLnBrk="1" latinLnBrk="0" hangingPunct="1"/>
            <a:r>
              <a:rPr lang="en-US" dirty="0"/>
              <a:t>Enter Text</a:t>
            </a:r>
          </a:p>
        </p:txBody>
      </p:sp>
      <p:sp>
        <p:nvSpPr>
          <p:cNvPr id="9" name="Picture Placeholder 8"/>
          <p:cNvSpPr>
            <a:spLocks noGrp="1"/>
          </p:cNvSpPr>
          <p:nvPr>
            <p:ph type="pic" sz="quarter" idx="17" hasCustomPrompt="1"/>
          </p:nvPr>
        </p:nvSpPr>
        <p:spPr>
          <a:xfrm>
            <a:off x="449263" y="3818467"/>
            <a:ext cx="1409700" cy="1871133"/>
          </a:xfrm>
          <a:solidFill>
            <a:srgbClr val="6DC2E9"/>
          </a:solidFill>
        </p:spPr>
        <p:txBody>
          <a:bodyPr>
            <a:normAutofit/>
          </a:bodyPr>
          <a:lstStyle>
            <a:lvl1pPr marL="0" indent="0">
              <a:buNone/>
              <a:defRPr lang="en-US" sz="1800" b="0" kern="1200" dirty="0">
                <a:solidFill>
                  <a:srgbClr val="FFFFFF"/>
                </a:solidFill>
                <a:latin typeface="Segoe UI" pitchFamily="34" charset="0"/>
                <a:ea typeface="Segoe UI" pitchFamily="34" charset="0"/>
                <a:cs typeface="Segoe UI" pitchFamily="34" charset="0"/>
              </a:defRPr>
            </a:lvl1pPr>
          </a:lstStyle>
          <a:p>
            <a:pPr marL="0" lvl="0" algn="l" defTabSz="457200" rtl="0" eaLnBrk="1" latinLnBrk="0" hangingPunct="1"/>
            <a:r>
              <a:rPr lang="en-US" dirty="0"/>
              <a:t>Insert Icon</a:t>
            </a:r>
          </a:p>
        </p:txBody>
      </p:sp>
    </p:spTree>
    <p:extLst>
      <p:ext uri="{BB962C8B-B14F-4D97-AF65-F5344CB8AC3E}">
        <p14:creationId xmlns:p14="http://schemas.microsoft.com/office/powerpoint/2010/main" val="3985093027"/>
      </p:ext>
    </p:extLst>
  </p:cSld>
  <p:clrMapOvr>
    <a:masterClrMapping/>
  </p:clrMapOvr>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Metro template 3">
    <p:spTree>
      <p:nvGrpSpPr>
        <p:cNvPr id="1" name=""/>
        <p:cNvGrpSpPr/>
        <p:nvPr/>
      </p:nvGrpSpPr>
      <p:grpSpPr>
        <a:xfrm>
          <a:off x="0" y="0"/>
          <a:ext cx="0" cy="0"/>
          <a:chOff x="0" y="0"/>
          <a:chExt cx="0" cy="0"/>
        </a:xfrm>
      </p:grpSpPr>
      <p:sp>
        <p:nvSpPr>
          <p:cNvPr id="18" name="Picture Placeholder 10"/>
          <p:cNvSpPr>
            <a:spLocks noGrp="1"/>
          </p:cNvSpPr>
          <p:nvPr>
            <p:ph type="pic" sz="quarter" idx="18" hasCustomPrompt="1"/>
          </p:nvPr>
        </p:nvSpPr>
        <p:spPr>
          <a:xfrm>
            <a:off x="3441701" y="1841372"/>
            <a:ext cx="2247900" cy="3853197"/>
          </a:xfrm>
        </p:spPr>
        <p:txBody>
          <a:bodyPr>
            <a:normAutofit/>
          </a:bodyPr>
          <a:lstStyle>
            <a:lvl1pPr marL="0" indent="0">
              <a:buNone/>
              <a:defRPr lang="en-US" sz="1800" b="0" kern="1200" baseline="0" dirty="0">
                <a:solidFill>
                  <a:schemeClr val="tx1"/>
                </a:solidFill>
                <a:latin typeface="Segoe UI" pitchFamily="34" charset="0"/>
                <a:ea typeface="Segoe UI" pitchFamily="34" charset="0"/>
                <a:cs typeface="Segoe UI" pitchFamily="34" charset="0"/>
              </a:defRPr>
            </a:lvl1pPr>
          </a:lstStyle>
          <a:p>
            <a:pPr marL="0" lvl="0" algn="l" defTabSz="457200" rtl="0" eaLnBrk="1" latinLnBrk="0" hangingPunct="1"/>
            <a:r>
              <a:rPr lang="en-US" dirty="0"/>
              <a:t>Insert Photo</a:t>
            </a:r>
          </a:p>
        </p:txBody>
      </p:sp>
      <p:sp>
        <p:nvSpPr>
          <p:cNvPr id="7" name="Date Placeholder 6"/>
          <p:cNvSpPr>
            <a:spLocks noGrp="1"/>
          </p:cNvSpPr>
          <p:nvPr>
            <p:ph type="dt" sz="half" idx="10"/>
          </p:nvPr>
        </p:nvSpPr>
        <p:spPr/>
        <p:txBody>
          <a:bodyPr/>
          <a:lstStyle/>
          <a:p>
            <a:fld id="{A7746126-F3E1-4C9A-9E00-261FDC283B5C}" type="datetime1">
              <a:rPr lang="en-US" smtClean="0"/>
              <a:t>9/14/23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9A3E85D-0FC7-164D-9B9E-D8CDD8FC5B09}" type="slidenum">
              <a:rPr lang="en-US" smtClean="0"/>
              <a:pPr/>
              <a:t>‹#›</a:t>
            </a:fld>
            <a:endParaRPr lang="en-US"/>
          </a:p>
        </p:txBody>
      </p:sp>
      <p:sp>
        <p:nvSpPr>
          <p:cNvPr id="10" name="Rectangle 9"/>
          <p:cNvSpPr/>
          <p:nvPr/>
        </p:nvSpPr>
        <p:spPr>
          <a:xfrm>
            <a:off x="450442" y="0"/>
            <a:ext cx="8693558" cy="802968"/>
          </a:xfrm>
          <a:prstGeom prst="rect">
            <a:avLst/>
          </a:prstGeom>
          <a:solidFill>
            <a:srgbClr val="007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1" name="Rectangle 10"/>
          <p:cNvSpPr/>
          <p:nvPr/>
        </p:nvSpPr>
        <p:spPr>
          <a:xfrm>
            <a:off x="0" y="2"/>
            <a:ext cx="394664" cy="803471"/>
          </a:xfrm>
          <a:prstGeom prst="rect">
            <a:avLst/>
          </a:prstGeom>
          <a:solidFill>
            <a:srgbClr val="00B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3" name="Rectangle 12"/>
          <p:cNvSpPr/>
          <p:nvPr/>
        </p:nvSpPr>
        <p:spPr bwMode="auto">
          <a:xfrm>
            <a:off x="1936035" y="3819118"/>
            <a:ext cx="1409346" cy="1875452"/>
          </a:xfrm>
          <a:prstGeom prst="rect">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45720" bIns="91440" numCol="1" spcCol="0" rtlCol="0" fromWordArt="0" anchor="t" anchorCtr="0" forceAA="0" compatLnSpc="1">
            <a:prstTxWarp prst="textNoShape">
              <a:avLst/>
            </a:prstTxWarp>
            <a:noAutofit/>
          </a:bodyPr>
          <a:lstStyle/>
          <a:p>
            <a:pPr defTabSz="685666" fontAlgn="base">
              <a:spcBef>
                <a:spcPct val="0"/>
              </a:spcBef>
              <a:spcAft>
                <a:spcPct val="0"/>
              </a:spcAft>
            </a:pPr>
            <a:endParaRPr lang="en-US" sz="1500" spc="-38" dirty="0">
              <a:solidFill>
                <a:schemeClr val="bg1"/>
              </a:solidFill>
              <a:latin typeface="Segoe UI" pitchFamily="34" charset="0"/>
              <a:ea typeface="Segoe UI" pitchFamily="34" charset="0"/>
              <a:cs typeface="Segoe UI" pitchFamily="34" charset="0"/>
            </a:endParaRPr>
          </a:p>
        </p:txBody>
      </p:sp>
      <p:sp>
        <p:nvSpPr>
          <p:cNvPr id="14" name="Rectangle 13"/>
          <p:cNvSpPr/>
          <p:nvPr/>
        </p:nvSpPr>
        <p:spPr bwMode="auto">
          <a:xfrm>
            <a:off x="449292" y="3819118"/>
            <a:ext cx="1409346" cy="1875452"/>
          </a:xfrm>
          <a:prstGeom prst="rect">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45720" bIns="91440" numCol="1" spcCol="0" rtlCol="0" fromWordArt="0" anchor="t" anchorCtr="0" forceAA="0" compatLnSpc="1">
            <a:prstTxWarp prst="textNoShape">
              <a:avLst/>
            </a:prstTxWarp>
            <a:noAutofit/>
          </a:bodyPr>
          <a:lstStyle/>
          <a:p>
            <a:pPr defTabSz="685666" fontAlgn="base">
              <a:spcBef>
                <a:spcPct val="0"/>
              </a:spcBef>
              <a:spcAft>
                <a:spcPct val="0"/>
              </a:spcAft>
            </a:pPr>
            <a:endParaRPr lang="en-US" sz="1500" spc="-38" dirty="0">
              <a:solidFill>
                <a:schemeClr val="bg1"/>
              </a:solidFill>
              <a:latin typeface="Segoe UI" pitchFamily="34" charset="0"/>
              <a:ea typeface="Segoe UI" pitchFamily="34" charset="0"/>
              <a:cs typeface="Segoe UI" pitchFamily="34" charset="0"/>
            </a:endParaRPr>
          </a:p>
        </p:txBody>
      </p:sp>
      <p:sp>
        <p:nvSpPr>
          <p:cNvPr id="15" name="Rectangle 14"/>
          <p:cNvSpPr/>
          <p:nvPr/>
        </p:nvSpPr>
        <p:spPr bwMode="auto">
          <a:xfrm>
            <a:off x="449292" y="1841373"/>
            <a:ext cx="2894881" cy="1861753"/>
          </a:xfrm>
          <a:prstGeom prst="rect">
            <a:avLst/>
          </a:prstGeom>
          <a:solidFill>
            <a:srgbClr val="0072C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45720" bIns="91440" numCol="1" spcCol="0" rtlCol="0" fromWordArt="0" anchor="t" anchorCtr="0" forceAA="0" compatLnSpc="1">
            <a:prstTxWarp prst="textNoShape">
              <a:avLst/>
            </a:prstTxWarp>
            <a:noAutofit/>
          </a:bodyPr>
          <a:lstStyle/>
          <a:p>
            <a:pPr lvl="0"/>
            <a:endParaRPr lang="en-US" sz="1500" dirty="0">
              <a:solidFill>
                <a:schemeClr val="bg1"/>
              </a:solidFill>
              <a:latin typeface="Segoe UI" pitchFamily="34" charset="0"/>
              <a:ea typeface="Segoe UI" pitchFamily="34" charset="0"/>
              <a:cs typeface="Segoe UI" pitchFamily="34" charset="0"/>
            </a:endParaRPr>
          </a:p>
        </p:txBody>
      </p:sp>
      <p:sp>
        <p:nvSpPr>
          <p:cNvPr id="16" name="Rectangle 15"/>
          <p:cNvSpPr/>
          <p:nvPr/>
        </p:nvSpPr>
        <p:spPr bwMode="auto">
          <a:xfrm>
            <a:off x="5777166" y="1841372"/>
            <a:ext cx="2913008" cy="3853197"/>
          </a:xfrm>
          <a:prstGeom prst="rect">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45720" bIns="91440" numCol="1" spcCol="0" rtlCol="0" fromWordArt="0" anchor="t" anchorCtr="0" forceAA="0" compatLnSpc="1">
            <a:prstTxWarp prst="textNoShape">
              <a:avLst/>
            </a:prstTxWarp>
            <a:noAutofit/>
          </a:bodyPr>
          <a:lstStyle/>
          <a:p>
            <a:pPr lvl="0"/>
            <a:endParaRPr lang="en-US" sz="1500" dirty="0">
              <a:latin typeface="Segoe UI" pitchFamily="34" charset="0"/>
              <a:ea typeface="Segoe UI" pitchFamily="34" charset="0"/>
              <a:cs typeface="Segoe UI" pitchFamily="34" charset="0"/>
            </a:endParaRPr>
          </a:p>
        </p:txBody>
      </p:sp>
      <p:sp>
        <p:nvSpPr>
          <p:cNvPr id="19" name="Text Placeholder 3"/>
          <p:cNvSpPr>
            <a:spLocks noGrp="1"/>
          </p:cNvSpPr>
          <p:nvPr>
            <p:ph type="body" sz="quarter" idx="13" hasCustomPrompt="1"/>
          </p:nvPr>
        </p:nvSpPr>
        <p:spPr>
          <a:xfrm>
            <a:off x="449292" y="3819117"/>
            <a:ext cx="1409347" cy="1877483"/>
          </a:xfrm>
        </p:spPr>
        <p:txBody>
          <a:bodyPr>
            <a:normAutofit/>
          </a:bodyPr>
          <a:lstStyle>
            <a:lvl1pPr marL="0" indent="0">
              <a:buNone/>
              <a:defRPr lang="en-US" sz="1800" b="0" kern="1200" dirty="0" smtClean="0">
                <a:solidFill>
                  <a:srgbClr val="FFFFFF"/>
                </a:solidFill>
                <a:latin typeface="Segoe UI" pitchFamily="34" charset="0"/>
                <a:ea typeface="Segoe UI" pitchFamily="34" charset="0"/>
                <a:cs typeface="Segoe UI" pitchFamily="34" charset="0"/>
              </a:defRPr>
            </a:lvl1pPr>
          </a:lstStyle>
          <a:p>
            <a:pPr marL="0" lvl="0" algn="l" defTabSz="457200" rtl="0" eaLnBrk="1" latinLnBrk="0" hangingPunct="1"/>
            <a:r>
              <a:rPr lang="en-US" dirty="0"/>
              <a:t>Enter Text</a:t>
            </a:r>
          </a:p>
        </p:txBody>
      </p:sp>
      <p:sp>
        <p:nvSpPr>
          <p:cNvPr id="20" name="Text Placeholder 3"/>
          <p:cNvSpPr>
            <a:spLocks noGrp="1"/>
          </p:cNvSpPr>
          <p:nvPr>
            <p:ph type="body" sz="quarter" idx="14" hasCustomPrompt="1"/>
          </p:nvPr>
        </p:nvSpPr>
        <p:spPr>
          <a:xfrm>
            <a:off x="1936035" y="3819117"/>
            <a:ext cx="1403350" cy="1877483"/>
          </a:xfrm>
        </p:spPr>
        <p:txBody>
          <a:bodyPr>
            <a:normAutofit/>
          </a:bodyPr>
          <a:lstStyle>
            <a:lvl1pPr marL="0" indent="0">
              <a:buNone/>
              <a:defRPr lang="en-US" sz="1800" b="0" kern="1200" dirty="0" smtClean="0">
                <a:solidFill>
                  <a:srgbClr val="FFFFFF"/>
                </a:solidFill>
                <a:latin typeface="Segoe UI" pitchFamily="34" charset="0"/>
                <a:ea typeface="Segoe UI" pitchFamily="34" charset="0"/>
                <a:cs typeface="Segoe UI" pitchFamily="34" charset="0"/>
              </a:defRPr>
            </a:lvl1pPr>
          </a:lstStyle>
          <a:p>
            <a:pPr marL="0" lvl="0" algn="l" defTabSz="457200" rtl="0" eaLnBrk="1" latinLnBrk="0" hangingPunct="1"/>
            <a:r>
              <a:rPr lang="en-US" dirty="0"/>
              <a:t>Enter Text</a:t>
            </a:r>
          </a:p>
        </p:txBody>
      </p:sp>
      <p:sp>
        <p:nvSpPr>
          <p:cNvPr id="21" name="Text Placeholder 3"/>
          <p:cNvSpPr>
            <a:spLocks noGrp="1"/>
          </p:cNvSpPr>
          <p:nvPr>
            <p:ph type="body" sz="quarter" idx="19" hasCustomPrompt="1"/>
          </p:nvPr>
        </p:nvSpPr>
        <p:spPr>
          <a:xfrm>
            <a:off x="5777166" y="1841373"/>
            <a:ext cx="2913008" cy="3853196"/>
          </a:xfrm>
        </p:spPr>
        <p:txBody>
          <a:bodyPr>
            <a:normAutofit/>
          </a:bodyPr>
          <a:lstStyle>
            <a:lvl1pPr marL="0" indent="0">
              <a:buNone/>
              <a:defRPr lang="en-US" sz="1800" b="0" kern="1200" dirty="0" smtClean="0">
                <a:solidFill>
                  <a:srgbClr val="FFFFFF"/>
                </a:solidFill>
                <a:latin typeface="Segoe UI" pitchFamily="34" charset="0"/>
                <a:ea typeface="Segoe UI" pitchFamily="34" charset="0"/>
                <a:cs typeface="Segoe UI" pitchFamily="34" charset="0"/>
              </a:defRPr>
            </a:lvl1pPr>
          </a:lstStyle>
          <a:p>
            <a:pPr marL="0" lvl="0" algn="l" defTabSz="457200" rtl="0" eaLnBrk="1" latinLnBrk="0" hangingPunct="1"/>
            <a:r>
              <a:rPr lang="en-US" dirty="0"/>
              <a:t>Enter Text</a:t>
            </a:r>
          </a:p>
        </p:txBody>
      </p:sp>
      <p:sp>
        <p:nvSpPr>
          <p:cNvPr id="22" name="Text Placeholder 3"/>
          <p:cNvSpPr>
            <a:spLocks noGrp="1"/>
          </p:cNvSpPr>
          <p:nvPr>
            <p:ph type="body" sz="quarter" idx="20" hasCustomPrompt="1"/>
          </p:nvPr>
        </p:nvSpPr>
        <p:spPr>
          <a:xfrm>
            <a:off x="449290" y="1841372"/>
            <a:ext cx="2894881" cy="1861753"/>
          </a:xfrm>
        </p:spPr>
        <p:txBody>
          <a:bodyPr>
            <a:normAutofit/>
          </a:bodyPr>
          <a:lstStyle>
            <a:lvl1pPr marL="0" indent="0">
              <a:buNone/>
              <a:defRPr lang="en-US" sz="1800" b="0" kern="1200" dirty="0" smtClean="0">
                <a:solidFill>
                  <a:srgbClr val="FFFFFF"/>
                </a:solidFill>
                <a:latin typeface="Segoe UI" pitchFamily="34" charset="0"/>
                <a:ea typeface="Segoe UI" pitchFamily="34" charset="0"/>
                <a:cs typeface="Segoe UI" pitchFamily="34" charset="0"/>
              </a:defRPr>
            </a:lvl1pPr>
          </a:lstStyle>
          <a:p>
            <a:pPr marL="0" lvl="0" algn="l" defTabSz="457200" rtl="0" eaLnBrk="1" latinLnBrk="0" hangingPunct="1"/>
            <a:r>
              <a:rPr lang="en-US" dirty="0"/>
              <a:t>Enter Text</a:t>
            </a:r>
          </a:p>
        </p:txBody>
      </p:sp>
      <p:sp>
        <p:nvSpPr>
          <p:cNvPr id="17" name="Title 1"/>
          <p:cNvSpPr>
            <a:spLocks noGrp="1"/>
          </p:cNvSpPr>
          <p:nvPr>
            <p:ph type="title" hasCustomPrompt="1"/>
          </p:nvPr>
        </p:nvSpPr>
        <p:spPr>
          <a:xfrm>
            <a:off x="451880" y="1"/>
            <a:ext cx="8692121" cy="803472"/>
          </a:xfrm>
        </p:spPr>
        <p:txBody>
          <a:bodyPr lIns="182880" tIns="0" rIns="182880" anchor="ctr" anchorCtr="0">
            <a:noAutofit/>
          </a:bodyPr>
          <a:lstStyle>
            <a:lvl1pPr algn="l">
              <a:defRPr sz="2800" b="0" cap="none">
                <a:solidFill>
                  <a:schemeClr val="bg1"/>
                </a:solidFill>
                <a:latin typeface="Segoe Light"/>
                <a:cs typeface="Segoe Light"/>
              </a:defRPr>
            </a:lvl1pPr>
          </a:lstStyle>
          <a:p>
            <a:r>
              <a:rPr lang="en-US" dirty="0"/>
              <a:t>title of text slide</a:t>
            </a:r>
          </a:p>
        </p:txBody>
      </p:sp>
    </p:spTree>
    <p:extLst>
      <p:ext uri="{BB962C8B-B14F-4D97-AF65-F5344CB8AC3E}">
        <p14:creationId xmlns:p14="http://schemas.microsoft.com/office/powerpoint/2010/main" val="671768280"/>
      </p:ext>
    </p:extLst>
  </p:cSld>
  <p:clrMapOvr>
    <a:masterClrMapping/>
  </p:clrMapOvr>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Metro template 4">
    <p:spTree>
      <p:nvGrpSpPr>
        <p:cNvPr id="1" name=""/>
        <p:cNvGrpSpPr/>
        <p:nvPr/>
      </p:nvGrpSpPr>
      <p:grpSpPr>
        <a:xfrm>
          <a:off x="0" y="0"/>
          <a:ext cx="0" cy="0"/>
          <a:chOff x="0" y="0"/>
          <a:chExt cx="0" cy="0"/>
        </a:xfrm>
      </p:grpSpPr>
      <p:sp>
        <p:nvSpPr>
          <p:cNvPr id="18" name="Picture Placeholder 10"/>
          <p:cNvSpPr>
            <a:spLocks noGrp="1"/>
          </p:cNvSpPr>
          <p:nvPr>
            <p:ph type="pic" sz="quarter" idx="18" hasCustomPrompt="1"/>
          </p:nvPr>
        </p:nvSpPr>
        <p:spPr>
          <a:xfrm>
            <a:off x="3441701" y="1841372"/>
            <a:ext cx="2247900" cy="3853197"/>
          </a:xfrm>
        </p:spPr>
        <p:txBody>
          <a:bodyPr>
            <a:normAutofit/>
          </a:bodyPr>
          <a:lstStyle>
            <a:lvl1pPr marL="0" indent="0">
              <a:buNone/>
              <a:defRPr lang="en-US" sz="1800" b="0" kern="1200" baseline="0" dirty="0">
                <a:solidFill>
                  <a:schemeClr val="tx1"/>
                </a:solidFill>
                <a:latin typeface="Segoe UI" pitchFamily="34" charset="0"/>
                <a:ea typeface="Segoe UI" pitchFamily="34" charset="0"/>
                <a:cs typeface="Segoe UI" pitchFamily="34" charset="0"/>
              </a:defRPr>
            </a:lvl1pPr>
          </a:lstStyle>
          <a:p>
            <a:pPr marL="0" lvl="0" algn="l" defTabSz="457200" rtl="0" eaLnBrk="1" latinLnBrk="0" hangingPunct="1"/>
            <a:r>
              <a:rPr lang="en-US" dirty="0"/>
              <a:t>Insert Photo</a:t>
            </a:r>
          </a:p>
        </p:txBody>
      </p:sp>
      <p:sp>
        <p:nvSpPr>
          <p:cNvPr id="7" name="Date Placeholder 6"/>
          <p:cNvSpPr>
            <a:spLocks noGrp="1"/>
          </p:cNvSpPr>
          <p:nvPr>
            <p:ph type="dt" sz="half" idx="10"/>
          </p:nvPr>
        </p:nvSpPr>
        <p:spPr/>
        <p:txBody>
          <a:bodyPr/>
          <a:lstStyle/>
          <a:p>
            <a:fld id="{1A0394F5-DA65-4D2E-8BD8-5D319EC06CAB}" type="datetime1">
              <a:rPr lang="en-US" smtClean="0"/>
              <a:t>9/14/23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9A3E85D-0FC7-164D-9B9E-D8CDD8FC5B09}" type="slidenum">
              <a:rPr lang="en-US" smtClean="0"/>
              <a:pPr/>
              <a:t>‹#›</a:t>
            </a:fld>
            <a:endParaRPr lang="en-US"/>
          </a:p>
        </p:txBody>
      </p:sp>
      <p:sp>
        <p:nvSpPr>
          <p:cNvPr id="13" name="Rectangle 12"/>
          <p:cNvSpPr/>
          <p:nvPr/>
        </p:nvSpPr>
        <p:spPr bwMode="auto">
          <a:xfrm>
            <a:off x="1936035" y="3819118"/>
            <a:ext cx="1409346" cy="1875452"/>
          </a:xfrm>
          <a:prstGeom prst="rect">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45720" bIns="91440" numCol="1" spcCol="0" rtlCol="0" fromWordArt="0" anchor="t" anchorCtr="0" forceAA="0" compatLnSpc="1">
            <a:prstTxWarp prst="textNoShape">
              <a:avLst/>
            </a:prstTxWarp>
            <a:noAutofit/>
          </a:bodyPr>
          <a:lstStyle/>
          <a:p>
            <a:pPr defTabSz="685666" fontAlgn="base">
              <a:spcBef>
                <a:spcPct val="0"/>
              </a:spcBef>
              <a:spcAft>
                <a:spcPct val="0"/>
              </a:spcAft>
            </a:pPr>
            <a:endParaRPr lang="en-US" sz="1500" spc="-38" dirty="0">
              <a:solidFill>
                <a:schemeClr val="bg1"/>
              </a:solidFill>
              <a:latin typeface="Segoe UI" pitchFamily="34" charset="0"/>
              <a:ea typeface="Segoe UI" pitchFamily="34" charset="0"/>
              <a:cs typeface="Segoe UI" pitchFamily="34" charset="0"/>
            </a:endParaRPr>
          </a:p>
        </p:txBody>
      </p:sp>
      <p:sp>
        <p:nvSpPr>
          <p:cNvPr id="14" name="Rectangle 13"/>
          <p:cNvSpPr/>
          <p:nvPr/>
        </p:nvSpPr>
        <p:spPr bwMode="auto">
          <a:xfrm>
            <a:off x="449292" y="3819118"/>
            <a:ext cx="1409346" cy="1875452"/>
          </a:xfrm>
          <a:prstGeom prst="rect">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45720" bIns="91440" numCol="1" spcCol="0" rtlCol="0" fromWordArt="0" anchor="t" anchorCtr="0" forceAA="0" compatLnSpc="1">
            <a:prstTxWarp prst="textNoShape">
              <a:avLst/>
            </a:prstTxWarp>
            <a:noAutofit/>
          </a:bodyPr>
          <a:lstStyle/>
          <a:p>
            <a:pPr defTabSz="685666" fontAlgn="base">
              <a:spcBef>
                <a:spcPct val="0"/>
              </a:spcBef>
              <a:spcAft>
                <a:spcPct val="0"/>
              </a:spcAft>
            </a:pPr>
            <a:endParaRPr lang="en-US" sz="1500" spc="-38" dirty="0">
              <a:solidFill>
                <a:schemeClr val="bg1"/>
              </a:solidFill>
              <a:latin typeface="Segoe UI" pitchFamily="34" charset="0"/>
              <a:ea typeface="Segoe UI" pitchFamily="34" charset="0"/>
              <a:cs typeface="Segoe UI" pitchFamily="34" charset="0"/>
            </a:endParaRPr>
          </a:p>
        </p:txBody>
      </p:sp>
      <p:sp>
        <p:nvSpPr>
          <p:cNvPr id="15" name="Rectangle 14"/>
          <p:cNvSpPr/>
          <p:nvPr/>
        </p:nvSpPr>
        <p:spPr bwMode="auto">
          <a:xfrm>
            <a:off x="449292" y="1841373"/>
            <a:ext cx="2894881" cy="1861753"/>
          </a:xfrm>
          <a:prstGeom prst="rect">
            <a:avLst/>
          </a:prstGeom>
          <a:solidFill>
            <a:srgbClr val="0072C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45720" bIns="91440" numCol="1" spcCol="0" rtlCol="0" fromWordArt="0" anchor="t" anchorCtr="0" forceAA="0" compatLnSpc="1">
            <a:prstTxWarp prst="textNoShape">
              <a:avLst/>
            </a:prstTxWarp>
            <a:noAutofit/>
          </a:bodyPr>
          <a:lstStyle/>
          <a:p>
            <a:pPr lvl="0"/>
            <a:endParaRPr lang="en-US" sz="1500" dirty="0">
              <a:solidFill>
                <a:schemeClr val="bg1"/>
              </a:solidFill>
              <a:latin typeface="Segoe UI" pitchFamily="34" charset="0"/>
              <a:ea typeface="Segoe UI" pitchFamily="34" charset="0"/>
              <a:cs typeface="Segoe UI" pitchFamily="34" charset="0"/>
            </a:endParaRPr>
          </a:p>
        </p:txBody>
      </p:sp>
      <p:sp>
        <p:nvSpPr>
          <p:cNvPr id="16" name="Rectangle 15"/>
          <p:cNvSpPr/>
          <p:nvPr/>
        </p:nvSpPr>
        <p:spPr bwMode="auto">
          <a:xfrm>
            <a:off x="5777166" y="1841372"/>
            <a:ext cx="2913008" cy="3853197"/>
          </a:xfrm>
          <a:prstGeom prst="rect">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45720" bIns="91440" numCol="1" spcCol="0" rtlCol="0" fromWordArt="0" anchor="t" anchorCtr="0" forceAA="0" compatLnSpc="1">
            <a:prstTxWarp prst="textNoShape">
              <a:avLst/>
            </a:prstTxWarp>
            <a:noAutofit/>
          </a:bodyPr>
          <a:lstStyle/>
          <a:p>
            <a:pPr lvl="0"/>
            <a:endParaRPr lang="en-US" sz="1500" dirty="0">
              <a:latin typeface="Segoe UI" pitchFamily="34" charset="0"/>
              <a:ea typeface="Segoe UI" pitchFamily="34" charset="0"/>
              <a:cs typeface="Segoe UI" pitchFamily="34" charset="0"/>
            </a:endParaRPr>
          </a:p>
        </p:txBody>
      </p:sp>
      <p:sp>
        <p:nvSpPr>
          <p:cNvPr id="19" name="Text Placeholder 3"/>
          <p:cNvSpPr>
            <a:spLocks noGrp="1"/>
          </p:cNvSpPr>
          <p:nvPr>
            <p:ph type="body" sz="quarter" idx="13" hasCustomPrompt="1"/>
          </p:nvPr>
        </p:nvSpPr>
        <p:spPr>
          <a:xfrm>
            <a:off x="449292" y="3819117"/>
            <a:ext cx="1409347" cy="1877483"/>
          </a:xfrm>
        </p:spPr>
        <p:txBody>
          <a:bodyPr>
            <a:normAutofit/>
          </a:bodyPr>
          <a:lstStyle>
            <a:lvl1pPr marL="0" indent="0">
              <a:buNone/>
              <a:defRPr lang="en-US" sz="1800" b="0" kern="1200" dirty="0" smtClean="0">
                <a:solidFill>
                  <a:srgbClr val="FFFFFF"/>
                </a:solidFill>
                <a:latin typeface="Segoe UI" pitchFamily="34" charset="0"/>
                <a:ea typeface="Segoe UI" pitchFamily="34" charset="0"/>
                <a:cs typeface="Segoe UI" pitchFamily="34" charset="0"/>
              </a:defRPr>
            </a:lvl1pPr>
          </a:lstStyle>
          <a:p>
            <a:pPr marL="0" lvl="0" algn="l" defTabSz="457200" rtl="0" eaLnBrk="1" latinLnBrk="0" hangingPunct="1"/>
            <a:r>
              <a:rPr lang="en-US" dirty="0"/>
              <a:t>Enter Text</a:t>
            </a:r>
          </a:p>
        </p:txBody>
      </p:sp>
      <p:sp>
        <p:nvSpPr>
          <p:cNvPr id="20" name="Text Placeholder 3"/>
          <p:cNvSpPr>
            <a:spLocks noGrp="1"/>
          </p:cNvSpPr>
          <p:nvPr>
            <p:ph type="body" sz="quarter" idx="14" hasCustomPrompt="1"/>
          </p:nvPr>
        </p:nvSpPr>
        <p:spPr>
          <a:xfrm>
            <a:off x="1936035" y="3819117"/>
            <a:ext cx="1403350" cy="1877483"/>
          </a:xfrm>
        </p:spPr>
        <p:txBody>
          <a:bodyPr>
            <a:normAutofit/>
          </a:bodyPr>
          <a:lstStyle>
            <a:lvl1pPr marL="0" indent="0">
              <a:buNone/>
              <a:defRPr lang="en-US" sz="1800" b="0" kern="1200" dirty="0" smtClean="0">
                <a:solidFill>
                  <a:srgbClr val="FFFFFF"/>
                </a:solidFill>
                <a:latin typeface="Segoe UI" pitchFamily="34" charset="0"/>
                <a:ea typeface="Segoe UI" pitchFamily="34" charset="0"/>
                <a:cs typeface="Segoe UI" pitchFamily="34" charset="0"/>
              </a:defRPr>
            </a:lvl1pPr>
          </a:lstStyle>
          <a:p>
            <a:pPr marL="0" lvl="0" algn="l" defTabSz="457200" rtl="0" eaLnBrk="1" latinLnBrk="0" hangingPunct="1"/>
            <a:r>
              <a:rPr lang="en-US" dirty="0"/>
              <a:t>Enter Text</a:t>
            </a:r>
          </a:p>
        </p:txBody>
      </p:sp>
      <p:sp>
        <p:nvSpPr>
          <p:cNvPr id="21" name="Text Placeholder 3"/>
          <p:cNvSpPr>
            <a:spLocks noGrp="1"/>
          </p:cNvSpPr>
          <p:nvPr>
            <p:ph type="body" sz="quarter" idx="19" hasCustomPrompt="1"/>
          </p:nvPr>
        </p:nvSpPr>
        <p:spPr>
          <a:xfrm>
            <a:off x="5777166" y="1841373"/>
            <a:ext cx="2913008" cy="3853196"/>
          </a:xfrm>
        </p:spPr>
        <p:txBody>
          <a:bodyPr>
            <a:normAutofit/>
          </a:bodyPr>
          <a:lstStyle>
            <a:lvl1pPr marL="0" indent="0">
              <a:buNone/>
              <a:defRPr lang="en-US" sz="1800" b="0" kern="1200" dirty="0" smtClean="0">
                <a:solidFill>
                  <a:srgbClr val="FFFFFF"/>
                </a:solidFill>
                <a:latin typeface="Segoe UI" pitchFamily="34" charset="0"/>
                <a:ea typeface="Segoe UI" pitchFamily="34" charset="0"/>
                <a:cs typeface="Segoe UI" pitchFamily="34" charset="0"/>
              </a:defRPr>
            </a:lvl1pPr>
          </a:lstStyle>
          <a:p>
            <a:pPr marL="0" lvl="0" algn="l" defTabSz="457200" rtl="0" eaLnBrk="1" latinLnBrk="0" hangingPunct="1"/>
            <a:r>
              <a:rPr lang="en-US" dirty="0"/>
              <a:t>Enter Text</a:t>
            </a:r>
          </a:p>
        </p:txBody>
      </p:sp>
      <p:sp>
        <p:nvSpPr>
          <p:cNvPr id="22" name="Text Placeholder 3"/>
          <p:cNvSpPr>
            <a:spLocks noGrp="1"/>
          </p:cNvSpPr>
          <p:nvPr>
            <p:ph type="body" sz="quarter" idx="20" hasCustomPrompt="1"/>
          </p:nvPr>
        </p:nvSpPr>
        <p:spPr>
          <a:xfrm>
            <a:off x="449290" y="1841372"/>
            <a:ext cx="2894881" cy="1861753"/>
          </a:xfrm>
        </p:spPr>
        <p:txBody>
          <a:bodyPr>
            <a:normAutofit/>
          </a:bodyPr>
          <a:lstStyle>
            <a:lvl1pPr marL="0" indent="0">
              <a:buNone/>
              <a:defRPr lang="en-US" sz="1800" b="0" kern="1200" dirty="0" smtClean="0">
                <a:solidFill>
                  <a:srgbClr val="FFFFFF"/>
                </a:solidFill>
                <a:latin typeface="Segoe UI" pitchFamily="34" charset="0"/>
                <a:ea typeface="Segoe UI" pitchFamily="34" charset="0"/>
                <a:cs typeface="Segoe UI" pitchFamily="34" charset="0"/>
              </a:defRPr>
            </a:lvl1pPr>
          </a:lstStyle>
          <a:p>
            <a:pPr marL="0" lvl="0" algn="l" defTabSz="457200" rtl="0" eaLnBrk="1" latinLnBrk="0" hangingPunct="1"/>
            <a:r>
              <a:rPr lang="en-US" dirty="0"/>
              <a:t>Enter Text</a:t>
            </a:r>
          </a:p>
        </p:txBody>
      </p:sp>
      <p:sp>
        <p:nvSpPr>
          <p:cNvPr id="23" name="Title 1"/>
          <p:cNvSpPr>
            <a:spLocks noGrp="1"/>
          </p:cNvSpPr>
          <p:nvPr>
            <p:ph type="title" hasCustomPrompt="1"/>
          </p:nvPr>
        </p:nvSpPr>
        <p:spPr>
          <a:xfrm>
            <a:off x="457200" y="2"/>
            <a:ext cx="8686800" cy="864781"/>
          </a:xfrm>
        </p:spPr>
        <p:txBody>
          <a:bodyPr lIns="182880" tIns="0" rIns="182880" anchor="b" anchorCtr="0">
            <a:noAutofit/>
          </a:bodyPr>
          <a:lstStyle>
            <a:lvl1pPr algn="l">
              <a:defRPr sz="2800" b="0" cap="none">
                <a:solidFill>
                  <a:srgbClr val="0072C6"/>
                </a:solidFill>
                <a:latin typeface="Segoe Light"/>
                <a:cs typeface="Segoe Light"/>
              </a:defRPr>
            </a:lvl1pPr>
          </a:lstStyle>
          <a:p>
            <a:r>
              <a:rPr lang="en-US" dirty="0"/>
              <a:t>title of text slide</a:t>
            </a:r>
          </a:p>
        </p:txBody>
      </p:sp>
    </p:spTree>
    <p:extLst>
      <p:ext uri="{BB962C8B-B14F-4D97-AF65-F5344CB8AC3E}">
        <p14:creationId xmlns:p14="http://schemas.microsoft.com/office/powerpoint/2010/main" val="2965262248"/>
      </p:ext>
    </p:extLst>
  </p:cSld>
  <p:clrMapOvr>
    <a:masterClrMapping/>
  </p:clrMapOvr>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Metro template 5">
    <p:spTree>
      <p:nvGrpSpPr>
        <p:cNvPr id="1" name=""/>
        <p:cNvGrpSpPr/>
        <p:nvPr/>
      </p:nvGrpSpPr>
      <p:grpSpPr>
        <a:xfrm>
          <a:off x="0" y="0"/>
          <a:ext cx="0" cy="0"/>
          <a:chOff x="0" y="0"/>
          <a:chExt cx="0" cy="0"/>
        </a:xfrm>
      </p:grpSpPr>
      <p:sp>
        <p:nvSpPr>
          <p:cNvPr id="20" name="Picture Placeholder 10"/>
          <p:cNvSpPr>
            <a:spLocks noGrp="1"/>
          </p:cNvSpPr>
          <p:nvPr>
            <p:ph type="pic" sz="quarter" idx="18" hasCustomPrompt="1"/>
          </p:nvPr>
        </p:nvSpPr>
        <p:spPr>
          <a:xfrm>
            <a:off x="3430805" y="1833539"/>
            <a:ext cx="3742728" cy="3857856"/>
          </a:xfrm>
        </p:spPr>
        <p:txBody>
          <a:bodyPr>
            <a:normAutofit/>
          </a:bodyPr>
          <a:lstStyle>
            <a:lvl1pPr marL="0" indent="0">
              <a:buNone/>
              <a:defRPr lang="en-US" sz="1800" b="0" kern="1200" baseline="0" dirty="0">
                <a:solidFill>
                  <a:schemeClr val="tx1"/>
                </a:solidFill>
                <a:latin typeface="Segoe UI" pitchFamily="34" charset="0"/>
                <a:ea typeface="Segoe UI" pitchFamily="34" charset="0"/>
                <a:cs typeface="Segoe UI" pitchFamily="34" charset="0"/>
              </a:defRPr>
            </a:lvl1pPr>
          </a:lstStyle>
          <a:p>
            <a:pPr marL="0" lvl="0" algn="l" defTabSz="457200" rtl="0" eaLnBrk="1" latinLnBrk="0" hangingPunct="1"/>
            <a:r>
              <a:rPr lang="en-US" dirty="0"/>
              <a:t>Insert Photo</a:t>
            </a:r>
          </a:p>
        </p:txBody>
      </p:sp>
      <p:sp>
        <p:nvSpPr>
          <p:cNvPr id="7" name="Date Placeholder 6"/>
          <p:cNvSpPr>
            <a:spLocks noGrp="1"/>
          </p:cNvSpPr>
          <p:nvPr>
            <p:ph type="dt" sz="half" idx="10"/>
          </p:nvPr>
        </p:nvSpPr>
        <p:spPr/>
        <p:txBody>
          <a:bodyPr/>
          <a:lstStyle/>
          <a:p>
            <a:fld id="{A10E7947-167C-4494-83FC-BEA86797263F}" type="datetime1">
              <a:rPr lang="en-US" smtClean="0"/>
              <a:t>9/14/23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9A3E85D-0FC7-164D-9B9E-D8CDD8FC5B09}" type="slidenum">
              <a:rPr lang="en-US" smtClean="0"/>
              <a:pPr/>
              <a:t>‹#›</a:t>
            </a:fld>
            <a:endParaRPr lang="en-US"/>
          </a:p>
        </p:txBody>
      </p:sp>
      <p:sp>
        <p:nvSpPr>
          <p:cNvPr id="10" name="Rectangle 9"/>
          <p:cNvSpPr/>
          <p:nvPr/>
        </p:nvSpPr>
        <p:spPr>
          <a:xfrm>
            <a:off x="450442" y="0"/>
            <a:ext cx="8693558" cy="802968"/>
          </a:xfrm>
          <a:prstGeom prst="rect">
            <a:avLst/>
          </a:prstGeom>
          <a:solidFill>
            <a:srgbClr val="007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1" name="Rectangle 10"/>
          <p:cNvSpPr/>
          <p:nvPr/>
        </p:nvSpPr>
        <p:spPr>
          <a:xfrm>
            <a:off x="0" y="2"/>
            <a:ext cx="394664" cy="803471"/>
          </a:xfrm>
          <a:prstGeom prst="rect">
            <a:avLst/>
          </a:prstGeom>
          <a:solidFill>
            <a:srgbClr val="00B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3" name="Rectangle 12"/>
          <p:cNvSpPr/>
          <p:nvPr/>
        </p:nvSpPr>
        <p:spPr bwMode="auto">
          <a:xfrm>
            <a:off x="7253403" y="1855346"/>
            <a:ext cx="1409346" cy="1856821"/>
          </a:xfrm>
          <a:prstGeom prst="rect">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45720" bIns="91440" numCol="1" spcCol="0" rtlCol="0" fromWordArt="0" anchor="t" anchorCtr="0" forceAA="0" compatLnSpc="1">
            <a:prstTxWarp prst="textNoShape">
              <a:avLst/>
            </a:prstTxWarp>
            <a:noAutofit/>
          </a:bodyPr>
          <a:lstStyle/>
          <a:p>
            <a:pPr defTabSz="685666" fontAlgn="base">
              <a:spcBef>
                <a:spcPct val="0"/>
              </a:spcBef>
              <a:spcAft>
                <a:spcPct val="0"/>
              </a:spcAft>
            </a:pPr>
            <a:endParaRPr lang="en-US" sz="1500" spc="-38" dirty="0">
              <a:solidFill>
                <a:schemeClr val="bg1"/>
              </a:solidFill>
              <a:latin typeface="Segoe UI" pitchFamily="34" charset="0"/>
              <a:ea typeface="Segoe UI" pitchFamily="34" charset="0"/>
              <a:cs typeface="Segoe UI" pitchFamily="34" charset="0"/>
            </a:endParaRPr>
          </a:p>
        </p:txBody>
      </p:sp>
      <p:sp>
        <p:nvSpPr>
          <p:cNvPr id="14" name="Rectangle 13"/>
          <p:cNvSpPr/>
          <p:nvPr/>
        </p:nvSpPr>
        <p:spPr bwMode="auto">
          <a:xfrm>
            <a:off x="7253403" y="3819117"/>
            <a:ext cx="1409346" cy="1876184"/>
          </a:xfrm>
          <a:prstGeom prst="rect">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45720" bIns="91440" numCol="1" spcCol="0" rtlCol="0" fromWordArt="0" anchor="t" anchorCtr="0" forceAA="0" compatLnSpc="1">
            <a:prstTxWarp prst="textNoShape">
              <a:avLst/>
            </a:prstTxWarp>
            <a:noAutofit/>
          </a:bodyPr>
          <a:lstStyle/>
          <a:p>
            <a:pPr lvl="0" defTabSz="685666" fontAlgn="base">
              <a:spcBef>
                <a:spcPct val="0"/>
              </a:spcBef>
              <a:spcAft>
                <a:spcPct val="0"/>
              </a:spcAft>
            </a:pPr>
            <a:endParaRPr lang="en-US" sz="1500" spc="-38" dirty="0">
              <a:gradFill>
                <a:gsLst>
                  <a:gs pos="0">
                    <a:srgbClr val="FFFFFF"/>
                  </a:gs>
                  <a:gs pos="100000">
                    <a:srgbClr val="FFFFFF"/>
                  </a:gs>
                </a:gsLst>
                <a:lin ang="5400000" scaled="0"/>
              </a:gradFill>
              <a:latin typeface="Segoe UI" pitchFamily="34" charset="0"/>
              <a:ea typeface="Segoe UI" pitchFamily="34" charset="0"/>
              <a:cs typeface="Segoe UI" pitchFamily="34" charset="0"/>
            </a:endParaRPr>
          </a:p>
        </p:txBody>
      </p:sp>
      <p:sp>
        <p:nvSpPr>
          <p:cNvPr id="15" name="Rectangle 14"/>
          <p:cNvSpPr/>
          <p:nvPr/>
        </p:nvSpPr>
        <p:spPr bwMode="auto">
          <a:xfrm>
            <a:off x="449292" y="1836715"/>
            <a:ext cx="1409346" cy="3857855"/>
          </a:xfrm>
          <a:prstGeom prst="rect">
            <a:avLst/>
          </a:prstGeom>
          <a:solidFill>
            <a:srgbClr val="0072C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45720" bIns="91440" numCol="1" spcCol="0" rtlCol="0" fromWordArt="0" anchor="t" anchorCtr="0" forceAA="0" compatLnSpc="1">
            <a:prstTxWarp prst="textNoShape">
              <a:avLst/>
            </a:prstTxWarp>
            <a:noAutofit/>
          </a:bodyPr>
          <a:lstStyle/>
          <a:p>
            <a:pPr lvl="0"/>
            <a:endParaRPr lang="en-US" sz="1500" dirty="0">
              <a:solidFill>
                <a:schemeClr val="bg1"/>
              </a:solidFill>
              <a:latin typeface="Segoe UI" pitchFamily="34" charset="0"/>
              <a:ea typeface="Segoe UI" pitchFamily="34" charset="0"/>
              <a:cs typeface="Segoe UI" pitchFamily="34" charset="0"/>
            </a:endParaRPr>
          </a:p>
        </p:txBody>
      </p:sp>
      <p:sp>
        <p:nvSpPr>
          <p:cNvPr id="16" name="Rectangle 15"/>
          <p:cNvSpPr/>
          <p:nvPr/>
        </p:nvSpPr>
        <p:spPr bwMode="auto">
          <a:xfrm>
            <a:off x="1936035" y="3819118"/>
            <a:ext cx="1409346" cy="1875452"/>
          </a:xfrm>
          <a:prstGeom prst="rect">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45720" bIns="91440" numCol="1" spcCol="0" rtlCol="0" fromWordArt="0" anchor="t" anchorCtr="0" forceAA="0" compatLnSpc="1">
            <a:prstTxWarp prst="textNoShape">
              <a:avLst/>
            </a:prstTxWarp>
            <a:noAutofit/>
          </a:bodyPr>
          <a:lstStyle/>
          <a:p>
            <a:pPr defTabSz="685666" fontAlgn="base">
              <a:spcBef>
                <a:spcPct val="0"/>
              </a:spcBef>
              <a:spcAft>
                <a:spcPct val="0"/>
              </a:spcAft>
            </a:pPr>
            <a:endParaRPr lang="en-US" sz="1500" spc="-38" dirty="0">
              <a:solidFill>
                <a:schemeClr val="bg1"/>
              </a:solidFill>
              <a:latin typeface="Segoe UI" pitchFamily="34" charset="0"/>
              <a:ea typeface="Segoe UI" pitchFamily="34" charset="0"/>
              <a:cs typeface="Segoe UI" pitchFamily="34" charset="0"/>
            </a:endParaRPr>
          </a:p>
        </p:txBody>
      </p:sp>
      <p:sp>
        <p:nvSpPr>
          <p:cNvPr id="17" name="Rectangle 16"/>
          <p:cNvSpPr/>
          <p:nvPr/>
        </p:nvSpPr>
        <p:spPr bwMode="auto">
          <a:xfrm>
            <a:off x="1936033" y="1836715"/>
            <a:ext cx="1409346" cy="1875452"/>
          </a:xfrm>
          <a:prstGeom prst="rect">
            <a:avLst/>
          </a:prstGeom>
          <a:solidFill>
            <a:srgbClr val="41B3D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45720" bIns="91440" numCol="1" spcCol="0" rtlCol="0" fromWordArt="0" anchor="ctr" anchorCtr="0" forceAA="0" compatLnSpc="1">
            <a:prstTxWarp prst="textNoShape">
              <a:avLst/>
            </a:prstTxWarp>
            <a:noAutofit/>
          </a:bodyPr>
          <a:lstStyle/>
          <a:p>
            <a:pPr lvl="0"/>
            <a:endParaRPr lang="en-US" sz="1600" b="1" dirty="0">
              <a:solidFill>
                <a:schemeClr val="tx1"/>
              </a:solidFill>
            </a:endParaRPr>
          </a:p>
        </p:txBody>
      </p:sp>
      <p:sp>
        <p:nvSpPr>
          <p:cNvPr id="21" name="Text Placeholder 3"/>
          <p:cNvSpPr>
            <a:spLocks noGrp="1"/>
          </p:cNvSpPr>
          <p:nvPr>
            <p:ph type="body" sz="quarter" idx="13" hasCustomPrompt="1"/>
          </p:nvPr>
        </p:nvSpPr>
        <p:spPr>
          <a:xfrm>
            <a:off x="1939649" y="3819116"/>
            <a:ext cx="1403350" cy="1877483"/>
          </a:xfrm>
        </p:spPr>
        <p:txBody>
          <a:bodyPr>
            <a:normAutofit/>
          </a:bodyPr>
          <a:lstStyle>
            <a:lvl1pPr marL="0" indent="0">
              <a:buNone/>
              <a:defRPr lang="en-US" sz="1800" b="0" kern="1200" dirty="0" smtClean="0">
                <a:solidFill>
                  <a:srgbClr val="FFFFFF"/>
                </a:solidFill>
                <a:latin typeface="Segoe UI" pitchFamily="34" charset="0"/>
                <a:ea typeface="Segoe UI" pitchFamily="34" charset="0"/>
                <a:cs typeface="Segoe UI" pitchFamily="34" charset="0"/>
              </a:defRPr>
            </a:lvl1pPr>
          </a:lstStyle>
          <a:p>
            <a:pPr marL="0" lvl="0" algn="l" defTabSz="457200" rtl="0" eaLnBrk="1" latinLnBrk="0" hangingPunct="1"/>
            <a:r>
              <a:rPr lang="en-US" dirty="0"/>
              <a:t>Enter Text</a:t>
            </a:r>
          </a:p>
        </p:txBody>
      </p:sp>
      <p:sp>
        <p:nvSpPr>
          <p:cNvPr id="22" name="Picture Placeholder 8"/>
          <p:cNvSpPr>
            <a:spLocks noGrp="1"/>
          </p:cNvSpPr>
          <p:nvPr>
            <p:ph type="pic" sz="quarter" idx="17" hasCustomPrompt="1"/>
          </p:nvPr>
        </p:nvSpPr>
        <p:spPr>
          <a:xfrm>
            <a:off x="1936035" y="1836715"/>
            <a:ext cx="1409700" cy="1871133"/>
          </a:xfrm>
          <a:solidFill>
            <a:srgbClr val="6DC2E9"/>
          </a:solidFill>
        </p:spPr>
        <p:txBody>
          <a:bodyPr>
            <a:normAutofit/>
          </a:bodyPr>
          <a:lstStyle>
            <a:lvl1pPr marL="0" indent="0">
              <a:buNone/>
              <a:defRPr lang="en-US" sz="1800" b="0" kern="1200" dirty="0">
                <a:solidFill>
                  <a:srgbClr val="FFFFFF"/>
                </a:solidFill>
                <a:latin typeface="Segoe UI" pitchFamily="34" charset="0"/>
                <a:ea typeface="Segoe UI" pitchFamily="34" charset="0"/>
                <a:cs typeface="Segoe UI" pitchFamily="34" charset="0"/>
              </a:defRPr>
            </a:lvl1pPr>
          </a:lstStyle>
          <a:p>
            <a:pPr marL="0" lvl="0" algn="l" defTabSz="457200" rtl="0" eaLnBrk="1" latinLnBrk="0" hangingPunct="1"/>
            <a:r>
              <a:rPr lang="en-US" dirty="0"/>
              <a:t>Insert Icon</a:t>
            </a:r>
          </a:p>
        </p:txBody>
      </p:sp>
      <p:sp>
        <p:nvSpPr>
          <p:cNvPr id="25" name="Text Placeholder 3"/>
          <p:cNvSpPr>
            <a:spLocks noGrp="1"/>
          </p:cNvSpPr>
          <p:nvPr>
            <p:ph type="body" sz="quarter" idx="19" hasCustomPrompt="1"/>
          </p:nvPr>
        </p:nvSpPr>
        <p:spPr>
          <a:xfrm>
            <a:off x="7259399" y="1842599"/>
            <a:ext cx="1403350" cy="1877483"/>
          </a:xfrm>
        </p:spPr>
        <p:txBody>
          <a:bodyPr>
            <a:normAutofit/>
          </a:bodyPr>
          <a:lstStyle>
            <a:lvl1pPr marL="0" indent="0">
              <a:buNone/>
              <a:defRPr lang="en-US" sz="1800" b="0" kern="1200" dirty="0" smtClean="0">
                <a:solidFill>
                  <a:srgbClr val="FFFFFF"/>
                </a:solidFill>
                <a:latin typeface="Segoe UI" pitchFamily="34" charset="0"/>
                <a:ea typeface="Segoe UI" pitchFamily="34" charset="0"/>
                <a:cs typeface="Segoe UI" pitchFamily="34" charset="0"/>
              </a:defRPr>
            </a:lvl1pPr>
          </a:lstStyle>
          <a:p>
            <a:pPr marL="0" lvl="0" algn="l" defTabSz="457200" rtl="0" eaLnBrk="1" latinLnBrk="0" hangingPunct="1"/>
            <a:r>
              <a:rPr lang="en-US" dirty="0"/>
              <a:t>Enter Text</a:t>
            </a:r>
          </a:p>
        </p:txBody>
      </p:sp>
      <p:sp>
        <p:nvSpPr>
          <p:cNvPr id="26" name="Text Placeholder 3"/>
          <p:cNvSpPr>
            <a:spLocks noGrp="1"/>
          </p:cNvSpPr>
          <p:nvPr>
            <p:ph type="body" sz="quarter" idx="20" hasCustomPrompt="1"/>
          </p:nvPr>
        </p:nvSpPr>
        <p:spPr>
          <a:xfrm>
            <a:off x="7259399" y="3817087"/>
            <a:ext cx="1403350" cy="1877483"/>
          </a:xfrm>
        </p:spPr>
        <p:txBody>
          <a:bodyPr>
            <a:normAutofit/>
          </a:bodyPr>
          <a:lstStyle>
            <a:lvl1pPr marL="0" indent="0">
              <a:buNone/>
              <a:defRPr lang="en-US" sz="1800" b="0" kern="1200" dirty="0" smtClean="0">
                <a:solidFill>
                  <a:srgbClr val="FFFFFF"/>
                </a:solidFill>
                <a:latin typeface="Segoe UI" pitchFamily="34" charset="0"/>
                <a:ea typeface="Segoe UI" pitchFamily="34" charset="0"/>
                <a:cs typeface="Segoe UI" pitchFamily="34" charset="0"/>
              </a:defRPr>
            </a:lvl1pPr>
          </a:lstStyle>
          <a:p>
            <a:pPr marL="0" lvl="0" algn="l" defTabSz="457200" rtl="0" eaLnBrk="1" latinLnBrk="0" hangingPunct="1"/>
            <a:r>
              <a:rPr lang="en-US" dirty="0"/>
              <a:t>Enter Text</a:t>
            </a:r>
          </a:p>
        </p:txBody>
      </p:sp>
      <p:sp>
        <p:nvSpPr>
          <p:cNvPr id="27" name="Text Placeholder 3"/>
          <p:cNvSpPr>
            <a:spLocks noGrp="1"/>
          </p:cNvSpPr>
          <p:nvPr>
            <p:ph type="body" sz="quarter" idx="21" hasCustomPrompt="1"/>
          </p:nvPr>
        </p:nvSpPr>
        <p:spPr>
          <a:xfrm>
            <a:off x="455204" y="1834684"/>
            <a:ext cx="1403350" cy="3859885"/>
          </a:xfrm>
        </p:spPr>
        <p:txBody>
          <a:bodyPr>
            <a:normAutofit/>
          </a:bodyPr>
          <a:lstStyle>
            <a:lvl1pPr marL="0" indent="0">
              <a:buNone/>
              <a:defRPr lang="en-US" sz="1800" b="0" kern="1200" dirty="0" smtClean="0">
                <a:solidFill>
                  <a:srgbClr val="FFFFFF"/>
                </a:solidFill>
                <a:latin typeface="Segoe UI" pitchFamily="34" charset="0"/>
                <a:ea typeface="Segoe UI" pitchFamily="34" charset="0"/>
                <a:cs typeface="Segoe UI" pitchFamily="34" charset="0"/>
              </a:defRPr>
            </a:lvl1pPr>
          </a:lstStyle>
          <a:p>
            <a:pPr marL="0" lvl="0" algn="l" defTabSz="457200" rtl="0" eaLnBrk="1" latinLnBrk="0" hangingPunct="1"/>
            <a:r>
              <a:rPr lang="en-US" dirty="0"/>
              <a:t>Enter Text</a:t>
            </a:r>
          </a:p>
        </p:txBody>
      </p:sp>
      <p:sp>
        <p:nvSpPr>
          <p:cNvPr id="19" name="Title 1"/>
          <p:cNvSpPr>
            <a:spLocks noGrp="1"/>
          </p:cNvSpPr>
          <p:nvPr>
            <p:ph type="title" hasCustomPrompt="1"/>
          </p:nvPr>
        </p:nvSpPr>
        <p:spPr>
          <a:xfrm>
            <a:off x="451880" y="1"/>
            <a:ext cx="8692121" cy="803472"/>
          </a:xfrm>
        </p:spPr>
        <p:txBody>
          <a:bodyPr lIns="182880" tIns="0" rIns="182880" anchor="ctr" anchorCtr="0">
            <a:noAutofit/>
          </a:bodyPr>
          <a:lstStyle>
            <a:lvl1pPr algn="l">
              <a:defRPr sz="2800" b="0" cap="none">
                <a:solidFill>
                  <a:schemeClr val="bg1"/>
                </a:solidFill>
                <a:latin typeface="Segoe Light"/>
                <a:cs typeface="Segoe Light"/>
              </a:defRPr>
            </a:lvl1pPr>
          </a:lstStyle>
          <a:p>
            <a:r>
              <a:rPr lang="en-US" dirty="0"/>
              <a:t>title of text slide</a:t>
            </a:r>
          </a:p>
        </p:txBody>
      </p:sp>
    </p:spTree>
    <p:extLst>
      <p:ext uri="{BB962C8B-B14F-4D97-AF65-F5344CB8AC3E}">
        <p14:creationId xmlns:p14="http://schemas.microsoft.com/office/powerpoint/2010/main" val="3538029853"/>
      </p:ext>
    </p:extLst>
  </p:cSld>
  <p:clrMapOvr>
    <a:masterClrMapping/>
  </p:clrMapOvr>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Metro template 6">
    <p:spTree>
      <p:nvGrpSpPr>
        <p:cNvPr id="1" name=""/>
        <p:cNvGrpSpPr/>
        <p:nvPr/>
      </p:nvGrpSpPr>
      <p:grpSpPr>
        <a:xfrm>
          <a:off x="0" y="0"/>
          <a:ext cx="0" cy="0"/>
          <a:chOff x="0" y="0"/>
          <a:chExt cx="0" cy="0"/>
        </a:xfrm>
      </p:grpSpPr>
      <p:sp>
        <p:nvSpPr>
          <p:cNvPr id="20" name="Picture Placeholder 10"/>
          <p:cNvSpPr>
            <a:spLocks noGrp="1"/>
          </p:cNvSpPr>
          <p:nvPr>
            <p:ph type="pic" sz="quarter" idx="18" hasCustomPrompt="1"/>
          </p:nvPr>
        </p:nvSpPr>
        <p:spPr>
          <a:xfrm>
            <a:off x="3430805" y="1833539"/>
            <a:ext cx="3742728" cy="3857856"/>
          </a:xfrm>
        </p:spPr>
        <p:txBody>
          <a:bodyPr>
            <a:normAutofit/>
          </a:bodyPr>
          <a:lstStyle>
            <a:lvl1pPr marL="0" indent="0">
              <a:buNone/>
              <a:defRPr lang="en-US" sz="1800" b="0" kern="1200" baseline="0" dirty="0">
                <a:solidFill>
                  <a:schemeClr val="tx1"/>
                </a:solidFill>
                <a:latin typeface="Segoe UI" pitchFamily="34" charset="0"/>
                <a:ea typeface="Segoe UI" pitchFamily="34" charset="0"/>
                <a:cs typeface="Segoe UI" pitchFamily="34" charset="0"/>
              </a:defRPr>
            </a:lvl1pPr>
          </a:lstStyle>
          <a:p>
            <a:pPr marL="0" lvl="0" algn="l" defTabSz="457200" rtl="0" eaLnBrk="1" latinLnBrk="0" hangingPunct="1"/>
            <a:r>
              <a:rPr lang="en-US" dirty="0"/>
              <a:t>Insert Photo</a:t>
            </a:r>
          </a:p>
        </p:txBody>
      </p:sp>
      <p:sp>
        <p:nvSpPr>
          <p:cNvPr id="7" name="Date Placeholder 6"/>
          <p:cNvSpPr>
            <a:spLocks noGrp="1"/>
          </p:cNvSpPr>
          <p:nvPr>
            <p:ph type="dt" sz="half" idx="10"/>
          </p:nvPr>
        </p:nvSpPr>
        <p:spPr/>
        <p:txBody>
          <a:bodyPr/>
          <a:lstStyle/>
          <a:p>
            <a:fld id="{8ECC435B-E4D7-4F8F-8395-F2DFBF413B77}" type="datetime1">
              <a:rPr lang="en-US" smtClean="0"/>
              <a:t>9/14/23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9A3E85D-0FC7-164D-9B9E-D8CDD8FC5B09}" type="slidenum">
              <a:rPr lang="en-US" smtClean="0"/>
              <a:pPr/>
              <a:t>‹#›</a:t>
            </a:fld>
            <a:endParaRPr lang="en-US"/>
          </a:p>
        </p:txBody>
      </p:sp>
      <p:sp>
        <p:nvSpPr>
          <p:cNvPr id="13" name="Rectangle 12"/>
          <p:cNvSpPr/>
          <p:nvPr/>
        </p:nvSpPr>
        <p:spPr bwMode="auto">
          <a:xfrm>
            <a:off x="7253403" y="1855346"/>
            <a:ext cx="1409346" cy="1856821"/>
          </a:xfrm>
          <a:prstGeom prst="rect">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45720" bIns="91440" numCol="1" spcCol="0" rtlCol="0" fromWordArt="0" anchor="t" anchorCtr="0" forceAA="0" compatLnSpc="1">
            <a:prstTxWarp prst="textNoShape">
              <a:avLst/>
            </a:prstTxWarp>
            <a:noAutofit/>
          </a:bodyPr>
          <a:lstStyle/>
          <a:p>
            <a:pPr defTabSz="685666" fontAlgn="base">
              <a:spcBef>
                <a:spcPct val="0"/>
              </a:spcBef>
              <a:spcAft>
                <a:spcPct val="0"/>
              </a:spcAft>
            </a:pPr>
            <a:endParaRPr lang="en-US" sz="1500" spc="-38" dirty="0">
              <a:solidFill>
                <a:schemeClr val="bg1"/>
              </a:solidFill>
              <a:latin typeface="Segoe UI" pitchFamily="34" charset="0"/>
              <a:ea typeface="Segoe UI" pitchFamily="34" charset="0"/>
              <a:cs typeface="Segoe UI" pitchFamily="34" charset="0"/>
            </a:endParaRPr>
          </a:p>
        </p:txBody>
      </p:sp>
      <p:sp>
        <p:nvSpPr>
          <p:cNvPr id="14" name="Rectangle 13"/>
          <p:cNvSpPr/>
          <p:nvPr/>
        </p:nvSpPr>
        <p:spPr bwMode="auto">
          <a:xfrm>
            <a:off x="7253403" y="3819117"/>
            <a:ext cx="1409346" cy="1876184"/>
          </a:xfrm>
          <a:prstGeom prst="rect">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45720" bIns="91440" numCol="1" spcCol="0" rtlCol="0" fromWordArt="0" anchor="t" anchorCtr="0" forceAA="0" compatLnSpc="1">
            <a:prstTxWarp prst="textNoShape">
              <a:avLst/>
            </a:prstTxWarp>
            <a:noAutofit/>
          </a:bodyPr>
          <a:lstStyle/>
          <a:p>
            <a:pPr lvl="0" defTabSz="685666" fontAlgn="base">
              <a:spcBef>
                <a:spcPct val="0"/>
              </a:spcBef>
              <a:spcAft>
                <a:spcPct val="0"/>
              </a:spcAft>
            </a:pPr>
            <a:endParaRPr lang="en-US" sz="1500" spc="-38" dirty="0">
              <a:gradFill>
                <a:gsLst>
                  <a:gs pos="0">
                    <a:srgbClr val="FFFFFF"/>
                  </a:gs>
                  <a:gs pos="100000">
                    <a:srgbClr val="FFFFFF"/>
                  </a:gs>
                </a:gsLst>
                <a:lin ang="5400000" scaled="0"/>
              </a:gradFill>
              <a:latin typeface="Segoe UI" pitchFamily="34" charset="0"/>
              <a:ea typeface="Segoe UI" pitchFamily="34" charset="0"/>
              <a:cs typeface="Segoe UI" pitchFamily="34" charset="0"/>
            </a:endParaRPr>
          </a:p>
        </p:txBody>
      </p:sp>
      <p:sp>
        <p:nvSpPr>
          <p:cNvPr id="15" name="Rectangle 14"/>
          <p:cNvSpPr/>
          <p:nvPr/>
        </p:nvSpPr>
        <p:spPr bwMode="auto">
          <a:xfrm>
            <a:off x="449292" y="1836715"/>
            <a:ext cx="1409346" cy="3857855"/>
          </a:xfrm>
          <a:prstGeom prst="rect">
            <a:avLst/>
          </a:prstGeom>
          <a:solidFill>
            <a:srgbClr val="0072C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45720" bIns="91440" numCol="1" spcCol="0" rtlCol="0" fromWordArt="0" anchor="t" anchorCtr="0" forceAA="0" compatLnSpc="1">
            <a:prstTxWarp prst="textNoShape">
              <a:avLst/>
            </a:prstTxWarp>
            <a:noAutofit/>
          </a:bodyPr>
          <a:lstStyle/>
          <a:p>
            <a:pPr lvl="0"/>
            <a:endParaRPr lang="en-US" sz="1500" dirty="0">
              <a:solidFill>
                <a:schemeClr val="bg1"/>
              </a:solidFill>
              <a:latin typeface="Segoe UI" pitchFamily="34" charset="0"/>
              <a:ea typeface="Segoe UI" pitchFamily="34" charset="0"/>
              <a:cs typeface="Segoe UI" pitchFamily="34" charset="0"/>
            </a:endParaRPr>
          </a:p>
        </p:txBody>
      </p:sp>
      <p:sp>
        <p:nvSpPr>
          <p:cNvPr id="16" name="Rectangle 15"/>
          <p:cNvSpPr/>
          <p:nvPr/>
        </p:nvSpPr>
        <p:spPr bwMode="auto">
          <a:xfrm>
            <a:off x="1936035" y="3819118"/>
            <a:ext cx="1409346" cy="1875452"/>
          </a:xfrm>
          <a:prstGeom prst="rect">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45720" bIns="91440" numCol="1" spcCol="0" rtlCol="0" fromWordArt="0" anchor="t" anchorCtr="0" forceAA="0" compatLnSpc="1">
            <a:prstTxWarp prst="textNoShape">
              <a:avLst/>
            </a:prstTxWarp>
            <a:noAutofit/>
          </a:bodyPr>
          <a:lstStyle/>
          <a:p>
            <a:pPr defTabSz="685666" fontAlgn="base">
              <a:spcBef>
                <a:spcPct val="0"/>
              </a:spcBef>
              <a:spcAft>
                <a:spcPct val="0"/>
              </a:spcAft>
            </a:pPr>
            <a:endParaRPr lang="en-US" sz="1500" spc="-38" dirty="0">
              <a:solidFill>
                <a:schemeClr val="bg1"/>
              </a:solidFill>
              <a:latin typeface="Segoe UI" pitchFamily="34" charset="0"/>
              <a:ea typeface="Segoe UI" pitchFamily="34" charset="0"/>
              <a:cs typeface="Segoe UI" pitchFamily="34" charset="0"/>
            </a:endParaRPr>
          </a:p>
        </p:txBody>
      </p:sp>
      <p:sp>
        <p:nvSpPr>
          <p:cNvPr id="17" name="Rectangle 16"/>
          <p:cNvSpPr/>
          <p:nvPr/>
        </p:nvSpPr>
        <p:spPr bwMode="auto">
          <a:xfrm>
            <a:off x="1936033" y="1836715"/>
            <a:ext cx="1409346" cy="1875452"/>
          </a:xfrm>
          <a:prstGeom prst="rect">
            <a:avLst/>
          </a:prstGeom>
          <a:solidFill>
            <a:srgbClr val="41B3D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45720" bIns="91440" numCol="1" spcCol="0" rtlCol="0" fromWordArt="0" anchor="ctr" anchorCtr="0" forceAA="0" compatLnSpc="1">
            <a:prstTxWarp prst="textNoShape">
              <a:avLst/>
            </a:prstTxWarp>
            <a:noAutofit/>
          </a:bodyPr>
          <a:lstStyle/>
          <a:p>
            <a:pPr lvl="0"/>
            <a:endParaRPr lang="en-US" sz="1600" b="1" dirty="0">
              <a:solidFill>
                <a:schemeClr val="tx1"/>
              </a:solidFill>
            </a:endParaRPr>
          </a:p>
        </p:txBody>
      </p:sp>
      <p:sp>
        <p:nvSpPr>
          <p:cNvPr id="21" name="Text Placeholder 3"/>
          <p:cNvSpPr>
            <a:spLocks noGrp="1"/>
          </p:cNvSpPr>
          <p:nvPr>
            <p:ph type="body" sz="quarter" idx="13" hasCustomPrompt="1"/>
          </p:nvPr>
        </p:nvSpPr>
        <p:spPr>
          <a:xfrm>
            <a:off x="1939649" y="3819116"/>
            <a:ext cx="1403350" cy="1877483"/>
          </a:xfrm>
        </p:spPr>
        <p:txBody>
          <a:bodyPr>
            <a:normAutofit/>
          </a:bodyPr>
          <a:lstStyle>
            <a:lvl1pPr marL="0" indent="0">
              <a:buNone/>
              <a:defRPr lang="en-US" sz="1800" b="0" kern="1200" dirty="0" smtClean="0">
                <a:solidFill>
                  <a:srgbClr val="FFFFFF"/>
                </a:solidFill>
                <a:latin typeface="Segoe UI" pitchFamily="34" charset="0"/>
                <a:ea typeface="Segoe UI" pitchFamily="34" charset="0"/>
                <a:cs typeface="Segoe UI" pitchFamily="34" charset="0"/>
              </a:defRPr>
            </a:lvl1pPr>
          </a:lstStyle>
          <a:p>
            <a:pPr marL="0" lvl="0" algn="l" defTabSz="457200" rtl="0" eaLnBrk="1" latinLnBrk="0" hangingPunct="1"/>
            <a:r>
              <a:rPr lang="en-US" dirty="0"/>
              <a:t>Enter Text</a:t>
            </a:r>
          </a:p>
        </p:txBody>
      </p:sp>
      <p:sp>
        <p:nvSpPr>
          <p:cNvPr id="22" name="Picture Placeholder 8"/>
          <p:cNvSpPr>
            <a:spLocks noGrp="1"/>
          </p:cNvSpPr>
          <p:nvPr>
            <p:ph type="pic" sz="quarter" idx="17" hasCustomPrompt="1"/>
          </p:nvPr>
        </p:nvSpPr>
        <p:spPr>
          <a:xfrm>
            <a:off x="1936035" y="1836715"/>
            <a:ext cx="1409700" cy="1871133"/>
          </a:xfrm>
          <a:solidFill>
            <a:srgbClr val="6DC2E9"/>
          </a:solidFill>
        </p:spPr>
        <p:txBody>
          <a:bodyPr>
            <a:normAutofit/>
          </a:bodyPr>
          <a:lstStyle>
            <a:lvl1pPr marL="0" indent="0">
              <a:buNone/>
              <a:defRPr lang="en-US" sz="1800" b="0" kern="1200" dirty="0">
                <a:solidFill>
                  <a:srgbClr val="FFFFFF"/>
                </a:solidFill>
                <a:latin typeface="Segoe UI" pitchFamily="34" charset="0"/>
                <a:ea typeface="Segoe UI" pitchFamily="34" charset="0"/>
                <a:cs typeface="Segoe UI" pitchFamily="34" charset="0"/>
              </a:defRPr>
            </a:lvl1pPr>
          </a:lstStyle>
          <a:p>
            <a:pPr marL="0" lvl="0" algn="l" defTabSz="457200" rtl="0" eaLnBrk="1" latinLnBrk="0" hangingPunct="1"/>
            <a:r>
              <a:rPr lang="en-US" dirty="0"/>
              <a:t>Insert Icon</a:t>
            </a:r>
          </a:p>
        </p:txBody>
      </p:sp>
      <p:sp>
        <p:nvSpPr>
          <p:cNvPr id="25" name="Text Placeholder 3"/>
          <p:cNvSpPr>
            <a:spLocks noGrp="1"/>
          </p:cNvSpPr>
          <p:nvPr>
            <p:ph type="body" sz="quarter" idx="19" hasCustomPrompt="1"/>
          </p:nvPr>
        </p:nvSpPr>
        <p:spPr>
          <a:xfrm>
            <a:off x="7259399" y="1842599"/>
            <a:ext cx="1403350" cy="1877483"/>
          </a:xfrm>
        </p:spPr>
        <p:txBody>
          <a:bodyPr>
            <a:normAutofit/>
          </a:bodyPr>
          <a:lstStyle>
            <a:lvl1pPr marL="0" indent="0">
              <a:buNone/>
              <a:defRPr lang="en-US" sz="1800" b="0" kern="1200" dirty="0" smtClean="0">
                <a:solidFill>
                  <a:srgbClr val="FFFFFF"/>
                </a:solidFill>
                <a:latin typeface="Segoe UI" pitchFamily="34" charset="0"/>
                <a:ea typeface="Segoe UI" pitchFamily="34" charset="0"/>
                <a:cs typeface="Segoe UI" pitchFamily="34" charset="0"/>
              </a:defRPr>
            </a:lvl1pPr>
          </a:lstStyle>
          <a:p>
            <a:pPr marL="0" lvl="0" algn="l" defTabSz="457200" rtl="0" eaLnBrk="1" latinLnBrk="0" hangingPunct="1"/>
            <a:r>
              <a:rPr lang="en-US" dirty="0"/>
              <a:t>Enter Text</a:t>
            </a:r>
          </a:p>
        </p:txBody>
      </p:sp>
      <p:sp>
        <p:nvSpPr>
          <p:cNvPr id="26" name="Text Placeholder 3"/>
          <p:cNvSpPr>
            <a:spLocks noGrp="1"/>
          </p:cNvSpPr>
          <p:nvPr>
            <p:ph type="body" sz="quarter" idx="20" hasCustomPrompt="1"/>
          </p:nvPr>
        </p:nvSpPr>
        <p:spPr>
          <a:xfrm>
            <a:off x="7259399" y="3817087"/>
            <a:ext cx="1403350" cy="1877483"/>
          </a:xfrm>
        </p:spPr>
        <p:txBody>
          <a:bodyPr>
            <a:normAutofit/>
          </a:bodyPr>
          <a:lstStyle>
            <a:lvl1pPr marL="0" indent="0">
              <a:buNone/>
              <a:defRPr lang="en-US" sz="1800" b="0" kern="1200" dirty="0" smtClean="0">
                <a:solidFill>
                  <a:srgbClr val="FFFFFF"/>
                </a:solidFill>
                <a:latin typeface="Segoe UI" pitchFamily="34" charset="0"/>
                <a:ea typeface="Segoe UI" pitchFamily="34" charset="0"/>
                <a:cs typeface="Segoe UI" pitchFamily="34" charset="0"/>
              </a:defRPr>
            </a:lvl1pPr>
          </a:lstStyle>
          <a:p>
            <a:pPr marL="0" lvl="0" algn="l" defTabSz="457200" rtl="0" eaLnBrk="1" latinLnBrk="0" hangingPunct="1"/>
            <a:r>
              <a:rPr lang="en-US" dirty="0"/>
              <a:t>Enter Text</a:t>
            </a:r>
          </a:p>
        </p:txBody>
      </p:sp>
      <p:sp>
        <p:nvSpPr>
          <p:cNvPr id="27" name="Text Placeholder 3"/>
          <p:cNvSpPr>
            <a:spLocks noGrp="1"/>
          </p:cNvSpPr>
          <p:nvPr>
            <p:ph type="body" sz="quarter" idx="21" hasCustomPrompt="1"/>
          </p:nvPr>
        </p:nvSpPr>
        <p:spPr>
          <a:xfrm>
            <a:off x="455204" y="1834684"/>
            <a:ext cx="1403350" cy="3859885"/>
          </a:xfrm>
        </p:spPr>
        <p:txBody>
          <a:bodyPr>
            <a:normAutofit/>
          </a:bodyPr>
          <a:lstStyle>
            <a:lvl1pPr marL="0" indent="0">
              <a:buNone/>
              <a:defRPr lang="en-US" sz="1800" b="0" kern="1200" dirty="0" smtClean="0">
                <a:solidFill>
                  <a:srgbClr val="FFFFFF"/>
                </a:solidFill>
                <a:latin typeface="Segoe UI" pitchFamily="34" charset="0"/>
                <a:ea typeface="Segoe UI" pitchFamily="34" charset="0"/>
                <a:cs typeface="Segoe UI" pitchFamily="34" charset="0"/>
              </a:defRPr>
            </a:lvl1pPr>
          </a:lstStyle>
          <a:p>
            <a:pPr marL="0" lvl="0" algn="l" defTabSz="457200" rtl="0" eaLnBrk="1" latinLnBrk="0" hangingPunct="1"/>
            <a:r>
              <a:rPr lang="en-US" dirty="0"/>
              <a:t>Enter Text</a:t>
            </a:r>
          </a:p>
        </p:txBody>
      </p:sp>
      <p:sp>
        <p:nvSpPr>
          <p:cNvPr id="18" name="Title 1"/>
          <p:cNvSpPr>
            <a:spLocks noGrp="1"/>
          </p:cNvSpPr>
          <p:nvPr>
            <p:ph type="title" hasCustomPrompt="1"/>
          </p:nvPr>
        </p:nvSpPr>
        <p:spPr>
          <a:xfrm>
            <a:off x="457200" y="2"/>
            <a:ext cx="8686800" cy="864781"/>
          </a:xfrm>
        </p:spPr>
        <p:txBody>
          <a:bodyPr lIns="182880" tIns="0" rIns="182880" anchor="b" anchorCtr="0">
            <a:noAutofit/>
          </a:bodyPr>
          <a:lstStyle>
            <a:lvl1pPr algn="l">
              <a:defRPr sz="2800" b="0" cap="none">
                <a:solidFill>
                  <a:srgbClr val="0072C6"/>
                </a:solidFill>
                <a:latin typeface="Segoe Light"/>
                <a:cs typeface="Segoe Light"/>
              </a:defRPr>
            </a:lvl1pPr>
          </a:lstStyle>
          <a:p>
            <a:r>
              <a:rPr lang="en-US" dirty="0"/>
              <a:t>title of text slide</a:t>
            </a:r>
          </a:p>
        </p:txBody>
      </p:sp>
    </p:spTree>
    <p:extLst>
      <p:ext uri="{BB962C8B-B14F-4D97-AF65-F5344CB8AC3E}">
        <p14:creationId xmlns:p14="http://schemas.microsoft.com/office/powerpoint/2010/main" val="3194689588"/>
      </p:ext>
    </p:extLst>
  </p:cSld>
  <p:clrMapOvr>
    <a:masterClrMapping/>
  </p:clrMapOvr>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Metro template 7">
    <p:spTree>
      <p:nvGrpSpPr>
        <p:cNvPr id="1" name=""/>
        <p:cNvGrpSpPr/>
        <p:nvPr/>
      </p:nvGrpSpPr>
      <p:grpSpPr>
        <a:xfrm>
          <a:off x="0" y="0"/>
          <a:ext cx="0" cy="0"/>
          <a:chOff x="0" y="0"/>
          <a:chExt cx="0" cy="0"/>
        </a:xfrm>
      </p:grpSpPr>
      <p:sp>
        <p:nvSpPr>
          <p:cNvPr id="18" name="Picture Placeholder 10"/>
          <p:cNvSpPr>
            <a:spLocks noGrp="1"/>
          </p:cNvSpPr>
          <p:nvPr>
            <p:ph type="pic" sz="quarter" idx="18" hasCustomPrompt="1"/>
          </p:nvPr>
        </p:nvSpPr>
        <p:spPr>
          <a:xfrm>
            <a:off x="1951517" y="1856583"/>
            <a:ext cx="4286250" cy="3804979"/>
          </a:xfrm>
        </p:spPr>
        <p:txBody>
          <a:bodyPr>
            <a:normAutofit/>
          </a:bodyPr>
          <a:lstStyle>
            <a:lvl1pPr marL="0" indent="0">
              <a:buNone/>
              <a:defRPr lang="en-US" sz="1800" b="0" kern="1200" baseline="0" dirty="0">
                <a:solidFill>
                  <a:schemeClr val="tx1"/>
                </a:solidFill>
                <a:latin typeface="Segoe UI" pitchFamily="34" charset="0"/>
                <a:ea typeface="Segoe UI" pitchFamily="34" charset="0"/>
                <a:cs typeface="Segoe UI" pitchFamily="34" charset="0"/>
              </a:defRPr>
            </a:lvl1pPr>
          </a:lstStyle>
          <a:p>
            <a:pPr marL="0" lvl="0" algn="l" defTabSz="457200" rtl="0" eaLnBrk="1" latinLnBrk="0" hangingPunct="1"/>
            <a:r>
              <a:rPr lang="en-US" dirty="0"/>
              <a:t>Insert Photo</a:t>
            </a:r>
          </a:p>
        </p:txBody>
      </p:sp>
      <p:sp>
        <p:nvSpPr>
          <p:cNvPr id="7" name="Date Placeholder 6"/>
          <p:cNvSpPr>
            <a:spLocks noGrp="1"/>
          </p:cNvSpPr>
          <p:nvPr>
            <p:ph type="dt" sz="half" idx="10"/>
          </p:nvPr>
        </p:nvSpPr>
        <p:spPr/>
        <p:txBody>
          <a:bodyPr/>
          <a:lstStyle/>
          <a:p>
            <a:fld id="{6E3EFC9F-B98C-479B-9648-582B92D22F5F}" type="datetime1">
              <a:rPr lang="en-US" smtClean="0"/>
              <a:t>9/14/23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9A3E85D-0FC7-164D-9B9E-D8CDD8FC5B09}" type="slidenum">
              <a:rPr lang="en-US" smtClean="0"/>
              <a:pPr/>
              <a:t>‹#›</a:t>
            </a:fld>
            <a:endParaRPr lang="en-US"/>
          </a:p>
        </p:txBody>
      </p:sp>
      <p:sp>
        <p:nvSpPr>
          <p:cNvPr id="10" name="Rectangle 9"/>
          <p:cNvSpPr/>
          <p:nvPr/>
        </p:nvSpPr>
        <p:spPr>
          <a:xfrm>
            <a:off x="450442" y="0"/>
            <a:ext cx="8693558" cy="802968"/>
          </a:xfrm>
          <a:prstGeom prst="rect">
            <a:avLst/>
          </a:prstGeom>
          <a:solidFill>
            <a:srgbClr val="007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1" name="Rectangle 10"/>
          <p:cNvSpPr/>
          <p:nvPr/>
        </p:nvSpPr>
        <p:spPr>
          <a:xfrm>
            <a:off x="0" y="2"/>
            <a:ext cx="394664" cy="803471"/>
          </a:xfrm>
          <a:prstGeom prst="rect">
            <a:avLst/>
          </a:prstGeom>
          <a:solidFill>
            <a:srgbClr val="00B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3" name="Rectangle 12"/>
          <p:cNvSpPr/>
          <p:nvPr/>
        </p:nvSpPr>
        <p:spPr bwMode="auto">
          <a:xfrm>
            <a:off x="468045" y="1856583"/>
            <a:ext cx="1409346" cy="1855584"/>
          </a:xfrm>
          <a:prstGeom prst="rect">
            <a:avLst/>
          </a:prstGeom>
          <a:solidFill>
            <a:srgbClr val="41B3D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45720" bIns="91440" numCol="1" spcCol="0" rtlCol="0" fromWordArt="0" anchor="ctr" anchorCtr="0" forceAA="0" compatLnSpc="1">
            <a:prstTxWarp prst="textNoShape">
              <a:avLst/>
            </a:prstTxWarp>
            <a:noAutofit/>
          </a:bodyPr>
          <a:lstStyle/>
          <a:p>
            <a:pPr lvl="0"/>
            <a:endParaRPr lang="en-US" sz="1500" b="1" dirty="0">
              <a:solidFill>
                <a:schemeClr val="tx1"/>
              </a:solidFill>
              <a:latin typeface="Segoe UI" pitchFamily="34" charset="0"/>
              <a:ea typeface="Segoe UI" pitchFamily="34" charset="0"/>
              <a:cs typeface="Segoe UI" pitchFamily="34" charset="0"/>
            </a:endParaRPr>
          </a:p>
        </p:txBody>
      </p:sp>
      <p:sp>
        <p:nvSpPr>
          <p:cNvPr id="14" name="Rectangle 13"/>
          <p:cNvSpPr/>
          <p:nvPr/>
        </p:nvSpPr>
        <p:spPr bwMode="auto">
          <a:xfrm>
            <a:off x="468047" y="3806419"/>
            <a:ext cx="1409346" cy="1859168"/>
          </a:xfrm>
          <a:prstGeom prst="rect">
            <a:avLst/>
          </a:prstGeom>
          <a:solidFill>
            <a:srgbClr val="0072C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45720" bIns="91440" numCol="1" spcCol="0" rtlCol="0" fromWordArt="0" anchor="t" anchorCtr="0" forceAA="0" compatLnSpc="1">
            <a:prstTxWarp prst="textNoShape">
              <a:avLst/>
            </a:prstTxWarp>
            <a:noAutofit/>
          </a:bodyPr>
          <a:lstStyle/>
          <a:p>
            <a:pPr defTabSz="685666" fontAlgn="base">
              <a:spcBef>
                <a:spcPct val="0"/>
              </a:spcBef>
              <a:spcAft>
                <a:spcPct val="0"/>
              </a:spcAft>
            </a:pPr>
            <a:endParaRPr lang="en-US" sz="1500" spc="-38" dirty="0">
              <a:solidFill>
                <a:srgbClr val="FFFFFF"/>
              </a:solidFill>
              <a:latin typeface="Segoe UI" pitchFamily="34" charset="0"/>
              <a:ea typeface="Segoe UI" pitchFamily="34" charset="0"/>
              <a:cs typeface="Segoe UI" pitchFamily="34" charset="0"/>
            </a:endParaRPr>
          </a:p>
        </p:txBody>
      </p:sp>
      <p:sp>
        <p:nvSpPr>
          <p:cNvPr id="17" name="Rectangle 16"/>
          <p:cNvSpPr/>
          <p:nvPr/>
        </p:nvSpPr>
        <p:spPr bwMode="auto">
          <a:xfrm>
            <a:off x="6321103" y="1856582"/>
            <a:ext cx="2374900" cy="3809003"/>
          </a:xfrm>
          <a:prstGeom prst="rect">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45720" bIns="91440" numCol="1" spcCol="0" rtlCol="0" fromWordArt="0" anchor="t" anchorCtr="0" forceAA="0" compatLnSpc="1">
            <a:prstTxWarp prst="textNoShape">
              <a:avLst/>
            </a:prstTxWarp>
            <a:noAutofit/>
          </a:bodyPr>
          <a:lstStyle/>
          <a:p>
            <a:pPr marL="0" marR="0" lvl="0" indent="0" defTabSz="685666" rtl="0" eaLnBrk="1" fontAlgn="base" latinLnBrk="0" hangingPunct="1">
              <a:lnSpc>
                <a:spcPct val="100000"/>
              </a:lnSpc>
              <a:spcBef>
                <a:spcPct val="0"/>
              </a:spcBef>
              <a:spcAft>
                <a:spcPct val="0"/>
              </a:spcAft>
              <a:buClrTx/>
              <a:buSzTx/>
              <a:buFontTx/>
              <a:buNone/>
              <a:tabLst/>
              <a:defRPr/>
            </a:pPr>
            <a:endParaRPr lang="en-US" sz="1500" spc="-38" dirty="0">
              <a:gradFill>
                <a:gsLst>
                  <a:gs pos="0">
                    <a:srgbClr val="FFFFFF"/>
                  </a:gs>
                  <a:gs pos="100000">
                    <a:srgbClr val="FFFFFF"/>
                  </a:gs>
                </a:gsLst>
                <a:lin ang="5400000" scaled="0"/>
              </a:gradFill>
              <a:latin typeface="Segoe UI" pitchFamily="34" charset="0"/>
              <a:ea typeface="Segoe UI" pitchFamily="34" charset="0"/>
              <a:cs typeface="Segoe UI" pitchFamily="34" charset="0"/>
            </a:endParaRPr>
          </a:p>
        </p:txBody>
      </p:sp>
      <p:sp>
        <p:nvSpPr>
          <p:cNvPr id="19" name="Text Placeholder 3"/>
          <p:cNvSpPr>
            <a:spLocks noGrp="1"/>
          </p:cNvSpPr>
          <p:nvPr>
            <p:ph type="body" sz="quarter" idx="13" hasCustomPrompt="1"/>
          </p:nvPr>
        </p:nvSpPr>
        <p:spPr>
          <a:xfrm>
            <a:off x="465532" y="3806419"/>
            <a:ext cx="1403350" cy="1860277"/>
          </a:xfrm>
        </p:spPr>
        <p:txBody>
          <a:bodyPr>
            <a:normAutofit/>
          </a:bodyPr>
          <a:lstStyle>
            <a:lvl1pPr marL="0" indent="0">
              <a:buNone/>
              <a:defRPr lang="en-US" sz="1800" b="0" kern="1200" dirty="0" smtClean="0">
                <a:solidFill>
                  <a:srgbClr val="FFFFFF"/>
                </a:solidFill>
                <a:latin typeface="Segoe UI" pitchFamily="34" charset="0"/>
                <a:ea typeface="Segoe UI" pitchFamily="34" charset="0"/>
                <a:cs typeface="Segoe UI" pitchFamily="34" charset="0"/>
              </a:defRPr>
            </a:lvl1pPr>
          </a:lstStyle>
          <a:p>
            <a:pPr marL="0" lvl="0" algn="l" defTabSz="457200" rtl="0" eaLnBrk="1" latinLnBrk="0" hangingPunct="1"/>
            <a:r>
              <a:rPr lang="en-US" dirty="0"/>
              <a:t>Enter Text</a:t>
            </a:r>
          </a:p>
        </p:txBody>
      </p:sp>
      <p:sp>
        <p:nvSpPr>
          <p:cNvPr id="20" name="Picture Placeholder 8"/>
          <p:cNvSpPr>
            <a:spLocks noGrp="1"/>
          </p:cNvSpPr>
          <p:nvPr>
            <p:ph type="pic" sz="quarter" idx="17" hasCustomPrompt="1"/>
          </p:nvPr>
        </p:nvSpPr>
        <p:spPr>
          <a:xfrm>
            <a:off x="467691" y="1856583"/>
            <a:ext cx="1409700" cy="1855584"/>
          </a:xfrm>
          <a:solidFill>
            <a:srgbClr val="6DC2E9"/>
          </a:solidFill>
        </p:spPr>
        <p:txBody>
          <a:bodyPr>
            <a:normAutofit/>
          </a:bodyPr>
          <a:lstStyle>
            <a:lvl1pPr marL="0" indent="0">
              <a:buNone/>
              <a:defRPr lang="en-US" sz="1800" b="0" kern="1200" dirty="0">
                <a:solidFill>
                  <a:srgbClr val="FFFFFF"/>
                </a:solidFill>
                <a:latin typeface="Segoe UI" pitchFamily="34" charset="0"/>
                <a:ea typeface="Segoe UI" pitchFamily="34" charset="0"/>
                <a:cs typeface="Segoe UI" pitchFamily="34" charset="0"/>
              </a:defRPr>
            </a:lvl1pPr>
          </a:lstStyle>
          <a:p>
            <a:pPr marL="0" lvl="0" algn="l" defTabSz="457200" rtl="0" eaLnBrk="1" latinLnBrk="0" hangingPunct="1"/>
            <a:r>
              <a:rPr lang="en-US" dirty="0"/>
              <a:t>Insert Icon</a:t>
            </a:r>
          </a:p>
        </p:txBody>
      </p:sp>
      <p:sp>
        <p:nvSpPr>
          <p:cNvPr id="21" name="Text Placeholder 3"/>
          <p:cNvSpPr>
            <a:spLocks noGrp="1"/>
          </p:cNvSpPr>
          <p:nvPr>
            <p:ph type="body" sz="quarter" idx="19" hasCustomPrompt="1"/>
          </p:nvPr>
        </p:nvSpPr>
        <p:spPr>
          <a:xfrm>
            <a:off x="6321103" y="1856583"/>
            <a:ext cx="2374900" cy="3806485"/>
          </a:xfrm>
        </p:spPr>
        <p:txBody>
          <a:bodyPr>
            <a:normAutofit/>
          </a:bodyPr>
          <a:lstStyle>
            <a:lvl1pPr marL="0" indent="0">
              <a:buNone/>
              <a:defRPr lang="en-US" sz="1800" b="0" kern="1200" dirty="0" smtClean="0">
                <a:solidFill>
                  <a:srgbClr val="FFFFFF"/>
                </a:solidFill>
                <a:latin typeface="Segoe UI" pitchFamily="34" charset="0"/>
                <a:ea typeface="Segoe UI" pitchFamily="34" charset="0"/>
                <a:cs typeface="Segoe UI" pitchFamily="34" charset="0"/>
              </a:defRPr>
            </a:lvl1pPr>
          </a:lstStyle>
          <a:p>
            <a:pPr marL="0" lvl="0" algn="l" defTabSz="457200" rtl="0" eaLnBrk="1" latinLnBrk="0" hangingPunct="1"/>
            <a:r>
              <a:rPr lang="en-US" dirty="0"/>
              <a:t>Enter Text</a:t>
            </a:r>
          </a:p>
        </p:txBody>
      </p:sp>
      <p:sp>
        <p:nvSpPr>
          <p:cNvPr id="15" name="Title 1"/>
          <p:cNvSpPr>
            <a:spLocks noGrp="1"/>
          </p:cNvSpPr>
          <p:nvPr>
            <p:ph type="title" hasCustomPrompt="1"/>
          </p:nvPr>
        </p:nvSpPr>
        <p:spPr>
          <a:xfrm>
            <a:off x="451880" y="1"/>
            <a:ext cx="8692121" cy="803472"/>
          </a:xfrm>
        </p:spPr>
        <p:txBody>
          <a:bodyPr lIns="182880" tIns="0" rIns="182880" anchor="ctr" anchorCtr="0">
            <a:noAutofit/>
          </a:bodyPr>
          <a:lstStyle>
            <a:lvl1pPr algn="l">
              <a:defRPr sz="2800" b="0" cap="none">
                <a:solidFill>
                  <a:schemeClr val="bg1"/>
                </a:solidFill>
                <a:latin typeface="Segoe Light"/>
                <a:cs typeface="Segoe Light"/>
              </a:defRPr>
            </a:lvl1pPr>
          </a:lstStyle>
          <a:p>
            <a:r>
              <a:rPr lang="en-US" dirty="0"/>
              <a:t>title of text slide</a:t>
            </a:r>
          </a:p>
        </p:txBody>
      </p:sp>
    </p:spTree>
    <p:extLst>
      <p:ext uri="{BB962C8B-B14F-4D97-AF65-F5344CB8AC3E}">
        <p14:creationId xmlns:p14="http://schemas.microsoft.com/office/powerpoint/2010/main" val="4132016397"/>
      </p:ext>
    </p:extLst>
  </p:cSld>
  <p:clrMapOvr>
    <a:masterClrMapping/>
  </p:clrMapOvr>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Metro template 8">
    <p:spTree>
      <p:nvGrpSpPr>
        <p:cNvPr id="1" name=""/>
        <p:cNvGrpSpPr/>
        <p:nvPr/>
      </p:nvGrpSpPr>
      <p:grpSpPr>
        <a:xfrm>
          <a:off x="0" y="0"/>
          <a:ext cx="0" cy="0"/>
          <a:chOff x="0" y="0"/>
          <a:chExt cx="0" cy="0"/>
        </a:xfrm>
      </p:grpSpPr>
      <p:sp>
        <p:nvSpPr>
          <p:cNvPr id="18" name="Picture Placeholder 10"/>
          <p:cNvSpPr>
            <a:spLocks noGrp="1"/>
          </p:cNvSpPr>
          <p:nvPr>
            <p:ph type="pic" sz="quarter" idx="18" hasCustomPrompt="1"/>
          </p:nvPr>
        </p:nvSpPr>
        <p:spPr>
          <a:xfrm>
            <a:off x="1951517" y="1856583"/>
            <a:ext cx="4286250" cy="3804979"/>
          </a:xfrm>
        </p:spPr>
        <p:txBody>
          <a:bodyPr>
            <a:normAutofit/>
          </a:bodyPr>
          <a:lstStyle>
            <a:lvl1pPr marL="0" indent="0">
              <a:buNone/>
              <a:defRPr lang="en-US" sz="1800" b="0" kern="1200" baseline="0" dirty="0">
                <a:solidFill>
                  <a:schemeClr val="tx1"/>
                </a:solidFill>
                <a:latin typeface="Segoe UI" pitchFamily="34" charset="0"/>
                <a:ea typeface="Segoe UI" pitchFamily="34" charset="0"/>
                <a:cs typeface="Segoe UI" pitchFamily="34" charset="0"/>
              </a:defRPr>
            </a:lvl1pPr>
          </a:lstStyle>
          <a:p>
            <a:pPr marL="0" lvl="0" algn="l" defTabSz="457200" rtl="0" eaLnBrk="1" latinLnBrk="0" hangingPunct="1"/>
            <a:r>
              <a:rPr lang="en-US" dirty="0"/>
              <a:t>Insert Photo</a:t>
            </a:r>
          </a:p>
        </p:txBody>
      </p:sp>
      <p:sp>
        <p:nvSpPr>
          <p:cNvPr id="7" name="Date Placeholder 6"/>
          <p:cNvSpPr>
            <a:spLocks noGrp="1"/>
          </p:cNvSpPr>
          <p:nvPr>
            <p:ph type="dt" sz="half" idx="10"/>
          </p:nvPr>
        </p:nvSpPr>
        <p:spPr/>
        <p:txBody>
          <a:bodyPr/>
          <a:lstStyle/>
          <a:p>
            <a:fld id="{B1834858-58A2-46BF-AF38-4D77D41758AA}" type="datetime1">
              <a:rPr lang="en-US" smtClean="0"/>
              <a:t>9/14/23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9A3E85D-0FC7-164D-9B9E-D8CDD8FC5B09}" type="slidenum">
              <a:rPr lang="en-US" smtClean="0"/>
              <a:pPr/>
              <a:t>‹#›</a:t>
            </a:fld>
            <a:endParaRPr lang="en-US"/>
          </a:p>
        </p:txBody>
      </p:sp>
      <p:sp>
        <p:nvSpPr>
          <p:cNvPr id="13" name="Rectangle 12"/>
          <p:cNvSpPr/>
          <p:nvPr/>
        </p:nvSpPr>
        <p:spPr bwMode="auto">
          <a:xfrm>
            <a:off x="468045" y="1856583"/>
            <a:ext cx="1409346" cy="1855584"/>
          </a:xfrm>
          <a:prstGeom prst="rect">
            <a:avLst/>
          </a:prstGeom>
          <a:solidFill>
            <a:srgbClr val="41B3D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45720" bIns="91440" numCol="1" spcCol="0" rtlCol="0" fromWordArt="0" anchor="ctr" anchorCtr="0" forceAA="0" compatLnSpc="1">
            <a:prstTxWarp prst="textNoShape">
              <a:avLst/>
            </a:prstTxWarp>
            <a:noAutofit/>
          </a:bodyPr>
          <a:lstStyle/>
          <a:p>
            <a:pPr lvl="0"/>
            <a:endParaRPr lang="en-US" sz="1500" b="1" dirty="0">
              <a:solidFill>
                <a:schemeClr val="tx1"/>
              </a:solidFill>
              <a:latin typeface="Segoe UI" pitchFamily="34" charset="0"/>
              <a:ea typeface="Segoe UI" pitchFamily="34" charset="0"/>
              <a:cs typeface="Segoe UI" pitchFamily="34" charset="0"/>
            </a:endParaRPr>
          </a:p>
        </p:txBody>
      </p:sp>
      <p:sp>
        <p:nvSpPr>
          <p:cNvPr id="14" name="Rectangle 13"/>
          <p:cNvSpPr/>
          <p:nvPr/>
        </p:nvSpPr>
        <p:spPr bwMode="auto">
          <a:xfrm>
            <a:off x="468047" y="3806419"/>
            <a:ext cx="1409346" cy="1859168"/>
          </a:xfrm>
          <a:prstGeom prst="rect">
            <a:avLst/>
          </a:prstGeom>
          <a:solidFill>
            <a:srgbClr val="0072C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45720" bIns="91440" numCol="1" spcCol="0" rtlCol="0" fromWordArt="0" anchor="t" anchorCtr="0" forceAA="0" compatLnSpc="1">
            <a:prstTxWarp prst="textNoShape">
              <a:avLst/>
            </a:prstTxWarp>
            <a:noAutofit/>
          </a:bodyPr>
          <a:lstStyle/>
          <a:p>
            <a:pPr defTabSz="685666" fontAlgn="base">
              <a:spcBef>
                <a:spcPct val="0"/>
              </a:spcBef>
              <a:spcAft>
                <a:spcPct val="0"/>
              </a:spcAft>
            </a:pPr>
            <a:endParaRPr lang="en-US" sz="1500" spc="-38" dirty="0">
              <a:solidFill>
                <a:srgbClr val="FFFFFF"/>
              </a:solidFill>
              <a:latin typeface="Segoe UI" pitchFamily="34" charset="0"/>
              <a:ea typeface="Segoe UI" pitchFamily="34" charset="0"/>
              <a:cs typeface="Segoe UI" pitchFamily="34" charset="0"/>
            </a:endParaRPr>
          </a:p>
        </p:txBody>
      </p:sp>
      <p:sp>
        <p:nvSpPr>
          <p:cNvPr id="17" name="Rectangle 16"/>
          <p:cNvSpPr/>
          <p:nvPr/>
        </p:nvSpPr>
        <p:spPr bwMode="auto">
          <a:xfrm>
            <a:off x="6321103" y="1856582"/>
            <a:ext cx="2374900" cy="3809003"/>
          </a:xfrm>
          <a:prstGeom prst="rect">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45720" bIns="91440" numCol="1" spcCol="0" rtlCol="0" fromWordArt="0" anchor="t" anchorCtr="0" forceAA="0" compatLnSpc="1">
            <a:prstTxWarp prst="textNoShape">
              <a:avLst/>
            </a:prstTxWarp>
            <a:noAutofit/>
          </a:bodyPr>
          <a:lstStyle/>
          <a:p>
            <a:pPr marL="0" marR="0" lvl="0" indent="0" defTabSz="685666" rtl="0" eaLnBrk="1" fontAlgn="base" latinLnBrk="0" hangingPunct="1">
              <a:lnSpc>
                <a:spcPct val="100000"/>
              </a:lnSpc>
              <a:spcBef>
                <a:spcPct val="0"/>
              </a:spcBef>
              <a:spcAft>
                <a:spcPct val="0"/>
              </a:spcAft>
              <a:buClrTx/>
              <a:buSzTx/>
              <a:buFontTx/>
              <a:buNone/>
              <a:tabLst/>
              <a:defRPr/>
            </a:pPr>
            <a:endParaRPr lang="en-US" sz="1500" spc="-38" dirty="0">
              <a:gradFill>
                <a:gsLst>
                  <a:gs pos="0">
                    <a:srgbClr val="FFFFFF"/>
                  </a:gs>
                  <a:gs pos="100000">
                    <a:srgbClr val="FFFFFF"/>
                  </a:gs>
                </a:gsLst>
                <a:lin ang="5400000" scaled="0"/>
              </a:gradFill>
              <a:latin typeface="Segoe UI" pitchFamily="34" charset="0"/>
              <a:ea typeface="Segoe UI" pitchFamily="34" charset="0"/>
              <a:cs typeface="Segoe UI" pitchFamily="34" charset="0"/>
            </a:endParaRPr>
          </a:p>
        </p:txBody>
      </p:sp>
      <p:sp>
        <p:nvSpPr>
          <p:cNvPr id="19" name="Text Placeholder 3"/>
          <p:cNvSpPr>
            <a:spLocks noGrp="1"/>
          </p:cNvSpPr>
          <p:nvPr>
            <p:ph type="body" sz="quarter" idx="13" hasCustomPrompt="1"/>
          </p:nvPr>
        </p:nvSpPr>
        <p:spPr>
          <a:xfrm>
            <a:off x="465532" y="3806419"/>
            <a:ext cx="1403350" cy="1860277"/>
          </a:xfrm>
        </p:spPr>
        <p:txBody>
          <a:bodyPr>
            <a:normAutofit/>
          </a:bodyPr>
          <a:lstStyle>
            <a:lvl1pPr marL="0" indent="0">
              <a:buNone/>
              <a:defRPr lang="en-US" sz="1800" b="0" kern="1200" dirty="0" smtClean="0">
                <a:solidFill>
                  <a:srgbClr val="FFFFFF"/>
                </a:solidFill>
                <a:latin typeface="Segoe UI" pitchFamily="34" charset="0"/>
                <a:ea typeface="Segoe UI" pitchFamily="34" charset="0"/>
                <a:cs typeface="Segoe UI" pitchFamily="34" charset="0"/>
              </a:defRPr>
            </a:lvl1pPr>
          </a:lstStyle>
          <a:p>
            <a:pPr marL="0" lvl="0" algn="l" defTabSz="457200" rtl="0" eaLnBrk="1" latinLnBrk="0" hangingPunct="1"/>
            <a:r>
              <a:rPr lang="en-US" dirty="0"/>
              <a:t>Enter Text</a:t>
            </a:r>
          </a:p>
        </p:txBody>
      </p:sp>
      <p:sp>
        <p:nvSpPr>
          <p:cNvPr id="20" name="Picture Placeholder 8"/>
          <p:cNvSpPr>
            <a:spLocks noGrp="1"/>
          </p:cNvSpPr>
          <p:nvPr>
            <p:ph type="pic" sz="quarter" idx="17" hasCustomPrompt="1"/>
          </p:nvPr>
        </p:nvSpPr>
        <p:spPr>
          <a:xfrm>
            <a:off x="467691" y="1856583"/>
            <a:ext cx="1409700" cy="1855584"/>
          </a:xfrm>
          <a:solidFill>
            <a:srgbClr val="6DC2E9"/>
          </a:solidFill>
        </p:spPr>
        <p:txBody>
          <a:bodyPr>
            <a:normAutofit/>
          </a:bodyPr>
          <a:lstStyle>
            <a:lvl1pPr marL="0" indent="0">
              <a:buNone/>
              <a:defRPr lang="en-US" sz="1800" b="0" kern="1200" dirty="0">
                <a:solidFill>
                  <a:srgbClr val="FFFFFF"/>
                </a:solidFill>
                <a:latin typeface="Segoe UI" pitchFamily="34" charset="0"/>
                <a:ea typeface="Segoe UI" pitchFamily="34" charset="0"/>
                <a:cs typeface="Segoe UI" pitchFamily="34" charset="0"/>
              </a:defRPr>
            </a:lvl1pPr>
          </a:lstStyle>
          <a:p>
            <a:pPr marL="0" lvl="0" algn="l" defTabSz="457200" rtl="0" eaLnBrk="1" latinLnBrk="0" hangingPunct="1"/>
            <a:r>
              <a:rPr lang="en-US" dirty="0"/>
              <a:t>Insert Icon</a:t>
            </a:r>
          </a:p>
        </p:txBody>
      </p:sp>
      <p:sp>
        <p:nvSpPr>
          <p:cNvPr id="21" name="Text Placeholder 3"/>
          <p:cNvSpPr>
            <a:spLocks noGrp="1"/>
          </p:cNvSpPr>
          <p:nvPr>
            <p:ph type="body" sz="quarter" idx="19" hasCustomPrompt="1"/>
          </p:nvPr>
        </p:nvSpPr>
        <p:spPr>
          <a:xfrm>
            <a:off x="6321103" y="1856583"/>
            <a:ext cx="2374900" cy="3806485"/>
          </a:xfrm>
        </p:spPr>
        <p:txBody>
          <a:bodyPr>
            <a:normAutofit/>
          </a:bodyPr>
          <a:lstStyle>
            <a:lvl1pPr marL="0" indent="0">
              <a:buNone/>
              <a:defRPr lang="en-US" sz="1800" b="0" kern="1200" dirty="0" smtClean="0">
                <a:solidFill>
                  <a:srgbClr val="FFFFFF"/>
                </a:solidFill>
                <a:latin typeface="Segoe UI" pitchFamily="34" charset="0"/>
                <a:ea typeface="Segoe UI" pitchFamily="34" charset="0"/>
                <a:cs typeface="Segoe UI" pitchFamily="34" charset="0"/>
              </a:defRPr>
            </a:lvl1pPr>
          </a:lstStyle>
          <a:p>
            <a:pPr marL="0" lvl="0" algn="l" defTabSz="457200" rtl="0" eaLnBrk="1" latinLnBrk="0" hangingPunct="1"/>
            <a:r>
              <a:rPr lang="en-US" dirty="0"/>
              <a:t>Enter Text</a:t>
            </a:r>
          </a:p>
        </p:txBody>
      </p:sp>
      <p:sp>
        <p:nvSpPr>
          <p:cNvPr id="16" name="Title 1"/>
          <p:cNvSpPr>
            <a:spLocks noGrp="1"/>
          </p:cNvSpPr>
          <p:nvPr>
            <p:ph type="title" hasCustomPrompt="1"/>
          </p:nvPr>
        </p:nvSpPr>
        <p:spPr>
          <a:xfrm>
            <a:off x="457200" y="2"/>
            <a:ext cx="8686800" cy="864781"/>
          </a:xfrm>
        </p:spPr>
        <p:txBody>
          <a:bodyPr lIns="182880" tIns="0" rIns="182880" anchor="b" anchorCtr="0">
            <a:noAutofit/>
          </a:bodyPr>
          <a:lstStyle>
            <a:lvl1pPr algn="l">
              <a:defRPr sz="2800" b="0" cap="none">
                <a:solidFill>
                  <a:srgbClr val="0072C6"/>
                </a:solidFill>
                <a:latin typeface="Segoe Light"/>
                <a:cs typeface="Segoe Light"/>
              </a:defRPr>
            </a:lvl1pPr>
          </a:lstStyle>
          <a:p>
            <a:r>
              <a:rPr lang="en-US" dirty="0"/>
              <a:t>title of text slide</a:t>
            </a:r>
          </a:p>
        </p:txBody>
      </p:sp>
    </p:spTree>
    <p:extLst>
      <p:ext uri="{BB962C8B-B14F-4D97-AF65-F5344CB8AC3E}">
        <p14:creationId xmlns:p14="http://schemas.microsoft.com/office/powerpoint/2010/main" val="591716363"/>
      </p:ext>
    </p:extLst>
  </p:cSld>
  <p:clrMapOvr>
    <a:masterClrMapping/>
  </p:clrMapOvr>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Metro template 9">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EBDDE6FD-0792-4893-971F-5E30162EF1D1}" type="datetime1">
              <a:rPr lang="en-US" smtClean="0"/>
              <a:t>9/14/23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9A3E85D-0FC7-164D-9B9E-D8CDD8FC5B09}" type="slidenum">
              <a:rPr lang="en-US" smtClean="0"/>
              <a:pPr/>
              <a:t>‹#›</a:t>
            </a:fld>
            <a:endParaRPr lang="en-US"/>
          </a:p>
        </p:txBody>
      </p:sp>
      <p:sp>
        <p:nvSpPr>
          <p:cNvPr id="10" name="Rectangle 9"/>
          <p:cNvSpPr/>
          <p:nvPr/>
        </p:nvSpPr>
        <p:spPr>
          <a:xfrm>
            <a:off x="450442" y="0"/>
            <a:ext cx="8693558" cy="802968"/>
          </a:xfrm>
          <a:prstGeom prst="rect">
            <a:avLst/>
          </a:prstGeom>
          <a:solidFill>
            <a:srgbClr val="007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1" name="Rectangle 10"/>
          <p:cNvSpPr/>
          <p:nvPr/>
        </p:nvSpPr>
        <p:spPr>
          <a:xfrm>
            <a:off x="0" y="2"/>
            <a:ext cx="394664" cy="803471"/>
          </a:xfrm>
          <a:prstGeom prst="rect">
            <a:avLst/>
          </a:prstGeom>
          <a:solidFill>
            <a:srgbClr val="00B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3" name="Rectangle 12"/>
          <p:cNvSpPr/>
          <p:nvPr/>
        </p:nvSpPr>
        <p:spPr bwMode="auto">
          <a:xfrm>
            <a:off x="468045" y="1856583"/>
            <a:ext cx="1409346" cy="1855584"/>
          </a:xfrm>
          <a:prstGeom prst="rect">
            <a:avLst/>
          </a:prstGeom>
          <a:solidFill>
            <a:srgbClr val="6DC2E9"/>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45720" bIns="91440" numCol="1" spcCol="0" rtlCol="0" fromWordArt="0" anchor="ctr" anchorCtr="0" forceAA="0" compatLnSpc="1">
            <a:prstTxWarp prst="textNoShape">
              <a:avLst/>
            </a:prstTxWarp>
            <a:noAutofit/>
          </a:bodyPr>
          <a:lstStyle/>
          <a:p>
            <a:pPr lvl="0" algn="ctr"/>
            <a:endParaRPr lang="en-US" sz="9900" dirty="0">
              <a:solidFill>
                <a:schemeClr val="bg1"/>
              </a:solidFill>
              <a:latin typeface="Segoe UI" pitchFamily="34" charset="0"/>
              <a:ea typeface="Segoe UI" pitchFamily="34" charset="0"/>
              <a:cs typeface="Segoe UI" pitchFamily="34" charset="0"/>
            </a:endParaRPr>
          </a:p>
        </p:txBody>
      </p:sp>
      <p:sp>
        <p:nvSpPr>
          <p:cNvPr id="14" name="Rectangle 13"/>
          <p:cNvSpPr/>
          <p:nvPr/>
        </p:nvSpPr>
        <p:spPr bwMode="auto">
          <a:xfrm>
            <a:off x="468047" y="3806418"/>
            <a:ext cx="1409346" cy="1870668"/>
          </a:xfrm>
          <a:prstGeom prst="rect">
            <a:avLst/>
          </a:prstGeom>
          <a:solidFill>
            <a:srgbClr val="00529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45720" bIns="91440" numCol="1" spcCol="0" rtlCol="0" fromWordArt="0" anchor="ctr" anchorCtr="0" forceAA="0" compatLnSpc="1">
            <a:prstTxWarp prst="textNoShape">
              <a:avLst/>
            </a:prstTxWarp>
            <a:noAutofit/>
          </a:bodyPr>
          <a:lstStyle/>
          <a:p>
            <a:pPr algn="ctr" defTabSz="685666" fontAlgn="base">
              <a:spcBef>
                <a:spcPct val="0"/>
              </a:spcBef>
              <a:spcAft>
                <a:spcPct val="0"/>
              </a:spcAft>
            </a:pPr>
            <a:endParaRPr lang="en-US" sz="1600" spc="-38" dirty="0">
              <a:solidFill>
                <a:srgbClr val="FFFFFF"/>
              </a:solidFill>
              <a:latin typeface="Segoe UI" pitchFamily="34" charset="0"/>
              <a:ea typeface="Segoe UI" pitchFamily="34" charset="0"/>
              <a:cs typeface="Segoe UI" pitchFamily="34" charset="0"/>
            </a:endParaRPr>
          </a:p>
        </p:txBody>
      </p:sp>
      <p:sp>
        <p:nvSpPr>
          <p:cNvPr id="15" name="Rectangle 14"/>
          <p:cNvSpPr/>
          <p:nvPr/>
        </p:nvSpPr>
        <p:spPr bwMode="auto">
          <a:xfrm>
            <a:off x="1959164" y="1868083"/>
            <a:ext cx="6728214" cy="3809004"/>
          </a:xfrm>
          <a:prstGeom prst="rect">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45720" bIns="91440" numCol="1" spcCol="0" rtlCol="0" fromWordArt="0" anchor="t" anchorCtr="0" forceAA="0" compatLnSpc="1">
            <a:prstTxWarp prst="textNoShape">
              <a:avLst/>
            </a:prstTxWarp>
            <a:noAutofit/>
          </a:bodyPr>
          <a:lstStyle/>
          <a:p>
            <a:pPr marL="0" marR="0" lvl="0" indent="0" defTabSz="685666" rtl="0" eaLnBrk="1" fontAlgn="base" latinLnBrk="0" hangingPunct="1">
              <a:lnSpc>
                <a:spcPct val="100000"/>
              </a:lnSpc>
              <a:spcBef>
                <a:spcPct val="0"/>
              </a:spcBef>
              <a:spcAft>
                <a:spcPct val="0"/>
              </a:spcAft>
              <a:buClr>
                <a:srgbClr val="41B3DC"/>
              </a:buClr>
              <a:buSzTx/>
              <a:buFont typeface="Arial" pitchFamily="34" charset="0"/>
              <a:buNone/>
              <a:tabLst/>
              <a:defRPr/>
            </a:pPr>
            <a:endParaRPr lang="en-US" sz="1500" spc="-38" dirty="0">
              <a:gradFill>
                <a:gsLst>
                  <a:gs pos="0">
                    <a:srgbClr val="FFFFFF"/>
                  </a:gs>
                  <a:gs pos="100000">
                    <a:srgbClr val="FFFFFF"/>
                  </a:gs>
                </a:gsLst>
                <a:lin ang="5400000" scaled="0"/>
              </a:gradFill>
              <a:latin typeface="Segoe UI" pitchFamily="34" charset="0"/>
              <a:ea typeface="Segoe UI" pitchFamily="34" charset="0"/>
              <a:cs typeface="Segoe UI" pitchFamily="34" charset="0"/>
            </a:endParaRPr>
          </a:p>
        </p:txBody>
      </p:sp>
      <p:sp>
        <p:nvSpPr>
          <p:cNvPr id="17" name="Text Placeholder 3"/>
          <p:cNvSpPr>
            <a:spLocks noGrp="1"/>
          </p:cNvSpPr>
          <p:nvPr>
            <p:ph type="body" sz="quarter" idx="13" hasCustomPrompt="1"/>
          </p:nvPr>
        </p:nvSpPr>
        <p:spPr>
          <a:xfrm>
            <a:off x="468045" y="1852515"/>
            <a:ext cx="1403350" cy="1859168"/>
          </a:xfrm>
        </p:spPr>
        <p:txBody>
          <a:bodyPr>
            <a:normAutofit/>
          </a:bodyPr>
          <a:lstStyle>
            <a:lvl1pPr marL="0" indent="0">
              <a:buNone/>
              <a:defRPr lang="en-US" sz="1800" b="0" kern="1200" dirty="0" smtClean="0">
                <a:solidFill>
                  <a:srgbClr val="FFFFFF"/>
                </a:solidFill>
                <a:latin typeface="Segoe UI" pitchFamily="34" charset="0"/>
                <a:ea typeface="Segoe UI" pitchFamily="34" charset="0"/>
                <a:cs typeface="Segoe UI" pitchFamily="34" charset="0"/>
              </a:defRPr>
            </a:lvl1pPr>
          </a:lstStyle>
          <a:p>
            <a:pPr marL="0" lvl="0" algn="l" defTabSz="457200" rtl="0" eaLnBrk="1" latinLnBrk="0" hangingPunct="1"/>
            <a:r>
              <a:rPr lang="en-US" dirty="0"/>
              <a:t>Enter Text</a:t>
            </a:r>
          </a:p>
        </p:txBody>
      </p:sp>
      <p:sp>
        <p:nvSpPr>
          <p:cNvPr id="18" name="Picture Placeholder 8"/>
          <p:cNvSpPr>
            <a:spLocks noGrp="1"/>
          </p:cNvSpPr>
          <p:nvPr>
            <p:ph type="pic" sz="quarter" idx="17" hasCustomPrompt="1"/>
          </p:nvPr>
        </p:nvSpPr>
        <p:spPr>
          <a:xfrm>
            <a:off x="468049" y="3804717"/>
            <a:ext cx="1409345" cy="1872369"/>
          </a:xfrm>
          <a:solidFill>
            <a:srgbClr val="0072C6"/>
          </a:solidFill>
        </p:spPr>
        <p:txBody>
          <a:bodyPr>
            <a:normAutofit/>
          </a:bodyPr>
          <a:lstStyle>
            <a:lvl1pPr marL="0" indent="0">
              <a:buNone/>
              <a:defRPr lang="en-US" sz="1800" b="0" kern="1200" dirty="0">
                <a:solidFill>
                  <a:srgbClr val="FFFFFF"/>
                </a:solidFill>
                <a:latin typeface="Segoe UI" pitchFamily="34" charset="0"/>
                <a:ea typeface="Segoe UI" pitchFamily="34" charset="0"/>
                <a:cs typeface="Segoe UI" pitchFamily="34" charset="0"/>
              </a:defRPr>
            </a:lvl1pPr>
          </a:lstStyle>
          <a:p>
            <a:pPr marL="0" lvl="0" algn="l" defTabSz="457200" rtl="0" eaLnBrk="1" latinLnBrk="0" hangingPunct="1"/>
            <a:r>
              <a:rPr lang="en-US" dirty="0"/>
              <a:t>Insert Icon</a:t>
            </a:r>
          </a:p>
        </p:txBody>
      </p:sp>
      <p:sp>
        <p:nvSpPr>
          <p:cNvPr id="19" name="Text Placeholder 3"/>
          <p:cNvSpPr>
            <a:spLocks noGrp="1"/>
          </p:cNvSpPr>
          <p:nvPr>
            <p:ph type="body" sz="quarter" idx="18" hasCustomPrompt="1"/>
          </p:nvPr>
        </p:nvSpPr>
        <p:spPr>
          <a:xfrm>
            <a:off x="1959164" y="1868083"/>
            <a:ext cx="6728214" cy="3797504"/>
          </a:xfrm>
        </p:spPr>
        <p:txBody>
          <a:bodyPr>
            <a:normAutofit/>
          </a:bodyPr>
          <a:lstStyle>
            <a:lvl1pPr marL="0" indent="0">
              <a:buNone/>
              <a:defRPr lang="en-US" sz="1800" b="0" kern="1200" dirty="0" smtClean="0">
                <a:solidFill>
                  <a:srgbClr val="FFFFFF"/>
                </a:solidFill>
                <a:latin typeface="Segoe UI" pitchFamily="34" charset="0"/>
                <a:ea typeface="Segoe UI" pitchFamily="34" charset="0"/>
                <a:cs typeface="Segoe UI" pitchFamily="34" charset="0"/>
              </a:defRPr>
            </a:lvl1pPr>
          </a:lstStyle>
          <a:p>
            <a:pPr marL="0" lvl="0" algn="l" defTabSz="457200" rtl="0" eaLnBrk="1" latinLnBrk="0" hangingPunct="1"/>
            <a:r>
              <a:rPr lang="en-US" dirty="0"/>
              <a:t>Enter Text</a:t>
            </a:r>
          </a:p>
        </p:txBody>
      </p:sp>
      <p:sp>
        <p:nvSpPr>
          <p:cNvPr id="16" name="Title 1"/>
          <p:cNvSpPr>
            <a:spLocks noGrp="1"/>
          </p:cNvSpPr>
          <p:nvPr>
            <p:ph type="title" hasCustomPrompt="1"/>
          </p:nvPr>
        </p:nvSpPr>
        <p:spPr>
          <a:xfrm>
            <a:off x="451880" y="1"/>
            <a:ext cx="8692121" cy="803472"/>
          </a:xfrm>
        </p:spPr>
        <p:txBody>
          <a:bodyPr lIns="182880" tIns="0" rIns="182880" anchor="ctr" anchorCtr="0">
            <a:noAutofit/>
          </a:bodyPr>
          <a:lstStyle>
            <a:lvl1pPr algn="l">
              <a:defRPr sz="2800" b="0" cap="none">
                <a:solidFill>
                  <a:schemeClr val="bg1"/>
                </a:solidFill>
                <a:latin typeface="Segoe Light"/>
                <a:cs typeface="Segoe Light"/>
              </a:defRPr>
            </a:lvl1pPr>
          </a:lstStyle>
          <a:p>
            <a:r>
              <a:rPr lang="en-US" dirty="0"/>
              <a:t>title of text slide</a:t>
            </a:r>
          </a:p>
        </p:txBody>
      </p:sp>
    </p:spTree>
    <p:extLst>
      <p:ext uri="{BB962C8B-B14F-4D97-AF65-F5344CB8AC3E}">
        <p14:creationId xmlns:p14="http://schemas.microsoft.com/office/powerpoint/2010/main" val="1800467078"/>
      </p:ext>
    </p:extLst>
  </p:cSld>
  <p:clrMapOvr>
    <a:masterClrMapping/>
  </p:clrMapOvr>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Metro template 10">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681140C8-C967-4D4A-A404-5D074B798AD4}" type="datetime1">
              <a:rPr lang="en-US" smtClean="0"/>
              <a:t>9/14/23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9A3E85D-0FC7-164D-9B9E-D8CDD8FC5B09}" type="slidenum">
              <a:rPr lang="en-US" smtClean="0"/>
              <a:pPr/>
              <a:t>‹#›</a:t>
            </a:fld>
            <a:endParaRPr lang="en-US"/>
          </a:p>
        </p:txBody>
      </p:sp>
      <p:sp>
        <p:nvSpPr>
          <p:cNvPr id="13" name="Rectangle 12"/>
          <p:cNvSpPr/>
          <p:nvPr/>
        </p:nvSpPr>
        <p:spPr bwMode="auto">
          <a:xfrm>
            <a:off x="468045" y="1856583"/>
            <a:ext cx="1409346" cy="1855584"/>
          </a:xfrm>
          <a:prstGeom prst="rect">
            <a:avLst/>
          </a:prstGeom>
          <a:solidFill>
            <a:srgbClr val="6DC2E9"/>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45720" bIns="91440" numCol="1" spcCol="0" rtlCol="0" fromWordArt="0" anchor="ctr" anchorCtr="0" forceAA="0" compatLnSpc="1">
            <a:prstTxWarp prst="textNoShape">
              <a:avLst/>
            </a:prstTxWarp>
            <a:noAutofit/>
          </a:bodyPr>
          <a:lstStyle/>
          <a:p>
            <a:pPr lvl="0" algn="ctr"/>
            <a:endParaRPr lang="en-US" sz="9900" dirty="0">
              <a:solidFill>
                <a:schemeClr val="bg1"/>
              </a:solidFill>
              <a:latin typeface="Segoe UI" pitchFamily="34" charset="0"/>
              <a:ea typeface="Segoe UI" pitchFamily="34" charset="0"/>
              <a:cs typeface="Segoe UI" pitchFamily="34" charset="0"/>
            </a:endParaRPr>
          </a:p>
        </p:txBody>
      </p:sp>
      <p:sp>
        <p:nvSpPr>
          <p:cNvPr id="14" name="Rectangle 13"/>
          <p:cNvSpPr/>
          <p:nvPr/>
        </p:nvSpPr>
        <p:spPr bwMode="auto">
          <a:xfrm>
            <a:off x="468047" y="3806420"/>
            <a:ext cx="1409346" cy="1856153"/>
          </a:xfrm>
          <a:prstGeom prst="rect">
            <a:avLst/>
          </a:prstGeom>
          <a:solidFill>
            <a:srgbClr val="00529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45720" bIns="91440" numCol="1" spcCol="0" rtlCol="0" fromWordArt="0" anchor="ctr" anchorCtr="0" forceAA="0" compatLnSpc="1">
            <a:prstTxWarp prst="textNoShape">
              <a:avLst/>
            </a:prstTxWarp>
            <a:noAutofit/>
          </a:bodyPr>
          <a:lstStyle/>
          <a:p>
            <a:pPr algn="ctr" defTabSz="685666" fontAlgn="base">
              <a:spcBef>
                <a:spcPct val="0"/>
              </a:spcBef>
              <a:spcAft>
                <a:spcPct val="0"/>
              </a:spcAft>
            </a:pPr>
            <a:endParaRPr lang="en-US" sz="1600" spc="-38" dirty="0">
              <a:solidFill>
                <a:srgbClr val="FFFFFF"/>
              </a:solidFill>
              <a:latin typeface="Segoe UI" pitchFamily="34" charset="0"/>
              <a:ea typeface="Segoe UI" pitchFamily="34" charset="0"/>
              <a:cs typeface="Segoe UI" pitchFamily="34" charset="0"/>
            </a:endParaRPr>
          </a:p>
        </p:txBody>
      </p:sp>
      <p:sp>
        <p:nvSpPr>
          <p:cNvPr id="15" name="Rectangle 14"/>
          <p:cNvSpPr/>
          <p:nvPr/>
        </p:nvSpPr>
        <p:spPr bwMode="auto">
          <a:xfrm>
            <a:off x="1959164" y="1853569"/>
            <a:ext cx="6728214" cy="3809004"/>
          </a:xfrm>
          <a:prstGeom prst="rect">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45720" bIns="91440" numCol="1" spcCol="0" rtlCol="0" fromWordArt="0" anchor="t" anchorCtr="0" forceAA="0" compatLnSpc="1">
            <a:prstTxWarp prst="textNoShape">
              <a:avLst/>
            </a:prstTxWarp>
            <a:noAutofit/>
          </a:bodyPr>
          <a:lstStyle/>
          <a:p>
            <a:pPr marL="0" marR="0" lvl="0" indent="0" defTabSz="685666" rtl="0" eaLnBrk="1" fontAlgn="base" latinLnBrk="0" hangingPunct="1">
              <a:lnSpc>
                <a:spcPct val="100000"/>
              </a:lnSpc>
              <a:spcBef>
                <a:spcPct val="0"/>
              </a:spcBef>
              <a:spcAft>
                <a:spcPct val="0"/>
              </a:spcAft>
              <a:buClr>
                <a:srgbClr val="41B3DC"/>
              </a:buClr>
              <a:buSzTx/>
              <a:buFont typeface="Arial" pitchFamily="34" charset="0"/>
              <a:buNone/>
              <a:tabLst/>
              <a:defRPr/>
            </a:pPr>
            <a:endParaRPr lang="en-US" sz="1500" spc="-38" dirty="0">
              <a:gradFill>
                <a:gsLst>
                  <a:gs pos="0">
                    <a:srgbClr val="FFFFFF"/>
                  </a:gs>
                  <a:gs pos="100000">
                    <a:srgbClr val="FFFFFF"/>
                  </a:gs>
                </a:gsLst>
                <a:lin ang="5400000" scaled="0"/>
              </a:gradFill>
              <a:latin typeface="Segoe UI" pitchFamily="34" charset="0"/>
              <a:ea typeface="Segoe UI" pitchFamily="34" charset="0"/>
              <a:cs typeface="Segoe UI" pitchFamily="34" charset="0"/>
            </a:endParaRPr>
          </a:p>
        </p:txBody>
      </p:sp>
      <p:sp>
        <p:nvSpPr>
          <p:cNvPr id="17" name="Text Placeholder 3"/>
          <p:cNvSpPr>
            <a:spLocks noGrp="1"/>
          </p:cNvSpPr>
          <p:nvPr>
            <p:ph type="body" sz="quarter" idx="13" hasCustomPrompt="1"/>
          </p:nvPr>
        </p:nvSpPr>
        <p:spPr>
          <a:xfrm>
            <a:off x="468045" y="1853567"/>
            <a:ext cx="1403350" cy="1858600"/>
          </a:xfrm>
        </p:spPr>
        <p:txBody>
          <a:bodyPr>
            <a:normAutofit/>
          </a:bodyPr>
          <a:lstStyle>
            <a:lvl1pPr marL="0" indent="0">
              <a:buNone/>
              <a:defRPr lang="en-US" sz="1800" b="0" kern="1200" dirty="0" smtClean="0">
                <a:solidFill>
                  <a:srgbClr val="FFFFFF"/>
                </a:solidFill>
                <a:latin typeface="Segoe UI" pitchFamily="34" charset="0"/>
                <a:ea typeface="Segoe UI" pitchFamily="34" charset="0"/>
                <a:cs typeface="Segoe UI" pitchFamily="34" charset="0"/>
              </a:defRPr>
            </a:lvl1pPr>
          </a:lstStyle>
          <a:p>
            <a:pPr marL="0" lvl="0" algn="l" defTabSz="457200" rtl="0" eaLnBrk="1" latinLnBrk="0" hangingPunct="1"/>
            <a:r>
              <a:rPr lang="en-US" dirty="0"/>
              <a:t>Enter Text</a:t>
            </a:r>
          </a:p>
        </p:txBody>
      </p:sp>
      <p:sp>
        <p:nvSpPr>
          <p:cNvPr id="18" name="Picture Placeholder 8"/>
          <p:cNvSpPr>
            <a:spLocks noGrp="1"/>
          </p:cNvSpPr>
          <p:nvPr>
            <p:ph type="pic" sz="quarter" idx="17" hasCustomPrompt="1"/>
          </p:nvPr>
        </p:nvSpPr>
        <p:spPr>
          <a:xfrm>
            <a:off x="468046" y="3806418"/>
            <a:ext cx="1409345" cy="1856153"/>
          </a:xfrm>
          <a:solidFill>
            <a:srgbClr val="0072C6"/>
          </a:solidFill>
        </p:spPr>
        <p:txBody>
          <a:bodyPr>
            <a:normAutofit/>
          </a:bodyPr>
          <a:lstStyle>
            <a:lvl1pPr marL="0" indent="0">
              <a:buNone/>
              <a:defRPr lang="en-US" sz="1800" b="0" kern="1200" dirty="0">
                <a:solidFill>
                  <a:srgbClr val="FFFFFF"/>
                </a:solidFill>
                <a:latin typeface="Segoe UI" pitchFamily="34" charset="0"/>
                <a:ea typeface="Segoe UI" pitchFamily="34" charset="0"/>
                <a:cs typeface="Segoe UI" pitchFamily="34" charset="0"/>
              </a:defRPr>
            </a:lvl1pPr>
          </a:lstStyle>
          <a:p>
            <a:pPr marL="0" lvl="0" algn="l" defTabSz="457200" rtl="0" eaLnBrk="1" latinLnBrk="0" hangingPunct="1"/>
            <a:r>
              <a:rPr lang="en-US" dirty="0"/>
              <a:t>Insert Icon</a:t>
            </a:r>
          </a:p>
        </p:txBody>
      </p:sp>
      <p:sp>
        <p:nvSpPr>
          <p:cNvPr id="19" name="Text Placeholder 3"/>
          <p:cNvSpPr>
            <a:spLocks noGrp="1"/>
          </p:cNvSpPr>
          <p:nvPr>
            <p:ph type="body" sz="quarter" idx="18" hasCustomPrompt="1"/>
          </p:nvPr>
        </p:nvSpPr>
        <p:spPr>
          <a:xfrm>
            <a:off x="1959164" y="1868083"/>
            <a:ext cx="6728214" cy="3797504"/>
          </a:xfrm>
        </p:spPr>
        <p:txBody>
          <a:bodyPr>
            <a:normAutofit/>
          </a:bodyPr>
          <a:lstStyle>
            <a:lvl1pPr marL="0" indent="0">
              <a:buNone/>
              <a:defRPr lang="en-US" sz="1800" b="0" kern="1200" dirty="0" smtClean="0">
                <a:solidFill>
                  <a:srgbClr val="FFFFFF"/>
                </a:solidFill>
                <a:latin typeface="Segoe UI" pitchFamily="34" charset="0"/>
                <a:ea typeface="Segoe UI" pitchFamily="34" charset="0"/>
                <a:cs typeface="Segoe UI" pitchFamily="34" charset="0"/>
              </a:defRPr>
            </a:lvl1pPr>
          </a:lstStyle>
          <a:p>
            <a:pPr marL="0" lvl="0" algn="l" defTabSz="457200" rtl="0" eaLnBrk="1" latinLnBrk="0" hangingPunct="1"/>
            <a:r>
              <a:rPr lang="en-US" dirty="0"/>
              <a:t>Enter Text</a:t>
            </a:r>
          </a:p>
        </p:txBody>
      </p:sp>
      <p:sp>
        <p:nvSpPr>
          <p:cNvPr id="12" name="Title 1"/>
          <p:cNvSpPr>
            <a:spLocks noGrp="1"/>
          </p:cNvSpPr>
          <p:nvPr>
            <p:ph type="title" hasCustomPrompt="1"/>
          </p:nvPr>
        </p:nvSpPr>
        <p:spPr>
          <a:xfrm>
            <a:off x="457200" y="2"/>
            <a:ext cx="8686800" cy="864781"/>
          </a:xfrm>
        </p:spPr>
        <p:txBody>
          <a:bodyPr lIns="182880" tIns="0" rIns="182880" anchor="b" anchorCtr="0">
            <a:noAutofit/>
          </a:bodyPr>
          <a:lstStyle>
            <a:lvl1pPr algn="l">
              <a:defRPr sz="2800" b="0" cap="none">
                <a:solidFill>
                  <a:srgbClr val="0072C6"/>
                </a:solidFill>
                <a:latin typeface="Segoe Light"/>
                <a:cs typeface="Segoe Light"/>
              </a:defRPr>
            </a:lvl1pPr>
          </a:lstStyle>
          <a:p>
            <a:r>
              <a:rPr lang="en-US" dirty="0"/>
              <a:t>title of text slide</a:t>
            </a:r>
          </a:p>
        </p:txBody>
      </p:sp>
    </p:spTree>
    <p:extLst>
      <p:ext uri="{BB962C8B-B14F-4D97-AF65-F5344CB8AC3E}">
        <p14:creationId xmlns:p14="http://schemas.microsoft.com/office/powerpoint/2010/main" val="3410219826"/>
      </p:ext>
    </p:extLst>
  </p:cSld>
  <p:clrMapOvr>
    <a:masterClrMapping/>
  </p:clrMapOvr>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Metro template 11">
    <p:spTree>
      <p:nvGrpSpPr>
        <p:cNvPr id="1" name=""/>
        <p:cNvGrpSpPr/>
        <p:nvPr/>
      </p:nvGrpSpPr>
      <p:grpSpPr>
        <a:xfrm>
          <a:off x="0" y="0"/>
          <a:ext cx="0" cy="0"/>
          <a:chOff x="0" y="0"/>
          <a:chExt cx="0" cy="0"/>
        </a:xfrm>
      </p:grpSpPr>
      <p:sp>
        <p:nvSpPr>
          <p:cNvPr id="20" name="Picture Placeholder 10"/>
          <p:cNvSpPr>
            <a:spLocks noGrp="1"/>
          </p:cNvSpPr>
          <p:nvPr>
            <p:ph type="pic" sz="quarter" idx="18" hasCustomPrompt="1"/>
          </p:nvPr>
        </p:nvSpPr>
        <p:spPr>
          <a:xfrm>
            <a:off x="3449882" y="1830466"/>
            <a:ext cx="2447925" cy="3852333"/>
          </a:xfrm>
        </p:spPr>
        <p:txBody>
          <a:bodyPr>
            <a:normAutofit/>
          </a:bodyPr>
          <a:lstStyle>
            <a:lvl1pPr marL="0" indent="0">
              <a:buNone/>
              <a:defRPr lang="en-US" sz="1800" b="0" kern="1200" baseline="0" dirty="0">
                <a:solidFill>
                  <a:schemeClr val="tx1"/>
                </a:solidFill>
                <a:latin typeface="Segoe UI" pitchFamily="34" charset="0"/>
                <a:ea typeface="Segoe UI" pitchFamily="34" charset="0"/>
                <a:cs typeface="Segoe UI" pitchFamily="34" charset="0"/>
              </a:defRPr>
            </a:lvl1pPr>
          </a:lstStyle>
          <a:p>
            <a:pPr marL="0" lvl="0" algn="l" defTabSz="457200" rtl="0" eaLnBrk="1" latinLnBrk="0" hangingPunct="1"/>
            <a:r>
              <a:rPr lang="en-US" dirty="0"/>
              <a:t>Insert Photo</a:t>
            </a:r>
          </a:p>
        </p:txBody>
      </p:sp>
      <p:sp>
        <p:nvSpPr>
          <p:cNvPr id="7" name="Date Placeholder 6"/>
          <p:cNvSpPr>
            <a:spLocks noGrp="1"/>
          </p:cNvSpPr>
          <p:nvPr>
            <p:ph type="dt" sz="half" idx="10"/>
          </p:nvPr>
        </p:nvSpPr>
        <p:spPr/>
        <p:txBody>
          <a:bodyPr/>
          <a:lstStyle/>
          <a:p>
            <a:fld id="{9A80B6DB-9F35-4A3D-81C7-3F07B2D04F62}" type="datetime1">
              <a:rPr lang="en-US" smtClean="0"/>
              <a:t>9/14/23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9A3E85D-0FC7-164D-9B9E-D8CDD8FC5B09}" type="slidenum">
              <a:rPr lang="en-US" smtClean="0"/>
              <a:pPr/>
              <a:t>‹#›</a:t>
            </a:fld>
            <a:endParaRPr lang="en-US"/>
          </a:p>
        </p:txBody>
      </p:sp>
      <p:sp>
        <p:nvSpPr>
          <p:cNvPr id="10" name="Rectangle 9"/>
          <p:cNvSpPr/>
          <p:nvPr/>
        </p:nvSpPr>
        <p:spPr>
          <a:xfrm>
            <a:off x="450442" y="0"/>
            <a:ext cx="8693558" cy="802968"/>
          </a:xfrm>
          <a:prstGeom prst="rect">
            <a:avLst/>
          </a:prstGeom>
          <a:solidFill>
            <a:srgbClr val="007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1" name="Rectangle 10"/>
          <p:cNvSpPr/>
          <p:nvPr/>
        </p:nvSpPr>
        <p:spPr>
          <a:xfrm>
            <a:off x="0" y="2"/>
            <a:ext cx="394664" cy="803471"/>
          </a:xfrm>
          <a:prstGeom prst="rect">
            <a:avLst/>
          </a:prstGeom>
          <a:solidFill>
            <a:srgbClr val="00B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3" name="Rectangle 12"/>
          <p:cNvSpPr/>
          <p:nvPr/>
        </p:nvSpPr>
        <p:spPr bwMode="auto">
          <a:xfrm>
            <a:off x="6007100" y="1828800"/>
            <a:ext cx="2661894" cy="1874325"/>
          </a:xfrm>
          <a:prstGeom prst="rect">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45720" bIns="91440" numCol="1" spcCol="0" rtlCol="0" fromWordArt="0" anchor="t" anchorCtr="0" forceAA="0" compatLnSpc="1">
            <a:prstTxWarp prst="textNoShape">
              <a:avLst/>
            </a:prstTxWarp>
            <a:noAutofit/>
          </a:bodyPr>
          <a:lstStyle/>
          <a:p>
            <a:pPr lvl="0"/>
            <a:endParaRPr lang="en-US" sz="1500" dirty="0">
              <a:latin typeface="Segoe UI" pitchFamily="34" charset="0"/>
              <a:ea typeface="Segoe UI" pitchFamily="34" charset="0"/>
              <a:cs typeface="Segoe UI" pitchFamily="34" charset="0"/>
            </a:endParaRPr>
          </a:p>
        </p:txBody>
      </p:sp>
      <p:sp>
        <p:nvSpPr>
          <p:cNvPr id="14" name="Rectangle 13"/>
          <p:cNvSpPr/>
          <p:nvPr/>
        </p:nvSpPr>
        <p:spPr bwMode="auto">
          <a:xfrm>
            <a:off x="449292" y="1828800"/>
            <a:ext cx="2894936" cy="1874325"/>
          </a:xfrm>
          <a:prstGeom prst="rect">
            <a:avLst/>
          </a:prstGeom>
          <a:solidFill>
            <a:srgbClr val="0072C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45720" bIns="91440" numCol="1" spcCol="0" rtlCol="0" fromWordArt="0" anchor="t" anchorCtr="0" forceAA="0" compatLnSpc="1">
            <a:prstTxWarp prst="textNoShape">
              <a:avLst/>
            </a:prstTxWarp>
            <a:noAutofit/>
          </a:bodyPr>
          <a:lstStyle/>
          <a:p>
            <a:pPr lvl="0"/>
            <a:endParaRPr lang="en-US" sz="1500" dirty="0">
              <a:solidFill>
                <a:srgbClr val="FFFFFF"/>
              </a:solidFill>
              <a:latin typeface="Segoe UI" pitchFamily="34" charset="0"/>
              <a:ea typeface="Segoe UI" pitchFamily="34" charset="0"/>
              <a:cs typeface="Segoe UI" pitchFamily="34" charset="0"/>
            </a:endParaRPr>
          </a:p>
        </p:txBody>
      </p:sp>
      <p:sp>
        <p:nvSpPr>
          <p:cNvPr id="15" name="Rectangle 14"/>
          <p:cNvSpPr/>
          <p:nvPr/>
        </p:nvSpPr>
        <p:spPr bwMode="auto">
          <a:xfrm>
            <a:off x="449292" y="3819119"/>
            <a:ext cx="1409346" cy="1870483"/>
          </a:xfrm>
          <a:prstGeom prst="rect">
            <a:avLst/>
          </a:prstGeom>
          <a:solidFill>
            <a:srgbClr val="6DC2E9"/>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45720" bIns="91440" numCol="1" spcCol="0" rtlCol="0" fromWordArt="0" anchor="ctr" anchorCtr="0" forceAA="0" compatLnSpc="1">
            <a:prstTxWarp prst="textNoShape">
              <a:avLst/>
            </a:prstTxWarp>
            <a:noAutofit/>
          </a:bodyPr>
          <a:lstStyle/>
          <a:p>
            <a:pPr defTabSz="685666" fontAlgn="base">
              <a:spcBef>
                <a:spcPct val="0"/>
              </a:spcBef>
              <a:spcAft>
                <a:spcPct val="0"/>
              </a:spcAft>
            </a:pPr>
            <a:endParaRPr lang="en-US" sz="1600" spc="-38" dirty="0">
              <a:solidFill>
                <a:srgbClr val="FFFFFF"/>
              </a:solidFill>
              <a:latin typeface="Segoe UI" pitchFamily="34" charset="0"/>
              <a:ea typeface="Segoe UI" pitchFamily="34" charset="0"/>
              <a:cs typeface="Segoe UI" pitchFamily="34" charset="0"/>
            </a:endParaRPr>
          </a:p>
        </p:txBody>
      </p:sp>
      <p:sp>
        <p:nvSpPr>
          <p:cNvPr id="16" name="Rectangle 15"/>
          <p:cNvSpPr/>
          <p:nvPr/>
        </p:nvSpPr>
        <p:spPr bwMode="auto">
          <a:xfrm>
            <a:off x="1936035" y="3819120"/>
            <a:ext cx="1409346" cy="1870481"/>
          </a:xfrm>
          <a:prstGeom prst="rect">
            <a:avLst/>
          </a:prstGeom>
          <a:solidFill>
            <a:srgbClr val="0072C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45720" bIns="91440" numCol="1" spcCol="0" rtlCol="0" fromWordArt="0" anchor="t" anchorCtr="0" forceAA="0" compatLnSpc="1">
            <a:prstTxWarp prst="textNoShape">
              <a:avLst/>
            </a:prstTxWarp>
            <a:noAutofit/>
          </a:bodyPr>
          <a:lstStyle/>
          <a:p>
            <a:pPr defTabSz="685666" fontAlgn="base">
              <a:spcBef>
                <a:spcPct val="0"/>
              </a:spcBef>
              <a:spcAft>
                <a:spcPct val="0"/>
              </a:spcAft>
            </a:pPr>
            <a:endParaRPr lang="en-US" sz="1500" spc="-38" dirty="0">
              <a:solidFill>
                <a:schemeClr val="bg1"/>
              </a:solidFill>
              <a:latin typeface="Segoe UI" pitchFamily="34" charset="0"/>
              <a:ea typeface="Segoe UI" pitchFamily="34" charset="0"/>
              <a:cs typeface="Segoe UI" pitchFamily="34" charset="0"/>
            </a:endParaRPr>
          </a:p>
        </p:txBody>
      </p:sp>
      <p:sp>
        <p:nvSpPr>
          <p:cNvPr id="17" name="Rectangle 16"/>
          <p:cNvSpPr/>
          <p:nvPr/>
        </p:nvSpPr>
        <p:spPr bwMode="auto">
          <a:xfrm>
            <a:off x="6007100" y="3819120"/>
            <a:ext cx="2661894" cy="1870481"/>
          </a:xfrm>
          <a:prstGeom prst="rect">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45720" bIns="91440" numCol="1" spcCol="0" rtlCol="0" fromWordArt="0" anchor="t" anchorCtr="0" forceAA="0" compatLnSpc="1">
            <a:prstTxWarp prst="textNoShape">
              <a:avLst/>
            </a:prstTxWarp>
            <a:noAutofit/>
          </a:bodyPr>
          <a:lstStyle/>
          <a:p>
            <a:pPr lvl="0"/>
            <a:endParaRPr lang="en-US" sz="1500" dirty="0">
              <a:latin typeface="Segoe UI" pitchFamily="34" charset="0"/>
              <a:ea typeface="Segoe UI" pitchFamily="34" charset="0"/>
              <a:cs typeface="Segoe UI" pitchFamily="34" charset="0"/>
            </a:endParaRPr>
          </a:p>
        </p:txBody>
      </p:sp>
      <p:sp>
        <p:nvSpPr>
          <p:cNvPr id="21" name="Text Placeholder 3"/>
          <p:cNvSpPr>
            <a:spLocks noGrp="1"/>
          </p:cNvSpPr>
          <p:nvPr>
            <p:ph type="body" sz="quarter" idx="13" hasCustomPrompt="1"/>
          </p:nvPr>
        </p:nvSpPr>
        <p:spPr>
          <a:xfrm>
            <a:off x="449292" y="1825643"/>
            <a:ext cx="2894936" cy="1877483"/>
          </a:xfrm>
        </p:spPr>
        <p:txBody>
          <a:bodyPr>
            <a:normAutofit/>
          </a:bodyPr>
          <a:lstStyle>
            <a:lvl1pPr marL="0" indent="0">
              <a:buNone/>
              <a:defRPr lang="en-US" sz="1800" b="0" kern="1200" dirty="0" smtClean="0">
                <a:solidFill>
                  <a:srgbClr val="FFFFFF"/>
                </a:solidFill>
                <a:latin typeface="Segoe UI" pitchFamily="34" charset="0"/>
                <a:ea typeface="Segoe UI" pitchFamily="34" charset="0"/>
                <a:cs typeface="Segoe UI" pitchFamily="34" charset="0"/>
              </a:defRPr>
            </a:lvl1pPr>
          </a:lstStyle>
          <a:p>
            <a:pPr marL="0" lvl="0" algn="l" defTabSz="457200" rtl="0" eaLnBrk="1" latinLnBrk="0" hangingPunct="1"/>
            <a:r>
              <a:rPr lang="en-US" dirty="0"/>
              <a:t>Enter Text</a:t>
            </a:r>
          </a:p>
        </p:txBody>
      </p:sp>
      <p:sp>
        <p:nvSpPr>
          <p:cNvPr id="22" name="Picture Placeholder 8"/>
          <p:cNvSpPr>
            <a:spLocks noGrp="1"/>
          </p:cNvSpPr>
          <p:nvPr>
            <p:ph type="pic" sz="quarter" idx="17" hasCustomPrompt="1"/>
          </p:nvPr>
        </p:nvSpPr>
        <p:spPr>
          <a:xfrm>
            <a:off x="448938" y="3818467"/>
            <a:ext cx="1409700" cy="1871133"/>
          </a:xfrm>
        </p:spPr>
        <p:txBody>
          <a:bodyPr>
            <a:normAutofit/>
          </a:bodyPr>
          <a:lstStyle>
            <a:lvl1pPr marL="0" indent="0">
              <a:buNone/>
              <a:defRPr lang="en-US" sz="1800" b="0" kern="1200" dirty="0">
                <a:solidFill>
                  <a:srgbClr val="FFFFFF"/>
                </a:solidFill>
                <a:latin typeface="Segoe UI" pitchFamily="34" charset="0"/>
                <a:ea typeface="Segoe UI" pitchFamily="34" charset="0"/>
                <a:cs typeface="Segoe UI" pitchFamily="34" charset="0"/>
              </a:defRPr>
            </a:lvl1pPr>
          </a:lstStyle>
          <a:p>
            <a:pPr marL="0" lvl="0" algn="l" defTabSz="457200" rtl="0" eaLnBrk="1" latinLnBrk="0" hangingPunct="1"/>
            <a:r>
              <a:rPr lang="en-US" dirty="0"/>
              <a:t>Insert Icon</a:t>
            </a:r>
          </a:p>
        </p:txBody>
      </p:sp>
      <p:sp>
        <p:nvSpPr>
          <p:cNvPr id="23" name="Text Placeholder 3"/>
          <p:cNvSpPr>
            <a:spLocks noGrp="1"/>
          </p:cNvSpPr>
          <p:nvPr>
            <p:ph type="body" sz="quarter" idx="19" hasCustomPrompt="1"/>
          </p:nvPr>
        </p:nvSpPr>
        <p:spPr>
          <a:xfrm>
            <a:off x="6007100" y="1825643"/>
            <a:ext cx="2661894" cy="1877483"/>
          </a:xfrm>
        </p:spPr>
        <p:txBody>
          <a:bodyPr>
            <a:normAutofit/>
          </a:bodyPr>
          <a:lstStyle>
            <a:lvl1pPr marL="0" indent="0">
              <a:buNone/>
              <a:defRPr lang="en-US" sz="1800" b="0" kern="1200" dirty="0" smtClean="0">
                <a:solidFill>
                  <a:srgbClr val="FFFFFF"/>
                </a:solidFill>
                <a:latin typeface="Segoe UI" pitchFamily="34" charset="0"/>
                <a:ea typeface="Segoe UI" pitchFamily="34" charset="0"/>
                <a:cs typeface="Segoe UI" pitchFamily="34" charset="0"/>
              </a:defRPr>
            </a:lvl1pPr>
          </a:lstStyle>
          <a:p>
            <a:pPr marL="0" lvl="0" algn="l" defTabSz="457200" rtl="0" eaLnBrk="1" latinLnBrk="0" hangingPunct="1"/>
            <a:r>
              <a:rPr lang="en-US" dirty="0"/>
              <a:t>Enter Text</a:t>
            </a:r>
          </a:p>
        </p:txBody>
      </p:sp>
      <p:sp>
        <p:nvSpPr>
          <p:cNvPr id="24" name="Text Placeholder 3"/>
          <p:cNvSpPr>
            <a:spLocks noGrp="1"/>
          </p:cNvSpPr>
          <p:nvPr>
            <p:ph type="body" sz="quarter" idx="20" hasCustomPrompt="1"/>
          </p:nvPr>
        </p:nvSpPr>
        <p:spPr>
          <a:xfrm>
            <a:off x="6007100" y="3819119"/>
            <a:ext cx="2661894" cy="1877483"/>
          </a:xfrm>
        </p:spPr>
        <p:txBody>
          <a:bodyPr>
            <a:normAutofit/>
          </a:bodyPr>
          <a:lstStyle>
            <a:lvl1pPr marL="0" indent="0">
              <a:buNone/>
              <a:defRPr lang="en-US" sz="1800" b="0" kern="1200" dirty="0" smtClean="0">
                <a:solidFill>
                  <a:srgbClr val="FFFFFF"/>
                </a:solidFill>
                <a:latin typeface="Segoe UI" pitchFamily="34" charset="0"/>
                <a:ea typeface="Segoe UI" pitchFamily="34" charset="0"/>
                <a:cs typeface="Segoe UI" pitchFamily="34" charset="0"/>
              </a:defRPr>
            </a:lvl1pPr>
          </a:lstStyle>
          <a:p>
            <a:pPr marL="0" lvl="0" algn="l" defTabSz="457200" rtl="0" eaLnBrk="1" latinLnBrk="0" hangingPunct="1"/>
            <a:r>
              <a:rPr lang="en-US" dirty="0"/>
              <a:t>Enter Text</a:t>
            </a:r>
          </a:p>
        </p:txBody>
      </p:sp>
      <p:sp>
        <p:nvSpPr>
          <p:cNvPr id="25" name="Text Placeholder 3"/>
          <p:cNvSpPr>
            <a:spLocks noGrp="1"/>
          </p:cNvSpPr>
          <p:nvPr>
            <p:ph type="body" sz="quarter" idx="21" hasCustomPrompt="1"/>
          </p:nvPr>
        </p:nvSpPr>
        <p:spPr>
          <a:xfrm>
            <a:off x="1936036" y="3819119"/>
            <a:ext cx="1408193" cy="1877483"/>
          </a:xfrm>
        </p:spPr>
        <p:txBody>
          <a:bodyPr>
            <a:normAutofit/>
          </a:bodyPr>
          <a:lstStyle>
            <a:lvl1pPr marL="0" indent="0">
              <a:buNone/>
              <a:defRPr lang="en-US" sz="1800" b="0" kern="1200" dirty="0" smtClean="0">
                <a:solidFill>
                  <a:srgbClr val="FFFFFF"/>
                </a:solidFill>
                <a:latin typeface="Segoe UI" pitchFamily="34" charset="0"/>
                <a:ea typeface="Segoe UI" pitchFamily="34" charset="0"/>
                <a:cs typeface="Segoe UI" pitchFamily="34" charset="0"/>
              </a:defRPr>
            </a:lvl1pPr>
          </a:lstStyle>
          <a:p>
            <a:pPr marL="0" lvl="0" algn="l" defTabSz="457200" rtl="0" eaLnBrk="1" latinLnBrk="0" hangingPunct="1"/>
            <a:r>
              <a:rPr lang="en-US" dirty="0"/>
              <a:t>Enter Text</a:t>
            </a:r>
          </a:p>
        </p:txBody>
      </p:sp>
      <p:sp>
        <p:nvSpPr>
          <p:cNvPr id="19" name="Title 1"/>
          <p:cNvSpPr>
            <a:spLocks noGrp="1"/>
          </p:cNvSpPr>
          <p:nvPr>
            <p:ph type="title" hasCustomPrompt="1"/>
          </p:nvPr>
        </p:nvSpPr>
        <p:spPr>
          <a:xfrm>
            <a:off x="451880" y="1"/>
            <a:ext cx="8692121" cy="803472"/>
          </a:xfrm>
        </p:spPr>
        <p:txBody>
          <a:bodyPr lIns="182880" tIns="0" rIns="182880" anchor="ctr" anchorCtr="0">
            <a:noAutofit/>
          </a:bodyPr>
          <a:lstStyle>
            <a:lvl1pPr algn="l">
              <a:defRPr sz="2800" b="0" cap="none">
                <a:solidFill>
                  <a:schemeClr val="bg1"/>
                </a:solidFill>
                <a:latin typeface="Segoe Light"/>
                <a:cs typeface="Segoe Light"/>
              </a:defRPr>
            </a:lvl1pPr>
          </a:lstStyle>
          <a:p>
            <a:r>
              <a:rPr lang="en-US" dirty="0"/>
              <a:t>title of text slide</a:t>
            </a:r>
          </a:p>
        </p:txBody>
      </p:sp>
    </p:spTree>
    <p:extLst>
      <p:ext uri="{BB962C8B-B14F-4D97-AF65-F5344CB8AC3E}">
        <p14:creationId xmlns:p14="http://schemas.microsoft.com/office/powerpoint/2010/main" val="588544152"/>
      </p:ext>
    </p:extLst>
  </p:cSld>
  <p:clrMapOvr>
    <a:masterClrMapping/>
  </p:clrMapOvr>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Metro template 12">
    <p:spTree>
      <p:nvGrpSpPr>
        <p:cNvPr id="1" name=""/>
        <p:cNvGrpSpPr/>
        <p:nvPr/>
      </p:nvGrpSpPr>
      <p:grpSpPr>
        <a:xfrm>
          <a:off x="0" y="0"/>
          <a:ext cx="0" cy="0"/>
          <a:chOff x="0" y="0"/>
          <a:chExt cx="0" cy="0"/>
        </a:xfrm>
      </p:grpSpPr>
      <p:sp>
        <p:nvSpPr>
          <p:cNvPr id="20" name="Picture Placeholder 10"/>
          <p:cNvSpPr>
            <a:spLocks noGrp="1"/>
          </p:cNvSpPr>
          <p:nvPr>
            <p:ph type="pic" sz="quarter" idx="18" hasCustomPrompt="1"/>
          </p:nvPr>
        </p:nvSpPr>
        <p:spPr>
          <a:xfrm>
            <a:off x="3449882" y="1830466"/>
            <a:ext cx="2447925" cy="3852333"/>
          </a:xfrm>
        </p:spPr>
        <p:txBody>
          <a:bodyPr>
            <a:normAutofit/>
          </a:bodyPr>
          <a:lstStyle>
            <a:lvl1pPr marL="0" indent="0">
              <a:buNone/>
              <a:defRPr lang="en-US" sz="1800" b="0" kern="1200" baseline="0" dirty="0">
                <a:solidFill>
                  <a:schemeClr val="tx1"/>
                </a:solidFill>
                <a:latin typeface="Segoe UI" pitchFamily="34" charset="0"/>
                <a:ea typeface="Segoe UI" pitchFamily="34" charset="0"/>
                <a:cs typeface="Segoe UI" pitchFamily="34" charset="0"/>
              </a:defRPr>
            </a:lvl1pPr>
          </a:lstStyle>
          <a:p>
            <a:pPr marL="0" lvl="0" algn="l" defTabSz="457200" rtl="0" eaLnBrk="1" latinLnBrk="0" hangingPunct="1"/>
            <a:r>
              <a:rPr lang="en-US" dirty="0"/>
              <a:t>Insert Photo</a:t>
            </a:r>
          </a:p>
        </p:txBody>
      </p:sp>
      <p:sp>
        <p:nvSpPr>
          <p:cNvPr id="7" name="Date Placeholder 6"/>
          <p:cNvSpPr>
            <a:spLocks noGrp="1"/>
          </p:cNvSpPr>
          <p:nvPr>
            <p:ph type="dt" sz="half" idx="10"/>
          </p:nvPr>
        </p:nvSpPr>
        <p:spPr/>
        <p:txBody>
          <a:bodyPr/>
          <a:lstStyle/>
          <a:p>
            <a:fld id="{01FD68A1-22D9-495E-B335-5A968A3C771A}" type="datetime1">
              <a:rPr lang="en-US" smtClean="0"/>
              <a:t>9/14/23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9A3E85D-0FC7-164D-9B9E-D8CDD8FC5B09}" type="slidenum">
              <a:rPr lang="en-US" smtClean="0"/>
              <a:pPr/>
              <a:t>‹#›</a:t>
            </a:fld>
            <a:endParaRPr lang="en-US"/>
          </a:p>
        </p:txBody>
      </p:sp>
      <p:sp>
        <p:nvSpPr>
          <p:cNvPr id="13" name="Rectangle 12"/>
          <p:cNvSpPr/>
          <p:nvPr/>
        </p:nvSpPr>
        <p:spPr bwMode="auto">
          <a:xfrm>
            <a:off x="6007100" y="1828800"/>
            <a:ext cx="2661894" cy="1874325"/>
          </a:xfrm>
          <a:prstGeom prst="rect">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45720" bIns="91440" numCol="1" spcCol="0" rtlCol="0" fromWordArt="0" anchor="t" anchorCtr="0" forceAA="0" compatLnSpc="1">
            <a:prstTxWarp prst="textNoShape">
              <a:avLst/>
            </a:prstTxWarp>
            <a:noAutofit/>
          </a:bodyPr>
          <a:lstStyle/>
          <a:p>
            <a:pPr lvl="0"/>
            <a:endParaRPr lang="en-US" sz="1500" dirty="0">
              <a:latin typeface="Segoe UI" pitchFamily="34" charset="0"/>
              <a:ea typeface="Segoe UI" pitchFamily="34" charset="0"/>
              <a:cs typeface="Segoe UI" pitchFamily="34" charset="0"/>
            </a:endParaRPr>
          </a:p>
        </p:txBody>
      </p:sp>
      <p:sp>
        <p:nvSpPr>
          <p:cNvPr id="14" name="Rectangle 13"/>
          <p:cNvSpPr/>
          <p:nvPr/>
        </p:nvSpPr>
        <p:spPr bwMode="auto">
          <a:xfrm>
            <a:off x="449292" y="1828800"/>
            <a:ext cx="2894936" cy="1874325"/>
          </a:xfrm>
          <a:prstGeom prst="rect">
            <a:avLst/>
          </a:prstGeom>
          <a:solidFill>
            <a:srgbClr val="0072C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45720" bIns="91440" numCol="1" spcCol="0" rtlCol="0" fromWordArt="0" anchor="t" anchorCtr="0" forceAA="0" compatLnSpc="1">
            <a:prstTxWarp prst="textNoShape">
              <a:avLst/>
            </a:prstTxWarp>
            <a:noAutofit/>
          </a:bodyPr>
          <a:lstStyle/>
          <a:p>
            <a:pPr lvl="0"/>
            <a:endParaRPr lang="en-US" sz="1500" dirty="0">
              <a:solidFill>
                <a:srgbClr val="FFFFFF"/>
              </a:solidFill>
              <a:latin typeface="Segoe UI" pitchFamily="34" charset="0"/>
              <a:ea typeface="Segoe UI" pitchFamily="34" charset="0"/>
              <a:cs typeface="Segoe UI" pitchFamily="34" charset="0"/>
            </a:endParaRPr>
          </a:p>
        </p:txBody>
      </p:sp>
      <p:sp>
        <p:nvSpPr>
          <p:cNvPr id="15" name="Rectangle 14"/>
          <p:cNvSpPr/>
          <p:nvPr/>
        </p:nvSpPr>
        <p:spPr bwMode="auto">
          <a:xfrm>
            <a:off x="449292" y="3819119"/>
            <a:ext cx="1409346" cy="1870483"/>
          </a:xfrm>
          <a:prstGeom prst="rect">
            <a:avLst/>
          </a:prstGeom>
          <a:solidFill>
            <a:srgbClr val="6DC2E9"/>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45720" bIns="91440" numCol="1" spcCol="0" rtlCol="0" fromWordArt="0" anchor="ctr" anchorCtr="0" forceAA="0" compatLnSpc="1">
            <a:prstTxWarp prst="textNoShape">
              <a:avLst/>
            </a:prstTxWarp>
            <a:noAutofit/>
          </a:bodyPr>
          <a:lstStyle/>
          <a:p>
            <a:pPr defTabSz="685666" fontAlgn="base">
              <a:spcBef>
                <a:spcPct val="0"/>
              </a:spcBef>
              <a:spcAft>
                <a:spcPct val="0"/>
              </a:spcAft>
            </a:pPr>
            <a:endParaRPr lang="en-US" sz="1600" spc="-38" dirty="0">
              <a:solidFill>
                <a:srgbClr val="FFFFFF"/>
              </a:solidFill>
              <a:latin typeface="Segoe UI" pitchFamily="34" charset="0"/>
              <a:ea typeface="Segoe UI" pitchFamily="34" charset="0"/>
              <a:cs typeface="Segoe UI" pitchFamily="34" charset="0"/>
            </a:endParaRPr>
          </a:p>
        </p:txBody>
      </p:sp>
      <p:sp>
        <p:nvSpPr>
          <p:cNvPr id="16" name="Rectangle 15"/>
          <p:cNvSpPr/>
          <p:nvPr/>
        </p:nvSpPr>
        <p:spPr bwMode="auto">
          <a:xfrm>
            <a:off x="1936035" y="3819120"/>
            <a:ext cx="1409346" cy="1870481"/>
          </a:xfrm>
          <a:prstGeom prst="rect">
            <a:avLst/>
          </a:prstGeom>
          <a:solidFill>
            <a:srgbClr val="0072C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45720" bIns="91440" numCol="1" spcCol="0" rtlCol="0" fromWordArt="0" anchor="t" anchorCtr="0" forceAA="0" compatLnSpc="1">
            <a:prstTxWarp prst="textNoShape">
              <a:avLst/>
            </a:prstTxWarp>
            <a:noAutofit/>
          </a:bodyPr>
          <a:lstStyle/>
          <a:p>
            <a:pPr defTabSz="685666" fontAlgn="base">
              <a:spcBef>
                <a:spcPct val="0"/>
              </a:spcBef>
              <a:spcAft>
                <a:spcPct val="0"/>
              </a:spcAft>
            </a:pPr>
            <a:endParaRPr lang="en-US" sz="1500" spc="-38" dirty="0">
              <a:solidFill>
                <a:schemeClr val="bg1"/>
              </a:solidFill>
              <a:latin typeface="Segoe UI" pitchFamily="34" charset="0"/>
              <a:ea typeface="Segoe UI" pitchFamily="34" charset="0"/>
              <a:cs typeface="Segoe UI" pitchFamily="34" charset="0"/>
            </a:endParaRPr>
          </a:p>
        </p:txBody>
      </p:sp>
      <p:sp>
        <p:nvSpPr>
          <p:cNvPr id="17" name="Rectangle 16"/>
          <p:cNvSpPr/>
          <p:nvPr/>
        </p:nvSpPr>
        <p:spPr bwMode="auto">
          <a:xfrm>
            <a:off x="6007100" y="3819120"/>
            <a:ext cx="2661894" cy="1870481"/>
          </a:xfrm>
          <a:prstGeom prst="rect">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45720" bIns="91440" numCol="1" spcCol="0" rtlCol="0" fromWordArt="0" anchor="t" anchorCtr="0" forceAA="0" compatLnSpc="1">
            <a:prstTxWarp prst="textNoShape">
              <a:avLst/>
            </a:prstTxWarp>
            <a:noAutofit/>
          </a:bodyPr>
          <a:lstStyle/>
          <a:p>
            <a:pPr lvl="0"/>
            <a:endParaRPr lang="en-US" sz="1500" dirty="0">
              <a:latin typeface="Segoe UI" pitchFamily="34" charset="0"/>
              <a:ea typeface="Segoe UI" pitchFamily="34" charset="0"/>
              <a:cs typeface="Segoe UI" pitchFamily="34" charset="0"/>
            </a:endParaRPr>
          </a:p>
        </p:txBody>
      </p:sp>
      <p:sp>
        <p:nvSpPr>
          <p:cNvPr id="21" name="Text Placeholder 3"/>
          <p:cNvSpPr>
            <a:spLocks noGrp="1"/>
          </p:cNvSpPr>
          <p:nvPr>
            <p:ph type="body" sz="quarter" idx="13" hasCustomPrompt="1"/>
          </p:nvPr>
        </p:nvSpPr>
        <p:spPr>
          <a:xfrm>
            <a:off x="449292" y="1825643"/>
            <a:ext cx="2894936" cy="1877483"/>
          </a:xfrm>
        </p:spPr>
        <p:txBody>
          <a:bodyPr>
            <a:normAutofit/>
          </a:bodyPr>
          <a:lstStyle>
            <a:lvl1pPr marL="0" indent="0">
              <a:buNone/>
              <a:defRPr lang="en-US" sz="1800" b="0" kern="1200" dirty="0" smtClean="0">
                <a:solidFill>
                  <a:srgbClr val="FFFFFF"/>
                </a:solidFill>
                <a:latin typeface="Segoe UI" pitchFamily="34" charset="0"/>
                <a:ea typeface="Segoe UI" pitchFamily="34" charset="0"/>
                <a:cs typeface="Segoe UI" pitchFamily="34" charset="0"/>
              </a:defRPr>
            </a:lvl1pPr>
          </a:lstStyle>
          <a:p>
            <a:pPr marL="0" lvl="0" algn="l" defTabSz="457200" rtl="0" eaLnBrk="1" latinLnBrk="0" hangingPunct="1"/>
            <a:r>
              <a:rPr lang="en-US" dirty="0"/>
              <a:t>Enter Text</a:t>
            </a:r>
          </a:p>
        </p:txBody>
      </p:sp>
      <p:sp>
        <p:nvSpPr>
          <p:cNvPr id="22" name="Picture Placeholder 8"/>
          <p:cNvSpPr>
            <a:spLocks noGrp="1"/>
          </p:cNvSpPr>
          <p:nvPr>
            <p:ph type="pic" sz="quarter" idx="17" hasCustomPrompt="1"/>
          </p:nvPr>
        </p:nvSpPr>
        <p:spPr>
          <a:xfrm>
            <a:off x="448938" y="3818467"/>
            <a:ext cx="1409700" cy="1871133"/>
          </a:xfrm>
        </p:spPr>
        <p:txBody>
          <a:bodyPr>
            <a:normAutofit/>
          </a:bodyPr>
          <a:lstStyle>
            <a:lvl1pPr marL="0" indent="0">
              <a:buNone/>
              <a:defRPr lang="en-US" sz="1800" b="0" kern="1200" dirty="0">
                <a:solidFill>
                  <a:srgbClr val="FFFFFF"/>
                </a:solidFill>
                <a:latin typeface="Segoe UI" pitchFamily="34" charset="0"/>
                <a:ea typeface="Segoe UI" pitchFamily="34" charset="0"/>
                <a:cs typeface="Segoe UI" pitchFamily="34" charset="0"/>
              </a:defRPr>
            </a:lvl1pPr>
          </a:lstStyle>
          <a:p>
            <a:pPr marL="0" lvl="0" algn="l" defTabSz="457200" rtl="0" eaLnBrk="1" latinLnBrk="0" hangingPunct="1"/>
            <a:r>
              <a:rPr lang="en-US" dirty="0"/>
              <a:t>Insert Icon</a:t>
            </a:r>
          </a:p>
        </p:txBody>
      </p:sp>
      <p:sp>
        <p:nvSpPr>
          <p:cNvPr id="23" name="Text Placeholder 3"/>
          <p:cNvSpPr>
            <a:spLocks noGrp="1"/>
          </p:cNvSpPr>
          <p:nvPr>
            <p:ph type="body" sz="quarter" idx="19" hasCustomPrompt="1"/>
          </p:nvPr>
        </p:nvSpPr>
        <p:spPr>
          <a:xfrm>
            <a:off x="6007100" y="1825643"/>
            <a:ext cx="2661894" cy="1877483"/>
          </a:xfrm>
        </p:spPr>
        <p:txBody>
          <a:bodyPr>
            <a:normAutofit/>
          </a:bodyPr>
          <a:lstStyle>
            <a:lvl1pPr marL="0" indent="0">
              <a:buNone/>
              <a:defRPr lang="en-US" sz="1800" b="0" kern="1200" dirty="0" smtClean="0">
                <a:solidFill>
                  <a:srgbClr val="FFFFFF"/>
                </a:solidFill>
                <a:latin typeface="Segoe UI" pitchFamily="34" charset="0"/>
                <a:ea typeface="Segoe UI" pitchFamily="34" charset="0"/>
                <a:cs typeface="Segoe UI" pitchFamily="34" charset="0"/>
              </a:defRPr>
            </a:lvl1pPr>
          </a:lstStyle>
          <a:p>
            <a:pPr marL="0" lvl="0" algn="l" defTabSz="457200" rtl="0" eaLnBrk="1" latinLnBrk="0" hangingPunct="1"/>
            <a:r>
              <a:rPr lang="en-US" dirty="0"/>
              <a:t>Enter Text</a:t>
            </a:r>
          </a:p>
        </p:txBody>
      </p:sp>
      <p:sp>
        <p:nvSpPr>
          <p:cNvPr id="24" name="Text Placeholder 3"/>
          <p:cNvSpPr>
            <a:spLocks noGrp="1"/>
          </p:cNvSpPr>
          <p:nvPr>
            <p:ph type="body" sz="quarter" idx="20" hasCustomPrompt="1"/>
          </p:nvPr>
        </p:nvSpPr>
        <p:spPr>
          <a:xfrm>
            <a:off x="6007100" y="3819119"/>
            <a:ext cx="2661894" cy="1877483"/>
          </a:xfrm>
        </p:spPr>
        <p:txBody>
          <a:bodyPr>
            <a:normAutofit/>
          </a:bodyPr>
          <a:lstStyle>
            <a:lvl1pPr marL="0" indent="0">
              <a:buNone/>
              <a:defRPr lang="en-US" sz="1800" b="0" kern="1200" dirty="0" smtClean="0">
                <a:solidFill>
                  <a:srgbClr val="FFFFFF"/>
                </a:solidFill>
                <a:latin typeface="Segoe UI" pitchFamily="34" charset="0"/>
                <a:ea typeface="Segoe UI" pitchFamily="34" charset="0"/>
                <a:cs typeface="Segoe UI" pitchFamily="34" charset="0"/>
              </a:defRPr>
            </a:lvl1pPr>
          </a:lstStyle>
          <a:p>
            <a:pPr marL="0" lvl="0" algn="l" defTabSz="457200" rtl="0" eaLnBrk="1" latinLnBrk="0" hangingPunct="1"/>
            <a:r>
              <a:rPr lang="en-US" dirty="0"/>
              <a:t>Enter Text</a:t>
            </a:r>
          </a:p>
        </p:txBody>
      </p:sp>
      <p:sp>
        <p:nvSpPr>
          <p:cNvPr id="25" name="Text Placeholder 3"/>
          <p:cNvSpPr>
            <a:spLocks noGrp="1"/>
          </p:cNvSpPr>
          <p:nvPr>
            <p:ph type="body" sz="quarter" idx="21" hasCustomPrompt="1"/>
          </p:nvPr>
        </p:nvSpPr>
        <p:spPr>
          <a:xfrm>
            <a:off x="1936036" y="3819119"/>
            <a:ext cx="1408193" cy="1877483"/>
          </a:xfrm>
        </p:spPr>
        <p:txBody>
          <a:bodyPr>
            <a:normAutofit/>
          </a:bodyPr>
          <a:lstStyle>
            <a:lvl1pPr marL="0" indent="0">
              <a:buNone/>
              <a:defRPr lang="en-US" sz="1800" b="0" kern="1200" dirty="0" smtClean="0">
                <a:solidFill>
                  <a:srgbClr val="FFFFFF"/>
                </a:solidFill>
                <a:latin typeface="Segoe UI" pitchFamily="34" charset="0"/>
                <a:ea typeface="Segoe UI" pitchFamily="34" charset="0"/>
                <a:cs typeface="Segoe UI" pitchFamily="34" charset="0"/>
              </a:defRPr>
            </a:lvl1pPr>
          </a:lstStyle>
          <a:p>
            <a:pPr marL="0" lvl="0" algn="l" defTabSz="457200" rtl="0" eaLnBrk="1" latinLnBrk="0" hangingPunct="1"/>
            <a:r>
              <a:rPr lang="en-US" dirty="0"/>
              <a:t>Enter Text</a:t>
            </a:r>
          </a:p>
        </p:txBody>
      </p:sp>
      <p:sp>
        <p:nvSpPr>
          <p:cNvPr id="18" name="Title 1"/>
          <p:cNvSpPr>
            <a:spLocks noGrp="1"/>
          </p:cNvSpPr>
          <p:nvPr>
            <p:ph type="title" hasCustomPrompt="1"/>
          </p:nvPr>
        </p:nvSpPr>
        <p:spPr>
          <a:xfrm>
            <a:off x="457200" y="2"/>
            <a:ext cx="8686800" cy="864781"/>
          </a:xfrm>
        </p:spPr>
        <p:txBody>
          <a:bodyPr lIns="182880" tIns="0" rIns="182880" anchor="b" anchorCtr="0">
            <a:noAutofit/>
          </a:bodyPr>
          <a:lstStyle>
            <a:lvl1pPr algn="l">
              <a:defRPr sz="2800" b="0" cap="none">
                <a:solidFill>
                  <a:srgbClr val="0072C6"/>
                </a:solidFill>
                <a:latin typeface="Segoe Light"/>
                <a:cs typeface="Segoe Light"/>
              </a:defRPr>
            </a:lvl1pPr>
          </a:lstStyle>
          <a:p>
            <a:r>
              <a:rPr lang="en-US" dirty="0"/>
              <a:t>title of text slide</a:t>
            </a:r>
          </a:p>
        </p:txBody>
      </p:sp>
    </p:spTree>
    <p:extLst>
      <p:ext uri="{BB962C8B-B14F-4D97-AF65-F5344CB8AC3E}">
        <p14:creationId xmlns:p14="http://schemas.microsoft.com/office/powerpoint/2010/main" val="1864999424"/>
      </p:ext>
    </p:extLst>
  </p:cSld>
  <p:clrMapOvr>
    <a:masterClrMapping/>
  </p:clrMapOvr>
  <p:hf sldNum="0"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81000" y="1066801"/>
            <a:ext cx="8382000" cy="2210863"/>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62446560"/>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Use for slides with Software Co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0"/>
          </p:nvPr>
        </p:nvSpPr>
        <p:spPr>
          <a:xfrm>
            <a:off x="722313" y="1905000"/>
            <a:ext cx="8040688" cy="2209800"/>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87642675"/>
      </p:ext>
    </p:extLst>
  </p:cSld>
  <p:clrMapOvr>
    <a:masterClrMapping/>
  </p:clrMapOvr>
  <p:transition>
    <p:fade/>
  </p:transition>
  <p:hf sldNum="0"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81000" y="1411554"/>
            <a:ext cx="4114800" cy="2129815"/>
          </a:xfrm>
        </p:spPr>
        <p:txBody>
          <a:bodyPr/>
          <a:lstStyle>
            <a:lvl1pPr marL="254982" indent="-254982">
              <a:lnSpc>
                <a:spcPct val="90000"/>
              </a:lnSpc>
              <a:defRPr sz="2100"/>
            </a:lvl1pPr>
            <a:lvl2pPr marL="505004" indent="-244068">
              <a:lnSpc>
                <a:spcPct val="90000"/>
              </a:lnSpc>
              <a:defRPr sz="1800"/>
            </a:lvl2pPr>
            <a:lvl3pPr marL="715339" indent="-216288">
              <a:lnSpc>
                <a:spcPct val="90000"/>
              </a:lnSpc>
              <a:defRPr sz="1500"/>
            </a:lvl3pPr>
            <a:lvl4pPr marL="920714" indent="-205375">
              <a:lnSpc>
                <a:spcPct val="90000"/>
              </a:lnSpc>
              <a:defRPr sz="1350"/>
            </a:lvl4pPr>
            <a:lvl5pPr marL="1137002" indent="-210335">
              <a:lnSpc>
                <a:spcPct val="90000"/>
              </a:lnSpc>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411554"/>
            <a:ext cx="4114800" cy="2129815"/>
          </a:xfrm>
        </p:spPr>
        <p:txBody>
          <a:bodyPr/>
          <a:lstStyle>
            <a:lvl1pPr marL="260936" indent="-260936">
              <a:lnSpc>
                <a:spcPct val="90000"/>
              </a:lnSpc>
              <a:defRPr sz="2100"/>
            </a:lvl1pPr>
            <a:lvl2pPr marL="505004" indent="-254982">
              <a:lnSpc>
                <a:spcPct val="90000"/>
              </a:lnSpc>
              <a:defRPr sz="1800"/>
            </a:lvl2pPr>
            <a:lvl3pPr marL="721292" indent="-227202">
              <a:lnSpc>
                <a:spcPct val="90000"/>
              </a:lnSpc>
              <a:defRPr sz="1500"/>
            </a:lvl3pPr>
            <a:lvl4pPr marL="920714" indent="-199422">
              <a:lnSpc>
                <a:spcPct val="90000"/>
              </a:lnSpc>
              <a:defRPr sz="1350"/>
            </a:lvl4pPr>
            <a:lvl5pPr marL="1137002" indent="-205375">
              <a:lnSpc>
                <a:spcPct val="90000"/>
              </a:lnSpc>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35503402"/>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itle">
  <p:cSld name="Title Slid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30250" y="1905000"/>
            <a:ext cx="7681913" cy="1523495"/>
          </a:xfrm>
        </p:spPr>
        <p:txBody>
          <a:bodyPr>
            <a:noAutofit/>
          </a:bodyPr>
          <a:lstStyle>
            <a:lvl1pPr>
              <a:lnSpc>
                <a:spcPct val="90000"/>
              </a:lnSpc>
              <a:defRPr sz="5400">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730249" y="4344988"/>
            <a:ext cx="7681913" cy="461665"/>
          </a:xfrm>
        </p:spPr>
        <p:txBody>
          <a:bodyPr>
            <a:noAutofit/>
          </a:bodyPr>
          <a:lstStyle>
            <a:lvl1pPr marL="0" indent="0" algn="l">
              <a:lnSpc>
                <a:spcPct val="90000"/>
              </a:lnSpc>
              <a:spcBef>
                <a:spcPts val="0"/>
              </a:spcBef>
              <a:buNone/>
              <a:defRPr>
                <a:solidFill>
                  <a:schemeClr val="tx1">
                    <a:tint val="75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2402843461"/>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92039419"/>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534400" cy="701675"/>
          </a:xfrm>
        </p:spPr>
        <p:txBody>
          <a:bodyPr/>
          <a:lstStyle/>
          <a:p>
            <a:r>
              <a:rPr lang="en-US"/>
              <a:t>Click to edit Master title style</a:t>
            </a:r>
          </a:p>
        </p:txBody>
      </p:sp>
      <p:sp>
        <p:nvSpPr>
          <p:cNvPr id="3" name="Table Placeholder 2"/>
          <p:cNvSpPr>
            <a:spLocks noGrp="1"/>
          </p:cNvSpPr>
          <p:nvPr>
            <p:ph type="tbl" idx="1"/>
          </p:nvPr>
        </p:nvSpPr>
        <p:spPr>
          <a:xfrm>
            <a:off x="304800" y="1143000"/>
            <a:ext cx="8534400" cy="5029200"/>
          </a:xfrm>
        </p:spPr>
        <p:txBody>
          <a:bodyPr/>
          <a:lstStyle/>
          <a:p>
            <a:pPr lvl="0"/>
            <a:r>
              <a:rPr lang="en-US" noProof="0"/>
              <a:t>Click icon to add table</a:t>
            </a:r>
          </a:p>
        </p:txBody>
      </p:sp>
      <p:sp>
        <p:nvSpPr>
          <p:cNvPr id="4" name="Date Placeholder 3"/>
          <p:cNvSpPr>
            <a:spLocks noGrp="1"/>
          </p:cNvSpPr>
          <p:nvPr>
            <p:ph type="dt" sz="half" idx="10"/>
          </p:nvPr>
        </p:nvSpPr>
        <p:spPr>
          <a:xfrm>
            <a:off x="152400" y="6286500"/>
            <a:ext cx="1905000" cy="457200"/>
          </a:xfrm>
          <a:prstGeom prst="rect">
            <a:avLst/>
          </a:prstGeom>
        </p:spPr>
        <p:txBody>
          <a:bodyPr/>
          <a:lstStyle>
            <a:lvl1pPr>
              <a:defRPr sz="1600"/>
            </a:lvl1pPr>
          </a:lstStyle>
          <a:p>
            <a:pPr>
              <a:defRPr/>
            </a:pPr>
            <a:endParaRPr lang="en-US"/>
          </a:p>
        </p:txBody>
      </p:sp>
      <p:sp>
        <p:nvSpPr>
          <p:cNvPr id="5" name="Footer Placeholder 4"/>
          <p:cNvSpPr>
            <a:spLocks noGrp="1"/>
          </p:cNvSpPr>
          <p:nvPr>
            <p:ph type="ftr" sz="quarter" idx="11"/>
          </p:nvPr>
        </p:nvSpPr>
        <p:spPr>
          <a:xfrm>
            <a:off x="2209800" y="6286500"/>
            <a:ext cx="4953000" cy="457200"/>
          </a:xfrm>
          <a:prstGeom prst="rect">
            <a:avLst/>
          </a:prstGeom>
        </p:spPr>
        <p:txBody>
          <a:bodyPr/>
          <a:lstStyle>
            <a:lvl1pPr>
              <a:defRPr sz="1600"/>
            </a:lvl1pPr>
          </a:lstStyle>
          <a:p>
            <a:pPr>
              <a:defRPr/>
            </a:pPr>
            <a:r>
              <a:rPr lang="en-US"/>
              <a:t>comp4870 - Intranet Planning and Dev.</a:t>
            </a:r>
          </a:p>
        </p:txBody>
      </p:sp>
      <p:sp>
        <p:nvSpPr>
          <p:cNvPr id="6" name="Slide Number Placeholder 5"/>
          <p:cNvSpPr>
            <a:spLocks noGrp="1"/>
          </p:cNvSpPr>
          <p:nvPr>
            <p:ph type="sldNum" sz="quarter" idx="12"/>
          </p:nvPr>
        </p:nvSpPr>
        <p:spPr>
          <a:xfrm>
            <a:off x="7239001" y="6286500"/>
            <a:ext cx="1685924" cy="457200"/>
          </a:xfrm>
          <a:prstGeom prst="rect">
            <a:avLst/>
          </a:prstGeom>
        </p:spPr>
        <p:txBody>
          <a:bodyPr/>
          <a:lstStyle>
            <a:lvl1pPr>
              <a:defRPr sz="1600" dirty="0" smtClean="0"/>
            </a:lvl1pPr>
          </a:lstStyle>
          <a:p>
            <a:pPr>
              <a:defRPr/>
            </a:pPr>
            <a:r>
              <a:rPr lang="en-US"/>
              <a:t>01d - </a:t>
            </a:r>
            <a:fld id="{04A82B7A-E402-484D-99B9-22764C3DB725}" type="slidenum">
              <a:rPr lang="en-US" smtClean="0"/>
              <a:pPr>
                <a:defRPr/>
              </a:pPr>
              <a:t>‹#›</a:t>
            </a:fld>
            <a:endParaRPr lang="en-US"/>
          </a:p>
        </p:txBody>
      </p:sp>
    </p:spTree>
    <p:extLst>
      <p:ext uri="{BB962C8B-B14F-4D97-AF65-F5344CB8AC3E}">
        <p14:creationId xmlns:p14="http://schemas.microsoft.com/office/powerpoint/2010/main" val="968033216"/>
      </p:ext>
    </p:extLst>
  </p:cSld>
  <p:clrMapOvr>
    <a:masterClrMapping/>
  </p:clrMapOvr>
  <p:transition>
    <p:wipe/>
  </p:transition>
  <p:hf sldNum="0"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 y="120650"/>
            <a:ext cx="8763000" cy="641350"/>
          </a:xfrm>
        </p:spPr>
        <p:txBody>
          <a:bodyPr/>
          <a:lstStyle/>
          <a:p>
            <a:r>
              <a:rPr lang="en-US"/>
              <a:t>Click to edit Master title style</a:t>
            </a:r>
          </a:p>
        </p:txBody>
      </p:sp>
      <p:sp>
        <p:nvSpPr>
          <p:cNvPr id="3" name="Text Placeholder 2"/>
          <p:cNvSpPr>
            <a:spLocks noGrp="1"/>
          </p:cNvSpPr>
          <p:nvPr>
            <p:ph type="body" sz="half" idx="1"/>
          </p:nvPr>
        </p:nvSpPr>
        <p:spPr>
          <a:xfrm>
            <a:off x="304800" y="990600"/>
            <a:ext cx="42291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86300" y="990600"/>
            <a:ext cx="42291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9"/>
          <p:cNvSpPr>
            <a:spLocks noGrp="1" noChangeArrowheads="1"/>
          </p:cNvSpPr>
          <p:nvPr>
            <p:ph type="dt" sz="half" idx="10"/>
          </p:nvPr>
        </p:nvSpPr>
        <p:spPr>
          <a:xfrm>
            <a:off x="4191000" y="6245225"/>
            <a:ext cx="2133600" cy="476250"/>
          </a:xfrm>
          <a:prstGeom prst="rect">
            <a:avLst/>
          </a:prstGeom>
          <a:ln/>
        </p:spPr>
        <p:txBody>
          <a:bodyPr/>
          <a:lstStyle>
            <a:lvl1pPr>
              <a:defRPr/>
            </a:lvl1pPr>
          </a:lstStyle>
          <a:p>
            <a:pPr>
              <a:defRPr/>
            </a:pPr>
            <a:endParaRPr lang="en-US"/>
          </a:p>
        </p:txBody>
      </p:sp>
      <p:sp>
        <p:nvSpPr>
          <p:cNvPr id="6" name="Rectangle 70"/>
          <p:cNvSpPr>
            <a:spLocks noGrp="1" noChangeArrowheads="1"/>
          </p:cNvSpPr>
          <p:nvPr>
            <p:ph type="ftr" sz="quarter" idx="11"/>
          </p:nvPr>
        </p:nvSpPr>
        <p:spPr>
          <a:xfrm>
            <a:off x="152400" y="6245225"/>
            <a:ext cx="3810000" cy="476250"/>
          </a:xfrm>
          <a:prstGeom prst="rect">
            <a:avLst/>
          </a:prstGeom>
          <a:ln/>
        </p:spPr>
        <p:txBody>
          <a:bodyPr/>
          <a:lstStyle>
            <a:lvl1pPr>
              <a:defRPr/>
            </a:lvl1pPr>
          </a:lstStyle>
          <a:p>
            <a:pPr>
              <a:defRPr/>
            </a:pPr>
            <a:r>
              <a:rPr lang="en-US"/>
              <a:t>COMP3870 - Advanced ASP.NET with C#</a:t>
            </a:r>
          </a:p>
        </p:txBody>
      </p:sp>
      <p:sp>
        <p:nvSpPr>
          <p:cNvPr id="7" name="Rectangle 71"/>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pPr>
              <a:defRPr/>
            </a:pPr>
            <a:endParaRPr lang="en-US" dirty="0"/>
          </a:p>
          <a:p>
            <a:pPr>
              <a:defRPr/>
            </a:pPr>
            <a:r>
              <a:rPr lang="en-US" dirty="0"/>
              <a:t>03 - </a:t>
            </a:r>
            <a:fld id="{3DB3A112-0EF2-4E33-96C0-265FD2D9950A}" type="slidenum">
              <a:rPr lang="en-US"/>
              <a:pPr>
                <a:defRPr/>
              </a:pPr>
              <a:t>‹#›</a:t>
            </a:fld>
            <a:endParaRPr lang="en-US" dirty="0"/>
          </a:p>
        </p:txBody>
      </p:sp>
    </p:spTree>
    <p:extLst>
      <p:ext uri="{BB962C8B-B14F-4D97-AF65-F5344CB8AC3E}">
        <p14:creationId xmlns:p14="http://schemas.microsoft.com/office/powerpoint/2010/main" val="387383929"/>
      </p:ext>
    </p:extLst>
  </p:cSld>
  <p:clrMapOvr>
    <a:masterClrMapping/>
  </p:clrMapOvr>
  <p:transition>
    <p:wipe dir="r"/>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1987F2C-0661-4BBB-9DFD-2A6D5015DF3D}" type="datetime1">
              <a:rPr lang="en-US" smtClean="0"/>
              <a:t>9/14/23</a:t>
            </a:fld>
            <a:endParaRPr lang="en-US"/>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A3E85D-0FC7-164D-9B9E-D8CDD8FC5B09}" type="slidenum">
              <a:rPr lang="en-US" smtClean="0"/>
              <a:pPr/>
              <a:t>‹#›</a:t>
            </a:fld>
            <a:endParaRPr lang="en-US"/>
          </a:p>
        </p:txBody>
      </p:sp>
    </p:spTree>
    <p:extLst>
      <p:ext uri="{BB962C8B-B14F-4D97-AF65-F5344CB8AC3E}">
        <p14:creationId xmlns:p14="http://schemas.microsoft.com/office/powerpoint/2010/main" val="2875348515"/>
      </p:ext>
    </p:extLst>
  </p:cSld>
  <p:clrMap bg1="lt1" tx1="dk1" bg2="lt2" tx2="dk2" accent1="accent1" accent2="accent2" accent3="accent3" accent4="accent4" accent5="accent5" accent6="accent6" hlink="hlink" folHlink="folHlink"/>
  <p:sldLayoutIdLst>
    <p:sldLayoutId id="2147483872" r:id="rId1"/>
    <p:sldLayoutId id="2147483873" r:id="rId2"/>
    <p:sldLayoutId id="2147483874" r:id="rId3"/>
    <p:sldLayoutId id="2147483875" r:id="rId4"/>
    <p:sldLayoutId id="2147483876" r:id="rId5"/>
    <p:sldLayoutId id="2147483877" r:id="rId6"/>
    <p:sldLayoutId id="2147483878" r:id="rId7"/>
    <p:sldLayoutId id="2147483879" r:id="rId8"/>
    <p:sldLayoutId id="2147483880" r:id="rId9"/>
    <p:sldLayoutId id="2147483881" r:id="rId10"/>
    <p:sldLayoutId id="2147483882" r:id="rId11"/>
    <p:sldLayoutId id="2147483883" r:id="rId12"/>
    <p:sldLayoutId id="2147483884" r:id="rId13"/>
    <p:sldLayoutId id="2147483885" r:id="rId14"/>
    <p:sldLayoutId id="2147483886" r:id="rId15"/>
    <p:sldLayoutId id="2147483887" r:id="rId16"/>
    <p:sldLayoutId id="2147483888" r:id="rId17"/>
    <p:sldLayoutId id="2147483889" r:id="rId18"/>
    <p:sldLayoutId id="2147483890" r:id="rId19"/>
    <p:sldLayoutId id="2147483891" r:id="rId20"/>
    <p:sldLayoutId id="2147483892" r:id="rId21"/>
    <p:sldLayoutId id="2147483893" r:id="rId22"/>
    <p:sldLayoutId id="2147483894" r:id="rId23"/>
    <p:sldLayoutId id="2147483895" r:id="rId24"/>
    <p:sldLayoutId id="2147483896" r:id="rId25"/>
    <p:sldLayoutId id="2147483897" r:id="rId26"/>
    <p:sldLayoutId id="2147483898" r:id="rId27"/>
    <p:sldLayoutId id="2147483899" r:id="rId28"/>
    <p:sldLayoutId id="2147483900" r:id="rId29"/>
    <p:sldLayoutId id="2147483901" r:id="rId30"/>
    <p:sldLayoutId id="2147483902" r:id="rId31"/>
    <p:sldLayoutId id="2147483903" r:id="rId32"/>
    <p:sldLayoutId id="2147483904" r:id="rId33"/>
    <p:sldLayoutId id="2147483905" r:id="rId34"/>
    <p:sldLayoutId id="2147483906" r:id="rId35"/>
    <p:sldLayoutId id="2147483907" r:id="rId36"/>
    <p:sldLayoutId id="2147483908" r:id="rId37"/>
    <p:sldLayoutId id="2147483909" r:id="rId38"/>
    <p:sldLayoutId id="2147483910" r:id="rId39"/>
    <p:sldLayoutId id="2147483911" r:id="rId40"/>
    <p:sldLayoutId id="2147483912" r:id="rId41"/>
    <p:sldLayoutId id="2147483913" r:id="rId42"/>
    <p:sldLayoutId id="2147483914" r:id="rId43"/>
    <p:sldLayoutId id="2147483915" r:id="rId44"/>
    <p:sldLayoutId id="2147483916" r:id="rId45"/>
    <p:sldLayoutId id="2147483917" r:id="rId46"/>
  </p:sldLayoutIdLst>
  <p:transition>
    <p:fade/>
  </p:transition>
  <p:hf sldNum="0" hdr="0" ftr="0" dt="0"/>
  <p:txStyles>
    <p:titleStyle>
      <a:lvl1pPr algn="l" defTabSz="457200" rtl="0" eaLnBrk="1" latinLnBrk="0" hangingPunct="1">
        <a:spcBef>
          <a:spcPct val="0"/>
        </a:spcBef>
        <a:buNone/>
        <a:defRPr sz="2800" kern="1200" cap="none" baseline="0">
          <a:solidFill>
            <a:schemeClr val="tx1"/>
          </a:solidFill>
          <a:latin typeface="Segoe Light"/>
          <a:ea typeface="Segoe UI" pitchFamily="34" charset="0"/>
          <a:cs typeface="Segoe Light"/>
        </a:defRPr>
      </a:lvl1pPr>
    </p:titleStyle>
    <p:bodyStyle>
      <a:lvl1pPr marL="342900" indent="-342900" algn="l" defTabSz="457200" rtl="0" eaLnBrk="1" latinLnBrk="0" hangingPunct="1">
        <a:spcBef>
          <a:spcPct val="20000"/>
        </a:spcBef>
        <a:buClr>
          <a:srgbClr val="0072C6"/>
        </a:buClr>
        <a:buFont typeface="Arial"/>
        <a:buChar char="•"/>
        <a:defRPr lang="en-US" sz="2800" b="0" i="0" kern="1200" dirty="0" smtClean="0">
          <a:solidFill>
            <a:schemeClr val="tx1"/>
          </a:solidFill>
          <a:latin typeface="Segoe UI" pitchFamily="34" charset="0"/>
          <a:ea typeface="Segoe UI" pitchFamily="34" charset="0"/>
          <a:cs typeface="Segoe UI" pitchFamily="34" charset="0"/>
        </a:defRPr>
      </a:lvl1pPr>
      <a:lvl2pPr marL="742950" indent="-285750" algn="l" defTabSz="457200" rtl="0" eaLnBrk="1" latinLnBrk="0" hangingPunct="1">
        <a:spcBef>
          <a:spcPts val="400"/>
        </a:spcBef>
        <a:buClr>
          <a:srgbClr val="0072C6"/>
        </a:buClr>
        <a:buSzPct val="70000"/>
        <a:buFont typeface="Courier New" pitchFamily="49" charset="0"/>
        <a:buChar char="o"/>
        <a:defRPr lang="en-US" sz="2400" b="0" i="0" kern="1200" dirty="0" smtClean="0">
          <a:solidFill>
            <a:schemeClr val="tx1"/>
          </a:solidFill>
          <a:latin typeface="Segoe UI" pitchFamily="34" charset="0"/>
          <a:ea typeface="Segoe UI" pitchFamily="34" charset="0"/>
          <a:cs typeface="Segoe UI" pitchFamily="34" charset="0"/>
        </a:defRPr>
      </a:lvl2pPr>
      <a:lvl3pPr marL="1143000" indent="-228600" algn="l" defTabSz="457200" rtl="0" eaLnBrk="1" latinLnBrk="0" hangingPunct="1">
        <a:spcBef>
          <a:spcPct val="20000"/>
        </a:spcBef>
        <a:buClr>
          <a:srgbClr val="0072C6"/>
        </a:buClr>
        <a:buFont typeface="Wingdings" pitchFamily="2" charset="2"/>
        <a:buChar char="§"/>
        <a:defRPr lang="en-US" sz="2000" b="0" i="0" kern="1200" dirty="0" smtClean="0">
          <a:solidFill>
            <a:schemeClr val="tx1"/>
          </a:solidFill>
          <a:latin typeface="Segoe UI" pitchFamily="34" charset="0"/>
          <a:ea typeface="Segoe UI" pitchFamily="34" charset="0"/>
          <a:cs typeface="Segoe UI" pitchFamily="34" charset="0"/>
        </a:defRPr>
      </a:lvl3pPr>
      <a:lvl4pPr marL="1600200" indent="-228600" algn="l" defTabSz="457200" rtl="0" eaLnBrk="1" latinLnBrk="0" hangingPunct="1">
        <a:spcBef>
          <a:spcPct val="20000"/>
        </a:spcBef>
        <a:buClr>
          <a:srgbClr val="0072C6"/>
        </a:buClr>
        <a:buFont typeface="Arial"/>
        <a:buChar char="–"/>
        <a:defRPr lang="en-US" sz="1600" b="0" i="0" kern="1200" dirty="0" smtClean="0">
          <a:solidFill>
            <a:schemeClr val="tx1"/>
          </a:solidFill>
          <a:latin typeface="Segoe UI" pitchFamily="34" charset="0"/>
          <a:ea typeface="Segoe UI" pitchFamily="34" charset="0"/>
          <a:cs typeface="Segoe UI" pitchFamily="34" charset="0"/>
        </a:defRPr>
      </a:lvl4pPr>
      <a:lvl5pPr marL="2057400" indent="-228600" algn="l" defTabSz="457200" rtl="0" eaLnBrk="1" latinLnBrk="0" hangingPunct="1">
        <a:spcBef>
          <a:spcPct val="20000"/>
        </a:spcBef>
        <a:buClr>
          <a:srgbClr val="0072C6"/>
        </a:buClr>
        <a:buFont typeface="Arial"/>
        <a:buChar char="»"/>
        <a:defRPr lang="en-US" sz="1600" b="0" i="0" kern="1200" dirty="0">
          <a:solidFill>
            <a:schemeClr val="tx1"/>
          </a:solidFill>
          <a:latin typeface="Segoe UI" pitchFamily="34" charset="0"/>
          <a:ea typeface="Segoe UI" pitchFamily="34" charset="0"/>
          <a:cs typeface="Segoe UI"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3" Type="http://schemas.openxmlformats.org/officeDocument/2006/relationships/hyperlink" Target="http://stackoverflow.com/" TargetMode="External"/><Relationship Id="rId2" Type="http://schemas.openxmlformats.org/officeDocument/2006/relationships/notesSlide" Target="../notesSlides/notesSlide2.xml"/><Relationship Id="rId1" Type="http://schemas.openxmlformats.org/officeDocument/2006/relationships/slideLayout" Target="../slideLayouts/slideLayout16.xml"/><Relationship Id="rId5" Type="http://schemas.openxmlformats.org/officeDocument/2006/relationships/hyperlink" Target="http://stackoverflow.com/questions/tagged/wcf" TargetMode="External"/><Relationship Id="rId4" Type="http://schemas.openxmlformats.org/officeDocument/2006/relationships/hyperlink" Target="http://stackoverflow.com/questions/tagged/xml"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0.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4"/>
          <p:cNvSpPr>
            <a:spLocks noGrp="1"/>
          </p:cNvSpPr>
          <p:nvPr>
            <p:ph type="title"/>
          </p:nvPr>
        </p:nvSpPr>
        <p:spPr/>
        <p:txBody>
          <a:bodyPr/>
          <a:lstStyle/>
          <a:p>
            <a:pPr eaLnBrk="1" hangingPunct="1"/>
            <a:r>
              <a:rPr lang="en-US" dirty="0"/>
              <a:t>Introduction to ASP.NET MVC</a:t>
            </a:r>
          </a:p>
        </p:txBody>
      </p:sp>
      <p:sp>
        <p:nvSpPr>
          <p:cNvPr id="3075" name="Subtitle 5"/>
          <p:cNvSpPr>
            <a:spLocks noGrp="1"/>
          </p:cNvSpPr>
          <p:nvPr>
            <p:ph type="subTitle" idx="1"/>
          </p:nvPr>
        </p:nvSpPr>
        <p:spPr/>
        <p:txBody>
          <a:bodyPr/>
          <a:lstStyle/>
          <a:p>
            <a:pPr eaLnBrk="1" hangingPunct="1"/>
            <a:r>
              <a:rPr lang="en-US" dirty="0"/>
              <a:t>Medhat Elmasry</a:t>
            </a: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a:t>
            </a:r>
          </a:p>
        </p:txBody>
      </p:sp>
      <p:sp>
        <p:nvSpPr>
          <p:cNvPr id="3" name="Content Placeholder 2"/>
          <p:cNvSpPr>
            <a:spLocks noGrp="1"/>
          </p:cNvSpPr>
          <p:nvPr>
            <p:ph sz="half" idx="1"/>
          </p:nvPr>
        </p:nvSpPr>
        <p:spPr/>
        <p:txBody>
          <a:bodyPr/>
          <a:lstStyle/>
          <a:p>
            <a:r>
              <a:rPr lang="en-US" dirty="0"/>
              <a:t>Motivation &amp; Goals for ASP.NET MVC</a:t>
            </a:r>
          </a:p>
          <a:p>
            <a:r>
              <a:rPr lang="en-US" dirty="0"/>
              <a:t>Model View Controller</a:t>
            </a:r>
          </a:p>
          <a:p>
            <a:r>
              <a:rPr lang="en-US" dirty="0"/>
              <a:t>Routing</a:t>
            </a:r>
          </a:p>
          <a:p>
            <a:r>
              <a:rPr lang="en-US" dirty="0"/>
              <a:t>Controllers and controller actions</a:t>
            </a:r>
          </a:p>
          <a:p>
            <a:r>
              <a:rPr lang="en-US" dirty="0"/>
              <a:t>View and view helpers</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 Goals</a:t>
            </a:r>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357188" y="1204913"/>
            <a:ext cx="8429625" cy="44481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val="3387375428"/>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ASP.NET MVC Design Goals</a:t>
            </a:r>
          </a:p>
        </p:txBody>
      </p:sp>
      <p:sp>
        <p:nvSpPr>
          <p:cNvPr id="3" name="Content Placeholder 2"/>
          <p:cNvSpPr>
            <a:spLocks noGrp="1"/>
          </p:cNvSpPr>
          <p:nvPr>
            <p:ph sz="half" idx="1"/>
          </p:nvPr>
        </p:nvSpPr>
        <p:spPr/>
        <p:txBody>
          <a:bodyPr>
            <a:normAutofit/>
          </a:bodyPr>
          <a:lstStyle/>
          <a:p>
            <a:r>
              <a:rPr lang="en-US" sz="2400" dirty="0"/>
              <a:t>Embrace the web</a:t>
            </a:r>
          </a:p>
          <a:p>
            <a:pPr lvl="1"/>
            <a:r>
              <a:rPr lang="en-US" sz="2000" dirty="0"/>
              <a:t>No illusions of state – no page lifecycle</a:t>
            </a:r>
          </a:p>
          <a:p>
            <a:pPr lvl="1"/>
            <a:r>
              <a:rPr lang="en-US" sz="2000" dirty="0"/>
              <a:t>Clean URLs &amp; HTML</a:t>
            </a:r>
          </a:p>
          <a:p>
            <a:r>
              <a:rPr lang="en-US" sz="2400" dirty="0"/>
              <a:t>Extensible</a:t>
            </a:r>
          </a:p>
          <a:p>
            <a:pPr lvl="1"/>
            <a:r>
              <a:rPr lang="en-US" sz="2000" dirty="0"/>
              <a:t>Pluggable view engines</a:t>
            </a:r>
          </a:p>
          <a:p>
            <a:pPr lvl="1"/>
            <a:r>
              <a:rPr lang="en-US" sz="2000" dirty="0"/>
              <a:t>Controller factories</a:t>
            </a:r>
          </a:p>
          <a:p>
            <a:r>
              <a:rPr lang="en-US" sz="2400" dirty="0"/>
              <a:t>Frictionless Testability</a:t>
            </a:r>
          </a:p>
          <a:p>
            <a:pPr lvl="1"/>
            <a:r>
              <a:rPr lang="en-US" sz="2000" dirty="0"/>
              <a:t>Maintains a strict separation of concerns</a:t>
            </a: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defTabSz="914363" eaLnBrk="1" fontAlgn="auto" hangingPunct="1">
              <a:spcAft>
                <a:spcPts val="0"/>
              </a:spcAft>
              <a:defRPr/>
            </a:pPr>
            <a:r>
              <a:t>What is MVC?</a:t>
            </a:r>
          </a:p>
        </p:txBody>
      </p:sp>
      <p:sp>
        <p:nvSpPr>
          <p:cNvPr id="203779" name="Rectangle 3"/>
          <p:cNvSpPr>
            <a:spLocks noGrp="1" noChangeArrowheads="1"/>
          </p:cNvSpPr>
          <p:nvPr>
            <p:ph sz="half" idx="1"/>
          </p:nvPr>
        </p:nvSpPr>
        <p:spPr>
          <a:noFill/>
          <a:ln w="9525">
            <a:noFill/>
            <a:miter lim="800000"/>
            <a:headEnd/>
            <a:tailEnd/>
          </a:ln>
        </p:spPr>
        <p:txBody>
          <a:bodyPr vert="horz" wrap="square" lIns="91440" tIns="45720" rIns="91440" bIns="45720" numCol="1" anchor="t" anchorCtr="0" compatLnSpc="1">
            <a:prstTxWarp prst="textNoShape">
              <a:avLst/>
            </a:prstTxWarp>
            <a:normAutofit/>
          </a:bodyPr>
          <a:lstStyle/>
          <a:p>
            <a:pPr defTabSz="914363">
              <a:lnSpc>
                <a:spcPct val="150000"/>
              </a:lnSpc>
              <a:defRPr/>
            </a:pPr>
            <a:r>
              <a:rPr lang="en-US" sz="2400" dirty="0"/>
              <a:t>A design pattern</a:t>
            </a:r>
          </a:p>
          <a:p>
            <a:pPr defTabSz="914363">
              <a:lnSpc>
                <a:spcPct val="150000"/>
              </a:lnSpc>
              <a:defRPr/>
            </a:pPr>
            <a:r>
              <a:rPr lang="en-US" sz="2400" dirty="0"/>
              <a:t>Acronym for </a:t>
            </a:r>
            <a:r>
              <a:rPr lang="en-US" sz="2400" dirty="0">
                <a:solidFill>
                  <a:schemeClr val="accent1">
                    <a:lumMod val="75000"/>
                  </a:schemeClr>
                </a:solidFill>
              </a:rPr>
              <a:t>Model ● View ● Controller</a:t>
            </a:r>
          </a:p>
          <a:p>
            <a:pPr defTabSz="914363">
              <a:lnSpc>
                <a:spcPct val="150000"/>
              </a:lnSpc>
              <a:defRPr/>
            </a:pPr>
            <a:r>
              <a:rPr lang="en-US" sz="2400" dirty="0"/>
              <a:t>Separation of concerns</a:t>
            </a:r>
          </a:p>
          <a:p>
            <a:pPr defTabSz="914363">
              <a:lnSpc>
                <a:spcPct val="150000"/>
              </a:lnSpc>
              <a:defRPr/>
            </a:pPr>
            <a:r>
              <a:rPr lang="en-US" sz="2400" dirty="0"/>
              <a:t>Analogy </a:t>
            </a:r>
            <a:r>
              <a:rPr lang="en-US" sz="2400" dirty="0">
                <a:sym typeface="Wingdings" pitchFamily="2" charset="2"/>
              </a:rPr>
              <a:t></a:t>
            </a:r>
            <a:r>
              <a:rPr lang="en-US" sz="2400" dirty="0"/>
              <a:t> manual instead of automatic transmission</a:t>
            </a:r>
          </a:p>
          <a:p>
            <a:pPr defTabSz="914363">
              <a:lnSpc>
                <a:spcPct val="150000"/>
              </a:lnSpc>
              <a:defRPr/>
            </a:pPr>
            <a:r>
              <a:rPr lang="en-US" sz="2400" dirty="0"/>
              <a:t>Search engine friendly URLs</a:t>
            </a:r>
          </a:p>
          <a:p>
            <a:pPr marL="742950" lvl="2" indent="-342900" defTabSz="914363">
              <a:lnSpc>
                <a:spcPct val="150000"/>
              </a:lnSpc>
              <a:buClr>
                <a:schemeClr val="hlink"/>
              </a:buClr>
              <a:buSzPct val="80000"/>
              <a:buFont typeface="Wingdings" pitchFamily="2" charset="2"/>
              <a:buChar char="Ø"/>
              <a:defRPr/>
            </a:pPr>
            <a:r>
              <a:rPr lang="en-US" sz="2000" dirty="0">
                <a:ea typeface="+mn-ea"/>
                <a:cs typeface="+mn-cs"/>
                <a:hlinkClick r:id="rId3"/>
              </a:rPr>
              <a:t>http://stackoverflow.com</a:t>
            </a:r>
            <a:endParaRPr lang="en-US" sz="2000" dirty="0">
              <a:ea typeface="+mn-ea"/>
              <a:cs typeface="+mn-cs"/>
            </a:endParaRPr>
          </a:p>
          <a:p>
            <a:pPr marL="742950" lvl="2" indent="-342900" defTabSz="914363">
              <a:lnSpc>
                <a:spcPct val="150000"/>
              </a:lnSpc>
              <a:buClr>
                <a:schemeClr val="hlink"/>
              </a:buClr>
              <a:buSzPct val="80000"/>
              <a:buFont typeface="Wingdings" pitchFamily="2" charset="2"/>
              <a:buChar char="Ø"/>
              <a:defRPr/>
            </a:pPr>
            <a:r>
              <a:rPr lang="en-US" sz="2000" dirty="0">
                <a:ea typeface="+mn-ea"/>
                <a:cs typeface="+mn-cs"/>
                <a:hlinkClick r:id="rId4"/>
              </a:rPr>
              <a:t>http://stackoverflow.com/questions/tagged/xml</a:t>
            </a:r>
            <a:endParaRPr lang="en-US" sz="2000" dirty="0">
              <a:ea typeface="+mn-ea"/>
              <a:cs typeface="+mn-cs"/>
            </a:endParaRPr>
          </a:p>
          <a:p>
            <a:pPr marL="742950" lvl="2" indent="-342900" defTabSz="914363">
              <a:lnSpc>
                <a:spcPct val="150000"/>
              </a:lnSpc>
              <a:buClr>
                <a:schemeClr val="hlink"/>
              </a:buClr>
              <a:buSzPct val="80000"/>
              <a:buFont typeface="Wingdings" pitchFamily="2" charset="2"/>
              <a:buChar char="Ø"/>
              <a:defRPr/>
            </a:pPr>
            <a:r>
              <a:rPr lang="en-US" sz="2000" dirty="0">
                <a:ea typeface="+mn-ea"/>
                <a:cs typeface="+mn-cs"/>
                <a:hlinkClick r:id="rId5"/>
              </a:rPr>
              <a:t>http://stackoverflow.com/questions/tagged/wcf</a:t>
            </a:r>
            <a:endParaRPr lang="en-US" sz="2000" dirty="0">
              <a:ea typeface="+mn-ea"/>
              <a:cs typeface="+mn-cs"/>
            </a:endParaRP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defTabSz="914363" eaLnBrk="1" fontAlgn="auto" hangingPunct="1">
              <a:spcAft>
                <a:spcPts val="0"/>
              </a:spcAft>
              <a:defRPr/>
            </a:pPr>
            <a:r>
              <a:t>What is MVC? </a:t>
            </a:r>
          </a:p>
        </p:txBody>
      </p:sp>
      <p:sp>
        <p:nvSpPr>
          <p:cNvPr id="34" name="Rectangle 3"/>
          <p:cNvSpPr>
            <a:spLocks noGrp="1" noChangeArrowheads="1"/>
          </p:cNvSpPr>
          <p:nvPr>
            <p:ph type="body" sz="half" idx="4294967295"/>
          </p:nvPr>
        </p:nvSpPr>
        <p:spPr>
          <a:xfrm>
            <a:off x="1701800" y="5214938"/>
            <a:ext cx="7442200" cy="1149350"/>
          </a:xfrm>
        </p:spPr>
        <p:txBody>
          <a:bodyPr/>
          <a:lstStyle/>
          <a:p>
            <a:pPr defTabSz="914363" eaLnBrk="1" fontAlgn="auto" hangingPunct="1">
              <a:buFont typeface="Wingdings" pitchFamily="2" charset="2"/>
              <a:buNone/>
              <a:defRPr/>
            </a:pPr>
            <a:r>
              <a:rPr lang="en-US" sz="2400" dirty="0"/>
              <a:t>Step 1</a:t>
            </a:r>
          </a:p>
          <a:p>
            <a:pPr defTabSz="914363" eaLnBrk="1" fontAlgn="auto" hangingPunct="1">
              <a:buFont typeface="Wingdings" pitchFamily="2" charset="2"/>
              <a:buNone/>
              <a:defRPr/>
            </a:pPr>
            <a:r>
              <a:rPr lang="en-US" sz="2000" dirty="0"/>
              <a:t>Incoming request directed to </a:t>
            </a:r>
            <a:r>
              <a:rPr lang="en-US" sz="2000" dirty="0">
                <a:solidFill>
                  <a:srgbClr val="FF9933"/>
                </a:solidFill>
              </a:rPr>
              <a:t>Controller</a:t>
            </a:r>
          </a:p>
        </p:txBody>
      </p:sp>
      <p:sp>
        <p:nvSpPr>
          <p:cNvPr id="24" name="Right Arrow 23"/>
          <p:cNvSpPr/>
          <p:nvPr/>
        </p:nvSpPr>
        <p:spPr bwMode="auto">
          <a:xfrm>
            <a:off x="621792" y="1673352"/>
            <a:ext cx="1618488" cy="859536"/>
          </a:xfrm>
          <a:prstGeom prst="rightArrow">
            <a:avLst/>
          </a:prstGeom>
          <a:ln>
            <a:headEnd type="triangle" w="med" len="med"/>
            <a:tailEnd type="triangle" w="med" len="med"/>
          </a:ln>
        </p:spPr>
        <p:style>
          <a:lnRef idx="0">
            <a:schemeClr val="accent1"/>
          </a:lnRef>
          <a:fillRef idx="3">
            <a:schemeClr val="accent1"/>
          </a:fillRef>
          <a:effectRef idx="3">
            <a:schemeClr val="accent1"/>
          </a:effectRef>
          <a:fontRef idx="minor">
            <a:schemeClr val="lt1"/>
          </a:fontRef>
        </p:style>
        <p:txBody>
          <a:bodyPr/>
          <a:lstStyle/>
          <a:p>
            <a:pPr algn="ctr" defTabSz="914400" eaLnBrk="0" hangingPunct="0">
              <a:defRPr/>
            </a:pPr>
            <a:endParaRPr lang="en-US" sz="1400" b="1" dirty="0">
              <a:solidFill>
                <a:schemeClr val="tx1"/>
              </a:solidFill>
            </a:endParaRPr>
          </a:p>
          <a:p>
            <a:pPr algn="ctr" defTabSz="914400" eaLnBrk="0" hangingPunct="0">
              <a:defRPr/>
            </a:pPr>
            <a:endParaRPr lang="en-US" sz="1400" dirty="0">
              <a:solidFill>
                <a:schemeClr val="tx1"/>
              </a:solidFill>
            </a:endParaRPr>
          </a:p>
          <a:p>
            <a:pPr algn="ctr" defTabSz="914400" eaLnBrk="0" hangingPunct="0">
              <a:defRPr/>
            </a:pPr>
            <a:r>
              <a:rPr lang="en-US" sz="1400" b="1" dirty="0">
                <a:solidFill>
                  <a:schemeClr val="tx1"/>
                </a:solidFill>
              </a:rPr>
              <a:t>Request</a:t>
            </a:r>
            <a:endParaRPr lang="en-US" sz="1600" b="1" dirty="0">
              <a:solidFill>
                <a:schemeClr val="tx1"/>
              </a:solidFill>
            </a:endParaRPr>
          </a:p>
        </p:txBody>
      </p:sp>
      <p:sp>
        <p:nvSpPr>
          <p:cNvPr id="26" name="Rounded Rectangle 25"/>
          <p:cNvSpPr/>
          <p:nvPr/>
        </p:nvSpPr>
        <p:spPr bwMode="auto">
          <a:xfrm>
            <a:off x="2404872" y="1600200"/>
            <a:ext cx="2194560" cy="1005840"/>
          </a:xfrm>
          <a:prstGeom prst="roundRect">
            <a:avLst/>
          </a:prstGeom>
          <a:ln>
            <a:headEnd type="triangle" w="med" len="med"/>
            <a:tailEnd type="triangle" w="med" len="med"/>
          </a:ln>
        </p:spPr>
        <p:style>
          <a:lnRef idx="0">
            <a:schemeClr val="accent1"/>
          </a:lnRef>
          <a:fillRef idx="3">
            <a:schemeClr val="accent1"/>
          </a:fillRef>
          <a:effectRef idx="3">
            <a:schemeClr val="accent1"/>
          </a:effectRef>
          <a:fontRef idx="minor">
            <a:schemeClr val="lt1"/>
          </a:fontRef>
        </p:style>
        <p:txBody>
          <a:bodyPr/>
          <a:lstStyle/>
          <a:p>
            <a:pPr algn="ctr" defTabSz="914400" eaLnBrk="0" hangingPunct="0">
              <a:defRPr/>
            </a:pPr>
            <a:endParaRPr lang="en-US" sz="1600" b="1" dirty="0">
              <a:solidFill>
                <a:schemeClr val="tx1"/>
              </a:solidFill>
            </a:endParaRPr>
          </a:p>
          <a:p>
            <a:pPr algn="ctr" defTabSz="914400" eaLnBrk="0" hangingPunct="0">
              <a:defRPr/>
            </a:pPr>
            <a:r>
              <a:rPr lang="en-US" sz="1600" b="1" dirty="0">
                <a:solidFill>
                  <a:schemeClr val="tx1"/>
                </a:solidFill>
              </a:rPr>
              <a:t>Controller</a:t>
            </a: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defTabSz="914363" eaLnBrk="1" fontAlgn="auto" hangingPunct="1">
              <a:spcAft>
                <a:spcPts val="0"/>
              </a:spcAft>
              <a:defRPr/>
            </a:pPr>
            <a:r>
              <a:t>What is MVC?</a:t>
            </a:r>
          </a:p>
        </p:txBody>
      </p:sp>
      <p:sp>
        <p:nvSpPr>
          <p:cNvPr id="34" name="Rectangle 3"/>
          <p:cNvSpPr>
            <a:spLocks noGrp="1" noChangeArrowheads="1"/>
          </p:cNvSpPr>
          <p:nvPr>
            <p:ph type="body" sz="half" idx="4294967295"/>
          </p:nvPr>
        </p:nvSpPr>
        <p:spPr>
          <a:xfrm>
            <a:off x="1701800" y="5214938"/>
            <a:ext cx="7442200" cy="1149350"/>
          </a:xfrm>
        </p:spPr>
        <p:txBody>
          <a:bodyPr/>
          <a:lstStyle/>
          <a:p>
            <a:pPr defTabSz="914363" eaLnBrk="1" fontAlgn="auto" hangingPunct="1">
              <a:buFont typeface="Wingdings" pitchFamily="2" charset="2"/>
              <a:buNone/>
              <a:defRPr/>
            </a:pPr>
            <a:r>
              <a:rPr lang="en-US" sz="2400" dirty="0"/>
              <a:t>Step 2</a:t>
            </a:r>
          </a:p>
          <a:p>
            <a:pPr defTabSz="914363" eaLnBrk="1" fontAlgn="auto" hangingPunct="1">
              <a:buFont typeface="Wingdings" pitchFamily="2" charset="2"/>
              <a:buNone/>
              <a:defRPr/>
            </a:pPr>
            <a:r>
              <a:rPr lang="en-US" sz="2000" dirty="0">
                <a:solidFill>
                  <a:srgbClr val="FF9933"/>
                </a:solidFill>
              </a:rPr>
              <a:t>Controller</a:t>
            </a:r>
            <a:r>
              <a:rPr lang="en-US" sz="2000" dirty="0"/>
              <a:t> processes request and forms a data </a:t>
            </a:r>
            <a:r>
              <a:rPr lang="en-US" sz="2000" dirty="0">
                <a:solidFill>
                  <a:srgbClr val="FF9933"/>
                </a:solidFill>
              </a:rPr>
              <a:t>Model</a:t>
            </a:r>
          </a:p>
        </p:txBody>
      </p:sp>
      <p:sp>
        <p:nvSpPr>
          <p:cNvPr id="24" name="Right Arrow 23"/>
          <p:cNvSpPr/>
          <p:nvPr/>
        </p:nvSpPr>
        <p:spPr bwMode="auto">
          <a:xfrm>
            <a:off x="621792" y="1673352"/>
            <a:ext cx="1618488" cy="859536"/>
          </a:xfrm>
          <a:prstGeom prst="rightArrow">
            <a:avLst/>
          </a:prstGeom>
          <a:ln>
            <a:headEnd type="triangle" w="med" len="med"/>
            <a:tailEnd type="triangle" w="med" len="med"/>
          </a:ln>
        </p:spPr>
        <p:style>
          <a:lnRef idx="0">
            <a:schemeClr val="accent4"/>
          </a:lnRef>
          <a:fillRef idx="3">
            <a:schemeClr val="accent4"/>
          </a:fillRef>
          <a:effectRef idx="3">
            <a:schemeClr val="accent4"/>
          </a:effectRef>
          <a:fontRef idx="minor">
            <a:schemeClr val="lt1"/>
          </a:fontRef>
        </p:style>
        <p:txBody>
          <a:bodyPr/>
          <a:lstStyle/>
          <a:p>
            <a:pPr algn="ctr" defTabSz="914400" eaLnBrk="0" hangingPunct="0">
              <a:defRPr/>
            </a:pPr>
            <a:endParaRPr lang="en-US" sz="1400" b="1" dirty="0">
              <a:solidFill>
                <a:schemeClr val="tx1"/>
              </a:solidFill>
            </a:endParaRPr>
          </a:p>
          <a:p>
            <a:pPr algn="ctr" defTabSz="914400" eaLnBrk="0" hangingPunct="0">
              <a:defRPr/>
            </a:pPr>
            <a:endParaRPr lang="en-US" sz="1400" dirty="0">
              <a:solidFill>
                <a:schemeClr val="tx1"/>
              </a:solidFill>
            </a:endParaRPr>
          </a:p>
          <a:p>
            <a:pPr algn="ctr" defTabSz="914400" eaLnBrk="0" hangingPunct="0">
              <a:defRPr/>
            </a:pPr>
            <a:endParaRPr lang="en-US" sz="1600" b="1" dirty="0">
              <a:solidFill>
                <a:schemeClr val="tx1"/>
              </a:solidFill>
            </a:endParaRPr>
          </a:p>
        </p:txBody>
      </p:sp>
      <p:sp>
        <p:nvSpPr>
          <p:cNvPr id="26" name="Rounded Rectangle 25"/>
          <p:cNvSpPr/>
          <p:nvPr/>
        </p:nvSpPr>
        <p:spPr bwMode="auto">
          <a:xfrm>
            <a:off x="2404872" y="1600200"/>
            <a:ext cx="2194560" cy="1005840"/>
          </a:xfrm>
          <a:prstGeom prst="roundRect">
            <a:avLst/>
          </a:prstGeom>
          <a:ln>
            <a:headEnd type="triangle" w="med" len="med"/>
            <a:tailEnd type="triangle" w="med" len="med"/>
          </a:ln>
        </p:spPr>
        <p:style>
          <a:lnRef idx="0">
            <a:schemeClr val="accent1"/>
          </a:lnRef>
          <a:fillRef idx="3">
            <a:schemeClr val="accent1"/>
          </a:fillRef>
          <a:effectRef idx="3">
            <a:schemeClr val="accent1"/>
          </a:effectRef>
          <a:fontRef idx="minor">
            <a:schemeClr val="lt1"/>
          </a:fontRef>
        </p:style>
        <p:txBody>
          <a:bodyPr/>
          <a:lstStyle/>
          <a:p>
            <a:pPr algn="ctr" defTabSz="914400" eaLnBrk="0" hangingPunct="0">
              <a:defRPr/>
            </a:pPr>
            <a:endParaRPr lang="en-US" sz="1600" b="1" dirty="0">
              <a:solidFill>
                <a:schemeClr val="tx1"/>
              </a:solidFill>
            </a:endParaRPr>
          </a:p>
          <a:p>
            <a:pPr algn="ctr" defTabSz="914400" eaLnBrk="0" hangingPunct="0">
              <a:defRPr/>
            </a:pPr>
            <a:r>
              <a:rPr lang="en-US" sz="1600" b="1" dirty="0">
                <a:solidFill>
                  <a:schemeClr val="tx1"/>
                </a:solidFill>
              </a:rPr>
              <a:t>Controller</a:t>
            </a:r>
          </a:p>
        </p:txBody>
      </p:sp>
      <p:grpSp>
        <p:nvGrpSpPr>
          <p:cNvPr id="2" name="Group 32"/>
          <p:cNvGrpSpPr>
            <a:grpSpLocks/>
          </p:cNvGrpSpPr>
          <p:nvPr/>
        </p:nvGrpSpPr>
        <p:grpSpPr bwMode="auto">
          <a:xfrm>
            <a:off x="5018088" y="1470025"/>
            <a:ext cx="801687" cy="1143000"/>
            <a:chOff x="5595257" y="1415285"/>
            <a:chExt cx="801823" cy="1143955"/>
          </a:xfrm>
        </p:grpSpPr>
        <p:pic>
          <p:nvPicPr>
            <p:cNvPr id="16395" name="Picture 16" descr="C:\Users\Levi\AppData\Local\Microsoft\Windows\Temporary Internet Files\Content.IE5\9BQEC2CV\MCj04315300000[1].png"/>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624412" y="1415285"/>
              <a:ext cx="696559" cy="783629"/>
            </a:xfrm>
            <a:prstGeom prst="rect">
              <a:avLst/>
            </a:prstGeom>
            <a:noFill/>
            <a:ln w="9525">
              <a:noFill/>
              <a:miter lim="800000"/>
              <a:headEnd/>
              <a:tailEnd/>
            </a:ln>
          </p:spPr>
        </p:pic>
        <p:sp>
          <p:nvSpPr>
            <p:cNvPr id="16396" name="TextBox 31"/>
            <p:cNvSpPr txBox="1">
              <a:spLocks noChangeArrowheads="1"/>
            </p:cNvSpPr>
            <p:nvPr/>
          </p:nvSpPr>
          <p:spPr bwMode="auto">
            <a:xfrm>
              <a:off x="5595257" y="2220686"/>
              <a:ext cx="801823" cy="338554"/>
            </a:xfrm>
            <a:prstGeom prst="rect">
              <a:avLst/>
            </a:prstGeom>
            <a:noFill/>
            <a:ln w="9525">
              <a:noFill/>
              <a:miter lim="800000"/>
              <a:headEnd/>
              <a:tailEnd/>
            </a:ln>
          </p:spPr>
          <p:txBody>
            <a:bodyPr wrap="none">
              <a:spAutoFit/>
            </a:bodyPr>
            <a:lstStyle/>
            <a:p>
              <a:r>
                <a:rPr lang="en-US">
                  <a:latin typeface="Calibri" pitchFamily="34" charset="0"/>
                </a:rPr>
                <a:t>Model</a:t>
              </a:r>
            </a:p>
          </p:txBody>
        </p:sp>
      </p:gr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defTabSz="914363" eaLnBrk="1" fontAlgn="auto" hangingPunct="1">
              <a:spcAft>
                <a:spcPts val="0"/>
              </a:spcAft>
              <a:defRPr/>
            </a:pPr>
            <a:r>
              <a:t>What is MVC? </a:t>
            </a:r>
          </a:p>
        </p:txBody>
      </p:sp>
      <p:sp>
        <p:nvSpPr>
          <p:cNvPr id="34" name="Rectangle 3"/>
          <p:cNvSpPr>
            <a:spLocks noGrp="1" noChangeArrowheads="1"/>
          </p:cNvSpPr>
          <p:nvPr>
            <p:ph type="body" sz="half" idx="4294967295"/>
          </p:nvPr>
        </p:nvSpPr>
        <p:spPr>
          <a:xfrm>
            <a:off x="1701800" y="5214938"/>
            <a:ext cx="7442200" cy="1149350"/>
          </a:xfrm>
        </p:spPr>
        <p:txBody>
          <a:bodyPr/>
          <a:lstStyle/>
          <a:p>
            <a:pPr defTabSz="914363" eaLnBrk="1" fontAlgn="auto" hangingPunct="1">
              <a:buFont typeface="Wingdings" pitchFamily="2" charset="2"/>
              <a:buNone/>
              <a:defRPr/>
            </a:pPr>
            <a:r>
              <a:rPr lang="en-US" sz="2400" dirty="0"/>
              <a:t>Step 3</a:t>
            </a:r>
          </a:p>
          <a:p>
            <a:pPr defTabSz="914363" eaLnBrk="1" fontAlgn="auto" hangingPunct="1">
              <a:buFont typeface="Wingdings" pitchFamily="2" charset="2"/>
              <a:buNone/>
              <a:defRPr/>
            </a:pPr>
            <a:r>
              <a:rPr lang="en-US" sz="2000" dirty="0">
                <a:solidFill>
                  <a:srgbClr val="FF9933"/>
                </a:solidFill>
              </a:rPr>
              <a:t>Model</a:t>
            </a:r>
            <a:r>
              <a:rPr lang="en-US" sz="2000" dirty="0"/>
              <a:t> is passed to </a:t>
            </a:r>
            <a:r>
              <a:rPr lang="en-US" sz="2000" dirty="0">
                <a:solidFill>
                  <a:srgbClr val="FF9933"/>
                </a:solidFill>
              </a:rPr>
              <a:t>View</a:t>
            </a:r>
          </a:p>
        </p:txBody>
      </p:sp>
      <p:sp>
        <p:nvSpPr>
          <p:cNvPr id="24" name="Right Arrow 23"/>
          <p:cNvSpPr/>
          <p:nvPr/>
        </p:nvSpPr>
        <p:spPr bwMode="auto">
          <a:xfrm>
            <a:off x="621792" y="1673352"/>
            <a:ext cx="1618488" cy="859536"/>
          </a:xfrm>
          <a:prstGeom prst="rightArrow">
            <a:avLst/>
          </a:prstGeom>
          <a:ln>
            <a:headEnd type="triangle" w="med" len="med"/>
            <a:tailEnd type="triangle" w="med" len="med"/>
          </a:ln>
        </p:spPr>
        <p:style>
          <a:lnRef idx="0">
            <a:schemeClr val="accent4"/>
          </a:lnRef>
          <a:fillRef idx="3">
            <a:schemeClr val="accent4"/>
          </a:fillRef>
          <a:effectRef idx="3">
            <a:schemeClr val="accent4"/>
          </a:effectRef>
          <a:fontRef idx="minor">
            <a:schemeClr val="lt1"/>
          </a:fontRef>
        </p:style>
        <p:txBody>
          <a:bodyPr/>
          <a:lstStyle/>
          <a:p>
            <a:pPr algn="ctr" defTabSz="914400" eaLnBrk="0" hangingPunct="0">
              <a:defRPr/>
            </a:pPr>
            <a:endParaRPr lang="en-US" sz="1400" b="1" dirty="0">
              <a:solidFill>
                <a:schemeClr val="tx1"/>
              </a:solidFill>
            </a:endParaRPr>
          </a:p>
          <a:p>
            <a:pPr algn="ctr" defTabSz="914400" eaLnBrk="0" hangingPunct="0">
              <a:defRPr/>
            </a:pPr>
            <a:endParaRPr lang="en-US" sz="1400" dirty="0">
              <a:solidFill>
                <a:schemeClr val="tx1"/>
              </a:solidFill>
            </a:endParaRPr>
          </a:p>
          <a:p>
            <a:pPr algn="ctr" defTabSz="914400" eaLnBrk="0" hangingPunct="0">
              <a:defRPr/>
            </a:pPr>
            <a:endParaRPr lang="en-US" sz="1600" b="1" dirty="0">
              <a:solidFill>
                <a:schemeClr val="tx1"/>
              </a:solidFill>
            </a:endParaRPr>
          </a:p>
        </p:txBody>
      </p:sp>
      <p:sp>
        <p:nvSpPr>
          <p:cNvPr id="26" name="Rounded Rectangle 25"/>
          <p:cNvSpPr/>
          <p:nvPr/>
        </p:nvSpPr>
        <p:spPr bwMode="auto">
          <a:xfrm>
            <a:off x="2404872" y="1600200"/>
            <a:ext cx="2194560" cy="1005840"/>
          </a:xfrm>
          <a:prstGeom prst="roundRect">
            <a:avLst/>
          </a:prstGeom>
          <a:ln>
            <a:headEnd type="triangle" w="med" len="med"/>
            <a:tailEnd type="triangle" w="med" len="med"/>
          </a:ln>
        </p:spPr>
        <p:style>
          <a:lnRef idx="0">
            <a:schemeClr val="accent4"/>
          </a:lnRef>
          <a:fillRef idx="3">
            <a:schemeClr val="accent4"/>
          </a:fillRef>
          <a:effectRef idx="3">
            <a:schemeClr val="accent4"/>
          </a:effectRef>
          <a:fontRef idx="minor">
            <a:schemeClr val="lt1"/>
          </a:fontRef>
        </p:style>
        <p:txBody>
          <a:bodyPr/>
          <a:lstStyle/>
          <a:p>
            <a:pPr algn="ctr" defTabSz="914400" eaLnBrk="0" hangingPunct="0">
              <a:defRPr/>
            </a:pPr>
            <a:endParaRPr lang="en-US" sz="1600" b="1" dirty="0">
              <a:solidFill>
                <a:schemeClr val="bg1"/>
              </a:solidFill>
            </a:endParaRPr>
          </a:p>
          <a:p>
            <a:pPr algn="ctr" defTabSz="914400" eaLnBrk="0" hangingPunct="0">
              <a:defRPr/>
            </a:pPr>
            <a:r>
              <a:rPr lang="en-US" sz="1600" b="1" dirty="0">
                <a:solidFill>
                  <a:schemeClr val="bg1"/>
                </a:solidFill>
              </a:rPr>
              <a:t>Controller</a:t>
            </a:r>
          </a:p>
        </p:txBody>
      </p:sp>
      <p:sp>
        <p:nvSpPr>
          <p:cNvPr id="27" name="Rounded Rectangle 26"/>
          <p:cNvSpPr/>
          <p:nvPr/>
        </p:nvSpPr>
        <p:spPr bwMode="auto">
          <a:xfrm>
            <a:off x="4184904" y="3663696"/>
            <a:ext cx="2194560" cy="1005840"/>
          </a:xfrm>
          <a:prstGeom prst="roundRect">
            <a:avLst/>
          </a:prstGeom>
          <a:ln>
            <a:headEnd type="triangle" w="med" len="med"/>
            <a:tailEnd type="triangle" w="med" len="med"/>
          </a:ln>
        </p:spPr>
        <p:style>
          <a:lnRef idx="0">
            <a:schemeClr val="accent1"/>
          </a:lnRef>
          <a:fillRef idx="3">
            <a:schemeClr val="accent1"/>
          </a:fillRef>
          <a:effectRef idx="3">
            <a:schemeClr val="accent1"/>
          </a:effectRef>
          <a:fontRef idx="minor">
            <a:schemeClr val="lt1"/>
          </a:fontRef>
        </p:style>
        <p:txBody>
          <a:bodyPr/>
          <a:lstStyle/>
          <a:p>
            <a:pPr algn="ctr" defTabSz="914400" eaLnBrk="0" hangingPunct="0">
              <a:defRPr/>
            </a:pPr>
            <a:endParaRPr lang="en-US" sz="1600" b="1" dirty="0">
              <a:solidFill>
                <a:schemeClr val="tx1"/>
              </a:solidFill>
            </a:endParaRPr>
          </a:p>
          <a:p>
            <a:pPr algn="ctr" defTabSz="914400" eaLnBrk="0" hangingPunct="0">
              <a:defRPr/>
            </a:pPr>
            <a:r>
              <a:rPr lang="en-US" sz="1600" b="1" dirty="0">
                <a:solidFill>
                  <a:schemeClr val="tx1"/>
                </a:solidFill>
              </a:rPr>
              <a:t>View</a:t>
            </a:r>
          </a:p>
        </p:txBody>
      </p:sp>
      <p:cxnSp>
        <p:nvCxnSpPr>
          <p:cNvPr id="17421" name="Curved Connector 22"/>
          <p:cNvCxnSpPr>
            <a:cxnSpLocks noChangeShapeType="1"/>
          </p:cNvCxnSpPr>
          <p:nvPr/>
        </p:nvCxnSpPr>
        <p:spPr bwMode="auto">
          <a:xfrm rot="16200000" flipH="1">
            <a:off x="3863181" y="2245519"/>
            <a:ext cx="1057275" cy="1779588"/>
          </a:xfrm>
          <a:prstGeom prst="curvedConnector3">
            <a:avLst>
              <a:gd name="adj1" fmla="val 50000"/>
            </a:avLst>
          </a:prstGeom>
          <a:noFill/>
          <a:ln w="9525" algn="ctr">
            <a:solidFill>
              <a:schemeClr val="tx1"/>
            </a:solidFill>
            <a:round/>
            <a:headEnd/>
            <a:tailEnd type="arrow" w="med" len="med"/>
          </a:ln>
        </p:spPr>
      </p:cxnSp>
      <p:pic>
        <p:nvPicPr>
          <p:cNvPr id="17422" name="Picture 16" descr="C:\Users\Levi\AppData\Local\Microsoft\Windows\Temporary Internet Files\Content.IE5\9BQEC2CV\MCj04315300000[1].png"/>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4133850" y="2863850"/>
            <a:ext cx="385763" cy="434975"/>
          </a:xfrm>
          <a:prstGeom prst="rect">
            <a:avLst/>
          </a:prstGeom>
          <a:noFill/>
          <a:ln w="9525">
            <a:noFill/>
            <a:miter lim="800000"/>
            <a:headEnd/>
            <a:tailEnd/>
          </a:ln>
        </p:spPr>
      </p:pic>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defTabSz="914363" eaLnBrk="1" fontAlgn="auto" hangingPunct="1">
              <a:spcAft>
                <a:spcPts val="0"/>
              </a:spcAft>
              <a:defRPr/>
            </a:pPr>
            <a:r>
              <a:t>What is MVC? </a:t>
            </a:r>
          </a:p>
        </p:txBody>
      </p:sp>
      <p:sp>
        <p:nvSpPr>
          <p:cNvPr id="34" name="Rectangle 3"/>
          <p:cNvSpPr>
            <a:spLocks noGrp="1" noChangeArrowheads="1"/>
          </p:cNvSpPr>
          <p:nvPr>
            <p:ph type="body" sz="half" idx="4294967295"/>
          </p:nvPr>
        </p:nvSpPr>
        <p:spPr>
          <a:xfrm>
            <a:off x="1701800" y="5214938"/>
            <a:ext cx="7442200" cy="1149350"/>
          </a:xfrm>
        </p:spPr>
        <p:txBody>
          <a:bodyPr/>
          <a:lstStyle/>
          <a:p>
            <a:pPr defTabSz="914363" eaLnBrk="1" fontAlgn="auto" hangingPunct="1">
              <a:buFont typeface="Wingdings" pitchFamily="2" charset="2"/>
              <a:buNone/>
              <a:defRPr/>
            </a:pPr>
            <a:r>
              <a:rPr lang="en-US" sz="2400" dirty="0"/>
              <a:t>Step 4</a:t>
            </a:r>
          </a:p>
          <a:p>
            <a:pPr defTabSz="914363" eaLnBrk="1" fontAlgn="auto" hangingPunct="1">
              <a:buFont typeface="Wingdings" pitchFamily="2" charset="2"/>
              <a:buNone/>
              <a:defRPr/>
            </a:pPr>
            <a:r>
              <a:rPr lang="en-US" sz="2000" dirty="0">
                <a:solidFill>
                  <a:srgbClr val="FF9933"/>
                </a:solidFill>
              </a:rPr>
              <a:t>View</a:t>
            </a:r>
            <a:r>
              <a:rPr lang="en-US" sz="2000" dirty="0"/>
              <a:t> renders </a:t>
            </a:r>
            <a:r>
              <a:rPr lang="en-US" sz="2000" dirty="0">
                <a:solidFill>
                  <a:srgbClr val="FF9933"/>
                </a:solidFill>
              </a:rPr>
              <a:t>Model</a:t>
            </a:r>
            <a:r>
              <a:rPr lang="en-US" sz="2000" dirty="0"/>
              <a:t> into appropriate output format</a:t>
            </a:r>
            <a:endParaRPr lang="en-US" sz="2000" dirty="0">
              <a:solidFill>
                <a:srgbClr val="FF9933"/>
              </a:solidFill>
            </a:endParaRPr>
          </a:p>
        </p:txBody>
      </p:sp>
      <p:sp>
        <p:nvSpPr>
          <p:cNvPr id="24" name="Right Arrow 23"/>
          <p:cNvSpPr/>
          <p:nvPr/>
        </p:nvSpPr>
        <p:spPr bwMode="auto">
          <a:xfrm>
            <a:off x="621792" y="1673352"/>
            <a:ext cx="1618488" cy="859536"/>
          </a:xfrm>
          <a:prstGeom prst="rightArrow">
            <a:avLst/>
          </a:prstGeom>
          <a:ln>
            <a:headEnd type="triangle" w="med" len="med"/>
            <a:tailEnd type="triangle" w="med" len="med"/>
          </a:ln>
        </p:spPr>
        <p:style>
          <a:lnRef idx="0">
            <a:schemeClr val="accent4"/>
          </a:lnRef>
          <a:fillRef idx="3">
            <a:schemeClr val="accent4"/>
          </a:fillRef>
          <a:effectRef idx="3">
            <a:schemeClr val="accent4"/>
          </a:effectRef>
          <a:fontRef idx="minor">
            <a:schemeClr val="lt1"/>
          </a:fontRef>
        </p:style>
        <p:txBody>
          <a:bodyPr/>
          <a:lstStyle/>
          <a:p>
            <a:pPr algn="ctr" defTabSz="914400" eaLnBrk="0" hangingPunct="0">
              <a:defRPr/>
            </a:pPr>
            <a:endParaRPr lang="en-US" sz="1400" b="1" dirty="0">
              <a:solidFill>
                <a:schemeClr val="tx1"/>
              </a:solidFill>
            </a:endParaRPr>
          </a:p>
          <a:p>
            <a:pPr algn="ctr" defTabSz="914400" eaLnBrk="0" hangingPunct="0">
              <a:defRPr/>
            </a:pPr>
            <a:endParaRPr lang="en-US" sz="1400" dirty="0">
              <a:solidFill>
                <a:schemeClr val="tx1"/>
              </a:solidFill>
            </a:endParaRPr>
          </a:p>
          <a:p>
            <a:pPr algn="ctr" defTabSz="914400" eaLnBrk="0" hangingPunct="0">
              <a:defRPr/>
            </a:pPr>
            <a:endParaRPr lang="en-US" sz="1600" b="1" dirty="0">
              <a:solidFill>
                <a:schemeClr val="tx1"/>
              </a:solidFill>
            </a:endParaRPr>
          </a:p>
        </p:txBody>
      </p:sp>
      <p:sp>
        <p:nvSpPr>
          <p:cNvPr id="26" name="Rounded Rectangle 25"/>
          <p:cNvSpPr/>
          <p:nvPr/>
        </p:nvSpPr>
        <p:spPr bwMode="auto">
          <a:xfrm>
            <a:off x="2404872" y="1600200"/>
            <a:ext cx="2194560" cy="1005840"/>
          </a:xfrm>
          <a:prstGeom prst="roundRect">
            <a:avLst/>
          </a:prstGeom>
          <a:ln>
            <a:headEnd type="triangle" w="med" len="med"/>
            <a:tailEnd type="triangle" w="med" len="med"/>
          </a:ln>
        </p:spPr>
        <p:style>
          <a:lnRef idx="0">
            <a:schemeClr val="accent4"/>
          </a:lnRef>
          <a:fillRef idx="3">
            <a:schemeClr val="accent4"/>
          </a:fillRef>
          <a:effectRef idx="3">
            <a:schemeClr val="accent4"/>
          </a:effectRef>
          <a:fontRef idx="minor">
            <a:schemeClr val="lt1"/>
          </a:fontRef>
        </p:style>
        <p:txBody>
          <a:bodyPr/>
          <a:lstStyle/>
          <a:p>
            <a:pPr algn="ctr" defTabSz="914400" eaLnBrk="0" hangingPunct="0">
              <a:defRPr/>
            </a:pPr>
            <a:endParaRPr lang="en-US" sz="1600" b="1" dirty="0">
              <a:solidFill>
                <a:schemeClr val="bg1"/>
              </a:solidFill>
            </a:endParaRPr>
          </a:p>
          <a:p>
            <a:pPr algn="ctr" defTabSz="914400" eaLnBrk="0" hangingPunct="0">
              <a:defRPr/>
            </a:pPr>
            <a:r>
              <a:rPr lang="en-US" sz="1600" b="1" dirty="0">
                <a:solidFill>
                  <a:schemeClr val="bg1"/>
                </a:solidFill>
              </a:rPr>
              <a:t>Controller</a:t>
            </a:r>
          </a:p>
        </p:txBody>
      </p:sp>
      <p:sp>
        <p:nvSpPr>
          <p:cNvPr id="27" name="Rounded Rectangle 26"/>
          <p:cNvSpPr/>
          <p:nvPr/>
        </p:nvSpPr>
        <p:spPr bwMode="auto">
          <a:xfrm>
            <a:off x="4184904" y="3663696"/>
            <a:ext cx="2194560" cy="1005840"/>
          </a:xfrm>
          <a:prstGeom prst="roundRect">
            <a:avLst/>
          </a:prstGeom>
          <a:ln>
            <a:headEnd type="triangle" w="med" len="med"/>
            <a:tailEnd type="triangle" w="med" len="med"/>
          </a:ln>
        </p:spPr>
        <p:style>
          <a:lnRef idx="0">
            <a:schemeClr val="accent1"/>
          </a:lnRef>
          <a:fillRef idx="3">
            <a:schemeClr val="accent1"/>
          </a:fillRef>
          <a:effectRef idx="3">
            <a:schemeClr val="accent1"/>
          </a:effectRef>
          <a:fontRef idx="minor">
            <a:schemeClr val="lt1"/>
          </a:fontRef>
        </p:style>
        <p:txBody>
          <a:bodyPr/>
          <a:lstStyle/>
          <a:p>
            <a:pPr algn="ctr" defTabSz="914400" eaLnBrk="0" hangingPunct="0">
              <a:defRPr/>
            </a:pPr>
            <a:endParaRPr lang="en-US" sz="1600" b="1" dirty="0">
              <a:solidFill>
                <a:schemeClr val="tx1"/>
              </a:solidFill>
            </a:endParaRPr>
          </a:p>
          <a:p>
            <a:pPr algn="ctr" defTabSz="914400" eaLnBrk="0" hangingPunct="0">
              <a:defRPr/>
            </a:pPr>
            <a:r>
              <a:rPr lang="en-US" sz="1600" b="1" dirty="0">
                <a:solidFill>
                  <a:schemeClr val="tx1"/>
                </a:solidFill>
              </a:rPr>
              <a:t>View</a:t>
            </a:r>
          </a:p>
        </p:txBody>
      </p:sp>
      <p:pic>
        <p:nvPicPr>
          <p:cNvPr id="18445" name="Picture 2" descr="C:\Users\Levi\AppData\Local\Microsoft\Windows\Temporary Internet Files\Content.IE5\HDERI5K3\MCj04316260000[1].png"/>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532438" y="4270375"/>
            <a:ext cx="846137" cy="846138"/>
          </a:xfrm>
          <a:prstGeom prst="rect">
            <a:avLst/>
          </a:prstGeom>
          <a:noFill/>
          <a:ln w="9525">
            <a:noFill/>
            <a:miter lim="800000"/>
            <a:headEnd/>
            <a:tailEnd/>
          </a:ln>
        </p:spPr>
      </p:pic>
      <p:pic>
        <p:nvPicPr>
          <p:cNvPr id="18446" name="Picture 16" descr="C:\Users\Levi\AppData\Local\Microsoft\Windows\Temporary Internet Files\Content.IE5\9BQEC2CV\MCj04315300000[1].png"/>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4438650" y="4311650"/>
            <a:ext cx="695325" cy="782638"/>
          </a:xfrm>
          <a:prstGeom prst="rect">
            <a:avLst/>
          </a:prstGeom>
          <a:noFill/>
          <a:ln w="9525">
            <a:noFill/>
            <a:miter lim="800000"/>
            <a:headEnd/>
            <a:tailEnd/>
          </a:ln>
        </p:spPr>
      </p:pic>
      <p:sp>
        <p:nvSpPr>
          <p:cNvPr id="17" name="Right Arrow 16"/>
          <p:cNvSpPr/>
          <p:nvPr/>
        </p:nvSpPr>
        <p:spPr bwMode="auto">
          <a:xfrm>
            <a:off x="5159375" y="4529138"/>
            <a:ext cx="360363" cy="293687"/>
          </a:xfrm>
          <a:prstGeom prst="rightArrow">
            <a:avLst/>
          </a:prstGeom>
          <a:ln w="9525" cap="flat" cmpd="sng" algn="ctr">
            <a:solidFill>
              <a:schemeClr val="tx1"/>
            </a:solidFill>
            <a:prstDash val="solid"/>
            <a:round/>
            <a:headEnd type="triangle" w="med" len="med"/>
            <a:tailEnd type="triangle" w="med" len="med"/>
          </a:ln>
          <a:effectLst/>
        </p:spPr>
        <p:style>
          <a:lnRef idx="0">
            <a:scrgbClr r="0" g="0" b="0"/>
          </a:lnRef>
          <a:fillRef idx="1001">
            <a:schemeClr val="lt2"/>
          </a:fillRef>
          <a:effectRef idx="0">
            <a:scrgbClr r="0" g="0" b="0"/>
          </a:effectRef>
          <a:fontRef idx="major"/>
        </p:style>
        <p:txBody>
          <a:bodyPr/>
          <a:lstStyle/>
          <a:p>
            <a:pPr defTabSz="914400" eaLnBrk="0" hangingPunct="0">
              <a:defRPr/>
            </a:pPr>
            <a:endParaRPr lang="en-US" sz="1600" b="1">
              <a:latin typeface="Lucida Console" pitchFamily="49" charset="0"/>
            </a:endParaRP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defTabSz="914363" eaLnBrk="1" fontAlgn="auto" hangingPunct="1">
              <a:spcAft>
                <a:spcPts val="0"/>
              </a:spcAft>
              <a:defRPr/>
            </a:pPr>
            <a:r>
              <a:t>What is MVC? </a:t>
            </a:r>
          </a:p>
        </p:txBody>
      </p:sp>
      <p:sp>
        <p:nvSpPr>
          <p:cNvPr id="34" name="Rectangle 3"/>
          <p:cNvSpPr>
            <a:spLocks noGrp="1" noChangeArrowheads="1"/>
          </p:cNvSpPr>
          <p:nvPr>
            <p:ph type="body" sz="half" idx="4294967295"/>
          </p:nvPr>
        </p:nvSpPr>
        <p:spPr>
          <a:xfrm>
            <a:off x="1701800" y="5214938"/>
            <a:ext cx="7442200" cy="1149350"/>
          </a:xfrm>
        </p:spPr>
        <p:txBody>
          <a:bodyPr/>
          <a:lstStyle/>
          <a:p>
            <a:pPr defTabSz="914363" eaLnBrk="1" fontAlgn="auto" hangingPunct="1">
              <a:buFont typeface="Wingdings" pitchFamily="2" charset="2"/>
              <a:buNone/>
              <a:defRPr/>
            </a:pPr>
            <a:r>
              <a:rPr lang="en-US" sz="2400" dirty="0"/>
              <a:t>Step 5</a:t>
            </a:r>
          </a:p>
          <a:p>
            <a:pPr defTabSz="914363" eaLnBrk="1" fontAlgn="auto" hangingPunct="1">
              <a:buFont typeface="Wingdings" pitchFamily="2" charset="2"/>
              <a:buNone/>
              <a:defRPr/>
            </a:pPr>
            <a:r>
              <a:rPr lang="en-US" sz="2000" dirty="0"/>
              <a:t>Response is rendered</a:t>
            </a:r>
            <a:endParaRPr lang="en-US" sz="2000" dirty="0">
              <a:solidFill>
                <a:srgbClr val="FF9933"/>
              </a:solidFill>
            </a:endParaRPr>
          </a:p>
        </p:txBody>
      </p:sp>
      <p:sp>
        <p:nvSpPr>
          <p:cNvPr id="24" name="Right Arrow 23"/>
          <p:cNvSpPr/>
          <p:nvPr/>
        </p:nvSpPr>
        <p:spPr bwMode="auto">
          <a:xfrm>
            <a:off x="621792" y="1673352"/>
            <a:ext cx="1618488" cy="859536"/>
          </a:xfrm>
          <a:prstGeom prst="rightArrow">
            <a:avLst/>
          </a:prstGeom>
          <a:ln>
            <a:headEnd type="triangle" w="med" len="med"/>
            <a:tailEnd type="triangle" w="med" len="med"/>
          </a:ln>
        </p:spPr>
        <p:style>
          <a:lnRef idx="0">
            <a:schemeClr val="accent4"/>
          </a:lnRef>
          <a:fillRef idx="3">
            <a:schemeClr val="accent4"/>
          </a:fillRef>
          <a:effectRef idx="3">
            <a:schemeClr val="accent4"/>
          </a:effectRef>
          <a:fontRef idx="minor">
            <a:schemeClr val="lt1"/>
          </a:fontRef>
        </p:style>
        <p:txBody>
          <a:bodyPr/>
          <a:lstStyle/>
          <a:p>
            <a:pPr algn="ctr" defTabSz="914400" eaLnBrk="0" hangingPunct="0">
              <a:defRPr/>
            </a:pPr>
            <a:endParaRPr lang="en-US" sz="1400" b="1" dirty="0">
              <a:solidFill>
                <a:schemeClr val="tx1"/>
              </a:solidFill>
            </a:endParaRPr>
          </a:p>
          <a:p>
            <a:pPr algn="ctr" defTabSz="914400" eaLnBrk="0" hangingPunct="0">
              <a:defRPr/>
            </a:pPr>
            <a:endParaRPr lang="en-US" sz="1400" dirty="0">
              <a:solidFill>
                <a:schemeClr val="tx1"/>
              </a:solidFill>
            </a:endParaRPr>
          </a:p>
          <a:p>
            <a:pPr algn="ctr" defTabSz="914400" eaLnBrk="0" hangingPunct="0">
              <a:defRPr/>
            </a:pPr>
            <a:endParaRPr lang="en-US" sz="1600" b="1" dirty="0">
              <a:solidFill>
                <a:schemeClr val="tx1"/>
              </a:solidFill>
            </a:endParaRPr>
          </a:p>
        </p:txBody>
      </p:sp>
      <p:sp>
        <p:nvSpPr>
          <p:cNvPr id="25" name="Right Arrow 24"/>
          <p:cNvSpPr/>
          <p:nvPr/>
        </p:nvSpPr>
        <p:spPr bwMode="auto">
          <a:xfrm>
            <a:off x="6598920" y="3745992"/>
            <a:ext cx="1618488" cy="859536"/>
          </a:xfrm>
          <a:prstGeom prst="rightArrow">
            <a:avLst/>
          </a:prstGeom>
          <a:ln>
            <a:headEnd type="triangle" w="med" len="med"/>
            <a:tailEnd type="triangle" w="med" len="med"/>
          </a:ln>
        </p:spPr>
        <p:style>
          <a:lnRef idx="0">
            <a:schemeClr val="accent1"/>
          </a:lnRef>
          <a:fillRef idx="3">
            <a:schemeClr val="accent1"/>
          </a:fillRef>
          <a:effectRef idx="3">
            <a:schemeClr val="accent1"/>
          </a:effectRef>
          <a:fontRef idx="minor">
            <a:schemeClr val="lt1"/>
          </a:fontRef>
        </p:style>
        <p:txBody>
          <a:bodyPr/>
          <a:lstStyle/>
          <a:p>
            <a:pPr algn="ctr" defTabSz="914400" eaLnBrk="0" hangingPunct="0">
              <a:defRPr/>
            </a:pPr>
            <a:endParaRPr lang="en-US" sz="1400" b="1" dirty="0">
              <a:solidFill>
                <a:schemeClr val="tx1"/>
              </a:solidFill>
            </a:endParaRPr>
          </a:p>
          <a:p>
            <a:pPr algn="ctr" defTabSz="914400" eaLnBrk="0" hangingPunct="0">
              <a:defRPr/>
            </a:pPr>
            <a:endParaRPr lang="en-US" sz="1400" dirty="0">
              <a:solidFill>
                <a:schemeClr val="tx1"/>
              </a:solidFill>
            </a:endParaRPr>
          </a:p>
          <a:p>
            <a:pPr algn="ctr" defTabSz="914400" eaLnBrk="0" hangingPunct="0">
              <a:defRPr/>
            </a:pPr>
            <a:r>
              <a:rPr lang="en-US" sz="1400" b="1" dirty="0">
                <a:solidFill>
                  <a:schemeClr val="tx1"/>
                </a:solidFill>
              </a:rPr>
              <a:t>Response</a:t>
            </a:r>
          </a:p>
        </p:txBody>
      </p:sp>
      <p:sp>
        <p:nvSpPr>
          <p:cNvPr id="26" name="Rounded Rectangle 25"/>
          <p:cNvSpPr/>
          <p:nvPr/>
        </p:nvSpPr>
        <p:spPr bwMode="auto">
          <a:xfrm>
            <a:off x="2404872" y="1600200"/>
            <a:ext cx="2194560" cy="1005840"/>
          </a:xfrm>
          <a:prstGeom prst="roundRect">
            <a:avLst/>
          </a:prstGeom>
          <a:ln>
            <a:headEnd type="triangle" w="med" len="med"/>
            <a:tailEnd type="triangle" w="med" len="med"/>
          </a:ln>
        </p:spPr>
        <p:style>
          <a:lnRef idx="0">
            <a:schemeClr val="accent4"/>
          </a:lnRef>
          <a:fillRef idx="3">
            <a:schemeClr val="accent4"/>
          </a:fillRef>
          <a:effectRef idx="3">
            <a:schemeClr val="accent4"/>
          </a:effectRef>
          <a:fontRef idx="minor">
            <a:schemeClr val="lt1"/>
          </a:fontRef>
        </p:style>
        <p:txBody>
          <a:bodyPr/>
          <a:lstStyle/>
          <a:p>
            <a:pPr algn="ctr" defTabSz="914400" eaLnBrk="0" hangingPunct="0">
              <a:defRPr/>
            </a:pPr>
            <a:endParaRPr lang="en-US" sz="1600" b="1" dirty="0">
              <a:solidFill>
                <a:schemeClr val="bg1"/>
              </a:solidFill>
            </a:endParaRPr>
          </a:p>
          <a:p>
            <a:pPr algn="ctr" defTabSz="914400" eaLnBrk="0" hangingPunct="0">
              <a:defRPr/>
            </a:pPr>
            <a:r>
              <a:rPr lang="en-US" sz="1600" b="1" dirty="0">
                <a:solidFill>
                  <a:schemeClr val="bg1"/>
                </a:solidFill>
              </a:rPr>
              <a:t>Controller</a:t>
            </a:r>
          </a:p>
        </p:txBody>
      </p:sp>
      <p:sp>
        <p:nvSpPr>
          <p:cNvPr id="27" name="Rounded Rectangle 26"/>
          <p:cNvSpPr/>
          <p:nvPr/>
        </p:nvSpPr>
        <p:spPr bwMode="auto">
          <a:xfrm>
            <a:off x="4184904" y="3663696"/>
            <a:ext cx="2194560" cy="1005840"/>
          </a:xfrm>
          <a:prstGeom prst="roundRect">
            <a:avLst/>
          </a:prstGeom>
          <a:ln>
            <a:headEnd type="triangle" w="med" len="med"/>
            <a:tailEnd type="triangle" w="med" len="med"/>
          </a:ln>
        </p:spPr>
        <p:style>
          <a:lnRef idx="0">
            <a:schemeClr val="accent4"/>
          </a:lnRef>
          <a:fillRef idx="3">
            <a:schemeClr val="accent4"/>
          </a:fillRef>
          <a:effectRef idx="3">
            <a:schemeClr val="accent4"/>
          </a:effectRef>
          <a:fontRef idx="minor">
            <a:schemeClr val="lt1"/>
          </a:fontRef>
        </p:style>
        <p:txBody>
          <a:bodyPr/>
          <a:lstStyle/>
          <a:p>
            <a:pPr algn="ctr" defTabSz="914400" eaLnBrk="0" hangingPunct="0">
              <a:defRPr/>
            </a:pPr>
            <a:endParaRPr lang="en-US" sz="1600" b="1" dirty="0">
              <a:solidFill>
                <a:schemeClr val="bg1"/>
              </a:solidFill>
            </a:endParaRPr>
          </a:p>
          <a:p>
            <a:pPr algn="ctr" defTabSz="914400" eaLnBrk="0" hangingPunct="0">
              <a:defRPr/>
            </a:pPr>
            <a:r>
              <a:rPr lang="en-US" sz="1600" b="1" dirty="0">
                <a:solidFill>
                  <a:schemeClr val="bg1"/>
                </a:solidFill>
              </a:rPr>
              <a:t>View</a:t>
            </a:r>
          </a:p>
        </p:txBody>
      </p:sp>
      <p:pic>
        <p:nvPicPr>
          <p:cNvPr id="19472" name="Picture 2" descr="C:\Users\Levi\AppData\Local\Microsoft\Windows\Temporary Internet Files\Content.IE5\HDERI5K3\MCj04316260000[1].png"/>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6904038" y="3300413"/>
            <a:ext cx="846137" cy="847725"/>
          </a:xfrm>
          <a:prstGeom prst="rect">
            <a:avLst/>
          </a:prstGeom>
          <a:noFill/>
          <a:ln w="9525">
            <a:noFill/>
            <a:miter lim="800000"/>
            <a:headEnd/>
            <a:tailEnd/>
          </a:ln>
        </p:spPr>
      </p:pic>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Separation of concerns</a:t>
            </a:r>
          </a:p>
        </p:txBody>
      </p:sp>
      <p:sp>
        <p:nvSpPr>
          <p:cNvPr id="8" name="Content Placeholder 7"/>
          <p:cNvSpPr>
            <a:spLocks noGrp="1"/>
          </p:cNvSpPr>
          <p:nvPr>
            <p:ph sz="half" idx="1"/>
          </p:nvPr>
        </p:nvSpPr>
        <p:spPr>
          <a:xfrm>
            <a:off x="228600" y="1676400"/>
            <a:ext cx="8229600" cy="4905324"/>
          </a:xfrm>
        </p:spPr>
        <p:txBody>
          <a:bodyPr/>
          <a:lstStyle/>
          <a:p>
            <a:r>
              <a:rPr lang="en-US" sz="2800" dirty="0"/>
              <a:t>Each component has one responsibility</a:t>
            </a:r>
          </a:p>
          <a:p>
            <a:r>
              <a:rPr lang="en-US" sz="2800" dirty="0"/>
              <a:t>Most of the hard work is done inside the controller</a:t>
            </a:r>
          </a:p>
          <a:p>
            <a:r>
              <a:rPr lang="en-US" sz="2800" dirty="0"/>
              <a:t>Controller is responsible for building the model </a:t>
            </a:r>
          </a:p>
          <a:p>
            <a:r>
              <a:rPr lang="en-US" sz="2800" dirty="0"/>
              <a:t>Controller is responsible for selecting the view</a:t>
            </a:r>
          </a:p>
          <a:p>
            <a:r>
              <a:rPr lang="en-US" sz="2800" dirty="0"/>
              <a:t>View does not hold any state information</a:t>
            </a:r>
          </a:p>
          <a:p>
            <a:r>
              <a:rPr lang="en-US" sz="2800" dirty="0"/>
              <a:t>The model holds state information</a:t>
            </a:r>
          </a:p>
          <a:p>
            <a:endParaRPr lang="en-US" sz="2800" dirty="0"/>
          </a:p>
          <a:p>
            <a:endParaRPr lang="en-US" sz="2800" dirty="0"/>
          </a:p>
        </p:txBody>
      </p:sp>
      <p:pic>
        <p:nvPicPr>
          <p:cNvPr id="2" name="Picture 1"/>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5257800" y="4571681"/>
            <a:ext cx="3486637" cy="2286319"/>
          </a:xfrm>
          <a:prstGeom prst="rect">
            <a:avLst/>
          </a:prstGeom>
        </p:spPr>
      </p:pic>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Controller</a:t>
            </a:r>
          </a:p>
        </p:txBody>
      </p:sp>
      <p:sp>
        <p:nvSpPr>
          <p:cNvPr id="7" name="Rectangle 6"/>
          <p:cNvSpPr/>
          <p:nvPr/>
        </p:nvSpPr>
        <p:spPr>
          <a:xfrm>
            <a:off x="152400" y="907026"/>
            <a:ext cx="8686800" cy="5632311"/>
          </a:xfrm>
          <a:prstGeom prst="rect">
            <a:avLst/>
          </a:prstGeom>
        </p:spPr>
        <p:txBody>
          <a:bodyPr wrap="square">
            <a:spAutoFit/>
          </a:bodyPr>
          <a:lstStyle/>
          <a:p>
            <a:r>
              <a:rPr lang="en-US" sz="2000" dirty="0">
                <a:latin typeface="Courier New" pitchFamily="49" charset="0"/>
                <a:cs typeface="Courier New" pitchFamily="49" charset="0"/>
              </a:rPr>
              <a:t>public class </a:t>
            </a:r>
            <a:r>
              <a:rPr lang="en-US" sz="2000" dirty="0" err="1">
                <a:latin typeface="Courier New" pitchFamily="49" charset="0"/>
                <a:cs typeface="Courier New" pitchFamily="49" charset="0"/>
              </a:rPr>
              <a:t>HomeController</a:t>
            </a:r>
            <a:r>
              <a:rPr lang="en-US" sz="2000" dirty="0">
                <a:latin typeface="Courier New" pitchFamily="49" charset="0"/>
                <a:cs typeface="Courier New" pitchFamily="49" charset="0"/>
              </a:rPr>
              <a:t> : Controller {</a:t>
            </a:r>
          </a:p>
          <a:p>
            <a:r>
              <a:rPr lang="en-US" sz="2000" dirty="0">
                <a:latin typeface="Courier New" pitchFamily="49" charset="0"/>
                <a:cs typeface="Courier New" pitchFamily="49" charset="0"/>
              </a:rPr>
              <a:t>  public </a:t>
            </a:r>
            <a:r>
              <a:rPr lang="en-US" sz="2000" dirty="0" err="1">
                <a:latin typeface="Courier New" pitchFamily="49" charset="0"/>
                <a:cs typeface="Courier New" pitchFamily="49" charset="0"/>
              </a:rPr>
              <a:t>ActionResult</a:t>
            </a:r>
            <a:r>
              <a:rPr lang="en-US" sz="2000" dirty="0">
                <a:latin typeface="Courier New" pitchFamily="49" charset="0"/>
                <a:cs typeface="Courier New" pitchFamily="49" charset="0"/>
              </a:rPr>
              <a:t> Index() {</a:t>
            </a:r>
          </a:p>
          <a:p>
            <a:r>
              <a:rPr lang="en-US" sz="2000" dirty="0">
                <a:latin typeface="Courier New" pitchFamily="49" charset="0"/>
                <a:cs typeface="Courier New" pitchFamily="49" charset="0"/>
              </a:rPr>
              <a:t>      return View();</a:t>
            </a:r>
          </a:p>
          <a:p>
            <a:r>
              <a:rPr lang="en-US" sz="2000" dirty="0">
                <a:latin typeface="Courier New" pitchFamily="49" charset="0"/>
                <a:cs typeface="Courier New" pitchFamily="49" charset="0"/>
              </a:rPr>
              <a:t>  }</a:t>
            </a:r>
          </a:p>
          <a:p>
            <a:endParaRPr lang="en-US" sz="2000" dirty="0">
              <a:latin typeface="Courier New" pitchFamily="49" charset="0"/>
              <a:cs typeface="Courier New" pitchFamily="49" charset="0"/>
            </a:endParaRPr>
          </a:p>
          <a:p>
            <a:r>
              <a:rPr lang="en-US" sz="2000" dirty="0">
                <a:latin typeface="Courier New" pitchFamily="49" charset="0"/>
                <a:cs typeface="Courier New" pitchFamily="49" charset="0"/>
              </a:rPr>
              <a:t>  public </a:t>
            </a:r>
            <a:r>
              <a:rPr lang="en-US" sz="2000" dirty="0" err="1">
                <a:latin typeface="Courier New" pitchFamily="49" charset="0"/>
                <a:cs typeface="Courier New" pitchFamily="49" charset="0"/>
              </a:rPr>
              <a:t>ActionResult</a:t>
            </a:r>
            <a:r>
              <a:rPr lang="en-US" sz="2000" dirty="0">
                <a:latin typeface="Courier New" pitchFamily="49" charset="0"/>
                <a:cs typeface="Courier New" pitchFamily="49" charset="0"/>
              </a:rPr>
              <a:t> About() {</a:t>
            </a:r>
          </a:p>
          <a:p>
            <a:r>
              <a:rPr lang="en-US" sz="2000" dirty="0">
                <a:latin typeface="Courier New" pitchFamily="49" charset="0"/>
                <a:cs typeface="Courier New" pitchFamily="49" charset="0"/>
              </a:rPr>
              <a:t>      </a:t>
            </a:r>
            <a:r>
              <a:rPr lang="en-US" sz="2000" dirty="0" err="1">
                <a:latin typeface="Courier New" pitchFamily="49" charset="0"/>
                <a:cs typeface="Courier New" pitchFamily="49" charset="0"/>
              </a:rPr>
              <a:t>ViewBag.Message</a:t>
            </a:r>
            <a:r>
              <a:rPr lang="en-US" sz="2000" dirty="0">
                <a:latin typeface="Courier New" pitchFamily="49" charset="0"/>
                <a:cs typeface="Courier New" pitchFamily="49" charset="0"/>
              </a:rPr>
              <a:t> = "Your application description page.";</a:t>
            </a:r>
          </a:p>
          <a:p>
            <a:endParaRPr lang="en-US" sz="2000" dirty="0">
              <a:latin typeface="Courier New" pitchFamily="49" charset="0"/>
              <a:cs typeface="Courier New" pitchFamily="49" charset="0"/>
            </a:endParaRPr>
          </a:p>
          <a:p>
            <a:r>
              <a:rPr lang="en-US" sz="2000" dirty="0">
                <a:latin typeface="Courier New" pitchFamily="49" charset="0"/>
                <a:cs typeface="Courier New" pitchFamily="49" charset="0"/>
              </a:rPr>
              <a:t>      return View();</a:t>
            </a:r>
          </a:p>
          <a:p>
            <a:r>
              <a:rPr lang="en-US" sz="2000" dirty="0">
                <a:latin typeface="Courier New" pitchFamily="49" charset="0"/>
                <a:cs typeface="Courier New" pitchFamily="49" charset="0"/>
              </a:rPr>
              <a:t>  }</a:t>
            </a:r>
          </a:p>
          <a:p>
            <a:endParaRPr lang="en-US" sz="2000" dirty="0">
              <a:latin typeface="Courier New" pitchFamily="49" charset="0"/>
              <a:cs typeface="Courier New" pitchFamily="49" charset="0"/>
            </a:endParaRPr>
          </a:p>
          <a:p>
            <a:r>
              <a:rPr lang="en-US" sz="2000" dirty="0">
                <a:latin typeface="Courier New" pitchFamily="49" charset="0"/>
                <a:cs typeface="Courier New" pitchFamily="49" charset="0"/>
              </a:rPr>
              <a:t>  public </a:t>
            </a:r>
            <a:r>
              <a:rPr lang="en-US" sz="2000" dirty="0" err="1">
                <a:latin typeface="Courier New" pitchFamily="49" charset="0"/>
                <a:cs typeface="Courier New" pitchFamily="49" charset="0"/>
              </a:rPr>
              <a:t>ActionResult</a:t>
            </a:r>
            <a:r>
              <a:rPr lang="en-US" sz="2000" dirty="0">
                <a:latin typeface="Courier New" pitchFamily="49" charset="0"/>
                <a:cs typeface="Courier New" pitchFamily="49" charset="0"/>
              </a:rPr>
              <a:t> Contact() {</a:t>
            </a:r>
          </a:p>
          <a:p>
            <a:r>
              <a:rPr lang="en-US" sz="2000" dirty="0">
                <a:latin typeface="Courier New" pitchFamily="49" charset="0"/>
                <a:cs typeface="Courier New" pitchFamily="49" charset="0"/>
              </a:rPr>
              <a:t>      </a:t>
            </a:r>
            <a:r>
              <a:rPr lang="en-US" sz="2000" dirty="0" err="1">
                <a:latin typeface="Courier New" pitchFamily="49" charset="0"/>
                <a:cs typeface="Courier New" pitchFamily="49" charset="0"/>
              </a:rPr>
              <a:t>ViewBag.Message</a:t>
            </a:r>
            <a:r>
              <a:rPr lang="en-US" sz="2000" dirty="0">
                <a:latin typeface="Courier New" pitchFamily="49" charset="0"/>
                <a:cs typeface="Courier New" pitchFamily="49" charset="0"/>
              </a:rPr>
              <a:t> = "Your contact page.";</a:t>
            </a:r>
          </a:p>
          <a:p>
            <a:endParaRPr lang="en-US" sz="2000" dirty="0">
              <a:latin typeface="Courier New" pitchFamily="49" charset="0"/>
              <a:cs typeface="Courier New" pitchFamily="49" charset="0"/>
            </a:endParaRPr>
          </a:p>
          <a:p>
            <a:r>
              <a:rPr lang="en-US" sz="2000" dirty="0">
                <a:latin typeface="Courier New" pitchFamily="49" charset="0"/>
                <a:cs typeface="Courier New" pitchFamily="49" charset="0"/>
              </a:rPr>
              <a:t>      return View();</a:t>
            </a:r>
          </a:p>
          <a:p>
            <a:r>
              <a:rPr lang="en-US" sz="2000" dirty="0">
                <a:latin typeface="Courier New" pitchFamily="49" charset="0"/>
                <a:cs typeface="Courier New" pitchFamily="49" charset="0"/>
              </a:rPr>
              <a:t>  }</a:t>
            </a:r>
          </a:p>
          <a:p>
            <a:r>
              <a:rPr lang="en-US" sz="2000" dirty="0">
                <a:latin typeface="Courier New" pitchFamily="49" charset="0"/>
                <a:cs typeface="Courier New" pitchFamily="49" charset="0"/>
              </a:rPr>
              <a:t>}</a:t>
            </a:r>
          </a:p>
        </p:txBody>
      </p:sp>
      <p:sp>
        <p:nvSpPr>
          <p:cNvPr id="8" name="Oval 7"/>
          <p:cNvSpPr/>
          <p:nvPr/>
        </p:nvSpPr>
        <p:spPr bwMode="auto">
          <a:xfrm>
            <a:off x="3733800" y="1603672"/>
            <a:ext cx="4876800" cy="685800"/>
          </a:xfrm>
          <a:prstGeom prst="ellipse">
            <a:avLst/>
          </a:prstGeom>
        </p:spPr>
        <p:style>
          <a:lnRef idx="3">
            <a:schemeClr val="lt1"/>
          </a:lnRef>
          <a:fillRef idx="1">
            <a:schemeClr val="accent5"/>
          </a:fillRef>
          <a:effectRef idx="1">
            <a:schemeClr val="accent5"/>
          </a:effectRef>
          <a:fontRef idx="minor">
            <a:schemeClr val="lt1"/>
          </a:fontRef>
        </p:style>
        <p:txBody>
          <a:bodyPr spcFirstLastPara="0" vert="horz" wrap="square" lIns="122572" tIns="122572" rIns="122572" bIns="122572" numCol="1" spcCol="1270" rtlCol="0" anchor="ctr" anchorCtr="0">
            <a:noAutofit/>
          </a:bodyPr>
          <a:lstStyle/>
          <a:p>
            <a:pPr marL="0" marR="0" indent="0" algn="ctr" defTabSz="1111250" latinLnBrk="0">
              <a:lnSpc>
                <a:spcPct val="90000"/>
              </a:lnSpc>
              <a:spcAft>
                <a:spcPct val="35000"/>
              </a:spcAft>
              <a:buClrTx/>
              <a:buSzTx/>
              <a:buFont typeface="Wingdings" pitchFamily="2" charset="2"/>
              <a:buNone/>
              <a:tabLst/>
            </a:pPr>
            <a:r>
              <a:rPr lang="en-US" dirty="0" err="1"/>
              <a:t>HomeController.cs</a:t>
            </a:r>
            <a:endParaRPr lang="en-US" dirty="0">
              <a:solidFill>
                <a:schemeClr val="lt1"/>
              </a:solidFill>
            </a:endParaRP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Views</a:t>
            </a:r>
          </a:p>
        </p:txBody>
      </p:sp>
      <p:sp>
        <p:nvSpPr>
          <p:cNvPr id="7" name="Rectangle 6"/>
          <p:cNvSpPr/>
          <p:nvPr/>
        </p:nvSpPr>
        <p:spPr>
          <a:xfrm>
            <a:off x="152400" y="1629455"/>
            <a:ext cx="5943600" cy="2246769"/>
          </a:xfrm>
          <a:prstGeom prst="rect">
            <a:avLst/>
          </a:prstGeom>
        </p:spPr>
        <p:txBody>
          <a:bodyPr wrap="square">
            <a:spAutoFit/>
          </a:bodyPr>
          <a:lstStyle/>
          <a:p>
            <a:r>
              <a:rPr lang="en-US" sz="2000" dirty="0"/>
              <a:t>@{</a:t>
            </a:r>
          </a:p>
          <a:p>
            <a:r>
              <a:rPr lang="en-US" sz="2000" dirty="0"/>
              <a:t>    </a:t>
            </a:r>
            <a:r>
              <a:rPr lang="en-US" sz="2000" dirty="0" err="1"/>
              <a:t>ViewBag.Title</a:t>
            </a:r>
            <a:r>
              <a:rPr lang="en-US" sz="2000" dirty="0"/>
              <a:t> = "About";</a:t>
            </a:r>
          </a:p>
          <a:p>
            <a:r>
              <a:rPr lang="en-US" sz="2000" dirty="0"/>
              <a:t>}</a:t>
            </a:r>
          </a:p>
          <a:p>
            <a:r>
              <a:rPr lang="en-US" sz="2000" dirty="0"/>
              <a:t>&lt;h2&gt;@</a:t>
            </a:r>
            <a:r>
              <a:rPr lang="en-US" sz="2000" dirty="0" err="1"/>
              <a:t>ViewBag.Title</a:t>
            </a:r>
            <a:r>
              <a:rPr lang="en-US" sz="2000" dirty="0"/>
              <a:t>.&lt;/h2&gt;</a:t>
            </a:r>
          </a:p>
          <a:p>
            <a:r>
              <a:rPr lang="en-US" sz="2000" dirty="0"/>
              <a:t>&lt;h3&gt;@</a:t>
            </a:r>
            <a:r>
              <a:rPr lang="en-US" sz="2000" dirty="0" err="1"/>
              <a:t>ViewBag.Message</a:t>
            </a:r>
            <a:r>
              <a:rPr lang="en-US" sz="2000" dirty="0"/>
              <a:t>&lt;/h3&gt;</a:t>
            </a:r>
          </a:p>
          <a:p>
            <a:endParaRPr lang="en-US" sz="2000" dirty="0"/>
          </a:p>
          <a:p>
            <a:r>
              <a:rPr lang="en-US" sz="2000" dirty="0"/>
              <a:t>&lt;p&gt;Use this area to provide additional information.&lt;/p&gt;</a:t>
            </a:r>
          </a:p>
        </p:txBody>
      </p:sp>
      <p:sp>
        <p:nvSpPr>
          <p:cNvPr id="8" name="Oval 7"/>
          <p:cNvSpPr/>
          <p:nvPr/>
        </p:nvSpPr>
        <p:spPr bwMode="auto">
          <a:xfrm>
            <a:off x="2095500" y="4745749"/>
            <a:ext cx="3124200" cy="815501"/>
          </a:xfrm>
          <a:prstGeom prst="ellipse">
            <a:avLst/>
          </a:prstGeom>
        </p:spPr>
        <p:style>
          <a:lnRef idx="3">
            <a:schemeClr val="lt1"/>
          </a:lnRef>
          <a:fillRef idx="1">
            <a:schemeClr val="accent5"/>
          </a:fillRef>
          <a:effectRef idx="1">
            <a:schemeClr val="accent5"/>
          </a:effectRef>
          <a:fontRef idx="minor">
            <a:schemeClr val="lt1"/>
          </a:fontRef>
        </p:style>
        <p:txBody>
          <a:bodyPr spcFirstLastPara="0" vert="horz" wrap="square" lIns="122572" tIns="122572" rIns="122572" bIns="122572" numCol="1" spcCol="1270" rtlCol="0" anchor="ctr" anchorCtr="0">
            <a:spAutoFit/>
          </a:bodyPr>
          <a:lstStyle/>
          <a:p>
            <a:pPr marL="0" marR="0" indent="0" algn="ctr" defTabSz="1111250" latinLnBrk="0">
              <a:lnSpc>
                <a:spcPct val="90000"/>
              </a:lnSpc>
              <a:spcAft>
                <a:spcPct val="35000"/>
              </a:spcAft>
              <a:buClrTx/>
              <a:buSzTx/>
              <a:buFont typeface="Wingdings" pitchFamily="2" charset="2"/>
              <a:buNone/>
              <a:tabLst/>
            </a:pPr>
            <a:r>
              <a:rPr lang="en-US" dirty="0" err="1"/>
              <a:t>About.cshtml</a:t>
            </a:r>
            <a:endParaRPr lang="en-US" dirty="0"/>
          </a:p>
        </p:txBody>
      </p:sp>
      <p:pic>
        <p:nvPicPr>
          <p:cNvPr id="4" name="Picture 3"/>
          <p:cNvPicPr>
            <a:picLocks noChangeAspect="1"/>
          </p:cNvPicPr>
          <p:nvPr/>
        </p:nvPicPr>
        <p:blipFill>
          <a:blip r:embed="rId2"/>
          <a:stretch>
            <a:fillRect/>
          </a:stretch>
        </p:blipFill>
        <p:spPr>
          <a:xfrm>
            <a:off x="6400800" y="1752600"/>
            <a:ext cx="2028825" cy="3124200"/>
          </a:xfrm>
          <a:prstGeom prst="rect">
            <a:avLst/>
          </a:prstGeom>
        </p:spPr>
      </p:pic>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Shared</a:t>
            </a:r>
          </a:p>
        </p:txBody>
      </p:sp>
      <p:sp>
        <p:nvSpPr>
          <p:cNvPr id="3" name="Content Placeholder 2"/>
          <p:cNvSpPr>
            <a:spLocks noGrp="1"/>
          </p:cNvSpPr>
          <p:nvPr>
            <p:ph sz="half" idx="1"/>
          </p:nvPr>
        </p:nvSpPr>
        <p:spPr/>
        <p:txBody>
          <a:bodyPr wrap="square">
            <a:spAutoFit/>
          </a:bodyPr>
          <a:lstStyle/>
          <a:p>
            <a:r>
              <a:rPr lang="en-US" dirty="0"/>
              <a:t>Master pages (_</a:t>
            </a:r>
            <a:r>
              <a:rPr lang="en-US" dirty="0" err="1"/>
              <a:t>Layout.cshtml</a:t>
            </a:r>
            <a:r>
              <a:rPr lang="en-US" dirty="0"/>
              <a:t>) and user controls (partial views) used by multiple controllers are placed in the shared folder</a:t>
            </a:r>
          </a:p>
        </p:txBody>
      </p:sp>
      <p:pic>
        <p:nvPicPr>
          <p:cNvPr id="4" name="Picture 3"/>
          <p:cNvPicPr>
            <a:picLocks noChangeAspect="1"/>
          </p:cNvPicPr>
          <p:nvPr/>
        </p:nvPicPr>
        <p:blipFill>
          <a:blip r:embed="rId2"/>
          <a:stretch>
            <a:fillRect/>
          </a:stretch>
        </p:blipFill>
        <p:spPr>
          <a:xfrm>
            <a:off x="5791200" y="2514600"/>
            <a:ext cx="2143125" cy="3505200"/>
          </a:xfrm>
          <a:prstGeom prst="rect">
            <a:avLst/>
          </a:prstGeom>
        </p:spPr>
      </p:pic>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MVC Routing</a:t>
            </a:r>
          </a:p>
        </p:txBody>
      </p:sp>
      <p:sp>
        <p:nvSpPr>
          <p:cNvPr id="3" name="Content Placeholder 2"/>
          <p:cNvSpPr>
            <a:spLocks noGrp="1"/>
          </p:cNvSpPr>
          <p:nvPr>
            <p:ph sz="half" idx="1"/>
          </p:nvPr>
        </p:nvSpPr>
        <p:spPr/>
        <p:txBody>
          <a:bodyPr>
            <a:normAutofit/>
          </a:bodyPr>
          <a:lstStyle/>
          <a:p>
            <a:r>
              <a:rPr lang="en-US" dirty="0"/>
              <a:t>Process of directing an HTTP request to a controller is known as routing</a:t>
            </a:r>
          </a:p>
          <a:p>
            <a:r>
              <a:rPr lang="en-US" dirty="0"/>
              <a:t>Directs incoming request to an MVC controller</a:t>
            </a:r>
          </a:p>
          <a:p>
            <a:pPr lvl="1"/>
            <a:r>
              <a:rPr lang="en-US" dirty="0"/>
              <a:t>Defines routes during application startup</a:t>
            </a:r>
          </a:p>
          <a:p>
            <a:pPr lvl="1"/>
            <a:r>
              <a:rPr lang="en-US" dirty="0"/>
              <a:t>Map URLs to controller action with parameters</a:t>
            </a: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Found in </a:t>
            </a:r>
            <a:r>
              <a:rPr lang="en-US" dirty="0" err="1"/>
              <a:t>Program.cs</a:t>
            </a:r>
            <a:endParaRPr lang="en-US" dirty="0"/>
          </a:p>
        </p:txBody>
      </p:sp>
      <p:sp>
        <p:nvSpPr>
          <p:cNvPr id="3" name="Content Placeholder 2"/>
          <p:cNvSpPr>
            <a:spLocks noGrp="1"/>
          </p:cNvSpPr>
          <p:nvPr>
            <p:ph sz="half" idx="1"/>
          </p:nvPr>
        </p:nvSpPr>
        <p:spPr>
          <a:xfrm>
            <a:off x="457200" y="4191000"/>
            <a:ext cx="5029200" cy="1935166"/>
          </a:xfrm>
        </p:spPr>
        <p:txBody>
          <a:bodyPr/>
          <a:lstStyle/>
          <a:p>
            <a:r>
              <a:rPr lang="en-US" dirty="0"/>
              <a:t>Note: Controller names and action names are not case sensitive.</a:t>
            </a:r>
          </a:p>
        </p:txBody>
      </p:sp>
      <p:sp>
        <p:nvSpPr>
          <p:cNvPr id="6" name="Rectangle 5"/>
          <p:cNvSpPr/>
          <p:nvPr/>
        </p:nvSpPr>
        <p:spPr>
          <a:xfrm>
            <a:off x="304800" y="1575251"/>
            <a:ext cx="8763000" cy="1015663"/>
          </a:xfrm>
          <a:prstGeom prst="rect">
            <a:avLst/>
          </a:prstGeom>
        </p:spPr>
        <p:txBody>
          <a:bodyPr wrap="square">
            <a:spAutoFit/>
          </a:bodyPr>
          <a:lstStyle/>
          <a:p>
            <a:r>
              <a:rPr lang="en-US" sz="2000" dirty="0" err="1">
                <a:latin typeface="Courier New" pitchFamily="49" charset="0"/>
                <a:cs typeface="Courier New" pitchFamily="49" charset="0"/>
              </a:rPr>
              <a:t>app.MapControllerRoute</a:t>
            </a:r>
            <a:r>
              <a:rPr lang="en-US" sz="2000" dirty="0">
                <a:latin typeface="Courier New" pitchFamily="49" charset="0"/>
                <a:cs typeface="Courier New" pitchFamily="49" charset="0"/>
              </a:rPr>
              <a:t>(</a:t>
            </a:r>
          </a:p>
          <a:p>
            <a:r>
              <a:rPr lang="en-US" sz="2000" dirty="0">
                <a:latin typeface="Courier New" pitchFamily="49" charset="0"/>
                <a:cs typeface="Courier New" pitchFamily="49" charset="0"/>
              </a:rPr>
              <a:t>    name: "default",</a:t>
            </a:r>
          </a:p>
          <a:p>
            <a:r>
              <a:rPr lang="en-US" sz="2000" dirty="0">
                <a:latin typeface="Courier New" pitchFamily="49" charset="0"/>
                <a:cs typeface="Courier New" pitchFamily="49" charset="0"/>
              </a:rPr>
              <a:t>    pattern: "{controller=Home}/{action=Index}/{id?}");</a:t>
            </a:r>
            <a:endParaRPr lang="en-US" sz="2000" dirty="0">
              <a:solidFill>
                <a:srgbClr val="00FF00"/>
              </a:solidFill>
              <a:latin typeface="Courier New" pitchFamily="49" charset="0"/>
              <a:cs typeface="Courier New" pitchFamily="49" charset="0"/>
            </a:endParaRPr>
          </a:p>
        </p:txBody>
      </p:sp>
      <p:sp>
        <p:nvSpPr>
          <p:cNvPr id="7" name="Rectangle 6"/>
          <p:cNvSpPr/>
          <p:nvPr/>
        </p:nvSpPr>
        <p:spPr>
          <a:xfrm>
            <a:off x="533400" y="3276600"/>
            <a:ext cx="7949612" cy="646331"/>
          </a:xfrm>
          <a:prstGeom prst="rect">
            <a:avLst/>
          </a:prstGeom>
        </p:spPr>
        <p:txBody>
          <a:bodyPr wrap="none">
            <a:spAutoFit/>
          </a:bodyPr>
          <a:lstStyle/>
          <a:p>
            <a:r>
              <a:rPr lang="en-US" sz="3600" dirty="0">
                <a:solidFill>
                  <a:schemeClr val="accent5">
                    <a:lumMod val="50000"/>
                  </a:schemeClr>
                </a:solidFill>
                <a:latin typeface="Courier New" pitchFamily="49" charset="0"/>
                <a:cs typeface="Courier New" pitchFamily="49" charset="0"/>
              </a:rPr>
              <a:t>http://localhost:/Home/About</a:t>
            </a:r>
          </a:p>
        </p:txBody>
      </p:sp>
      <p:sp>
        <p:nvSpPr>
          <p:cNvPr id="8" name="Up Arrow 7"/>
          <p:cNvSpPr/>
          <p:nvPr/>
        </p:nvSpPr>
        <p:spPr bwMode="auto">
          <a:xfrm>
            <a:off x="5867400" y="3776846"/>
            <a:ext cx="561458" cy="2776354"/>
          </a:xfrm>
          <a:prstGeom prst="upArrow">
            <a:avLst/>
          </a:prstGeom>
        </p:spPr>
        <p:style>
          <a:lnRef idx="3">
            <a:schemeClr val="lt1"/>
          </a:lnRef>
          <a:fillRef idx="1">
            <a:schemeClr val="accent6"/>
          </a:fillRef>
          <a:effectRef idx="1">
            <a:schemeClr val="accent6"/>
          </a:effectRef>
          <a:fontRef idx="minor">
            <a:schemeClr val="lt1"/>
          </a:fontRef>
        </p:style>
        <p:txBody>
          <a:bodyPr spcFirstLastPara="0" vert="horz" wrap="square" lIns="122572" tIns="122572" rIns="122572" bIns="122572" numCol="1" spcCol="1270" rtlCol="0" anchor="ctr" anchorCtr="0">
            <a:noAutofit/>
            <a:scene3d>
              <a:camera prst="orthographicFront">
                <a:rot lat="0" lon="20999989" rev="16500000"/>
              </a:camera>
              <a:lightRig rig="threePt" dir="t"/>
            </a:scene3d>
            <a:flatTx/>
          </a:bodyPr>
          <a:lstStyle/>
          <a:p>
            <a:pPr marL="0" marR="0" indent="0" algn="ctr" defTabSz="1111250" latinLnBrk="0">
              <a:lnSpc>
                <a:spcPct val="90000"/>
              </a:lnSpc>
              <a:spcAft>
                <a:spcPct val="35000"/>
              </a:spcAft>
              <a:buClrTx/>
              <a:buSzTx/>
              <a:buFont typeface="Wingdings" pitchFamily="2" charset="2"/>
              <a:buNone/>
              <a:tabLst/>
            </a:pPr>
            <a:r>
              <a:rPr lang="en-US" sz="1800" dirty="0">
                <a:solidFill>
                  <a:schemeClr val="lt1"/>
                </a:solidFill>
                <a:latin typeface="+mn-lt"/>
              </a:rPr>
              <a:t>Controller</a:t>
            </a:r>
          </a:p>
        </p:txBody>
      </p:sp>
      <p:sp>
        <p:nvSpPr>
          <p:cNvPr id="9" name="Up Arrow 8"/>
          <p:cNvSpPr/>
          <p:nvPr/>
        </p:nvSpPr>
        <p:spPr bwMode="auto">
          <a:xfrm>
            <a:off x="7239000" y="3733800"/>
            <a:ext cx="561458" cy="2776354"/>
          </a:xfrm>
          <a:prstGeom prst="upArrow">
            <a:avLst/>
          </a:prstGeom>
        </p:spPr>
        <p:style>
          <a:lnRef idx="3">
            <a:schemeClr val="lt1"/>
          </a:lnRef>
          <a:fillRef idx="1">
            <a:schemeClr val="accent6"/>
          </a:fillRef>
          <a:effectRef idx="1">
            <a:schemeClr val="accent6"/>
          </a:effectRef>
          <a:fontRef idx="minor">
            <a:schemeClr val="lt1"/>
          </a:fontRef>
        </p:style>
        <p:txBody>
          <a:bodyPr spcFirstLastPara="0" vert="horz" wrap="square" lIns="122572" tIns="122572" rIns="122572" bIns="122572" numCol="1" spcCol="1270" rtlCol="0" anchor="ctr" anchorCtr="0">
            <a:noAutofit/>
            <a:scene3d>
              <a:camera prst="orthographicFront">
                <a:rot lat="0" lon="20999989" rev="16500000"/>
              </a:camera>
              <a:lightRig rig="threePt" dir="t"/>
            </a:scene3d>
            <a:flatTx/>
          </a:bodyPr>
          <a:lstStyle/>
          <a:p>
            <a:pPr marL="0" marR="0" indent="0" algn="ctr" defTabSz="1111250" latinLnBrk="0">
              <a:lnSpc>
                <a:spcPct val="90000"/>
              </a:lnSpc>
              <a:spcAft>
                <a:spcPct val="35000"/>
              </a:spcAft>
              <a:buClrTx/>
              <a:buSzTx/>
              <a:buFont typeface="Wingdings" pitchFamily="2" charset="2"/>
              <a:buNone/>
              <a:tabLst/>
            </a:pPr>
            <a:r>
              <a:rPr lang="en-US" sz="1800" dirty="0">
                <a:solidFill>
                  <a:schemeClr val="lt1"/>
                </a:solidFill>
                <a:latin typeface="+mn-lt"/>
              </a:rPr>
              <a:t>Action</a:t>
            </a:r>
          </a:p>
        </p:txBody>
      </p:sp>
      <p:sp>
        <p:nvSpPr>
          <p:cNvPr id="10" name="Up Arrow 9"/>
          <p:cNvSpPr/>
          <p:nvPr/>
        </p:nvSpPr>
        <p:spPr bwMode="auto">
          <a:xfrm>
            <a:off x="8506342" y="3657600"/>
            <a:ext cx="561458" cy="2776354"/>
          </a:xfrm>
          <a:prstGeom prst="upArrow">
            <a:avLst/>
          </a:prstGeom>
        </p:spPr>
        <p:style>
          <a:lnRef idx="3">
            <a:schemeClr val="lt1"/>
          </a:lnRef>
          <a:fillRef idx="1">
            <a:schemeClr val="accent6"/>
          </a:fillRef>
          <a:effectRef idx="1">
            <a:schemeClr val="accent6"/>
          </a:effectRef>
          <a:fontRef idx="minor">
            <a:schemeClr val="lt1"/>
          </a:fontRef>
        </p:style>
        <p:txBody>
          <a:bodyPr spcFirstLastPara="0" vert="horz" wrap="square" lIns="122572" tIns="122572" rIns="122572" bIns="122572" numCol="1" spcCol="1270" rtlCol="0" anchor="ctr" anchorCtr="0">
            <a:noAutofit/>
            <a:scene3d>
              <a:camera prst="orthographicFront">
                <a:rot lat="0" lon="20999989" rev="16500000"/>
              </a:camera>
              <a:lightRig rig="threePt" dir="t"/>
            </a:scene3d>
            <a:flatTx/>
          </a:bodyPr>
          <a:lstStyle/>
          <a:p>
            <a:pPr marL="0" marR="0" indent="0" algn="ctr" defTabSz="1111250" latinLnBrk="0">
              <a:lnSpc>
                <a:spcPct val="90000"/>
              </a:lnSpc>
              <a:spcAft>
                <a:spcPct val="35000"/>
              </a:spcAft>
              <a:buClrTx/>
              <a:buSzTx/>
              <a:buFont typeface="Wingdings" pitchFamily="2" charset="2"/>
              <a:buNone/>
              <a:tabLst/>
            </a:pPr>
            <a:r>
              <a:rPr lang="en-US" sz="1800" dirty="0">
                <a:solidFill>
                  <a:schemeClr val="lt1"/>
                </a:solidFill>
                <a:latin typeface="+mn-lt"/>
              </a:rPr>
              <a:t>id</a:t>
            </a: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MVC Controllers</a:t>
            </a:r>
          </a:p>
        </p:txBody>
      </p:sp>
      <p:sp>
        <p:nvSpPr>
          <p:cNvPr id="3" name="Content Placeholder 2"/>
          <p:cNvSpPr>
            <a:spLocks noGrp="1"/>
          </p:cNvSpPr>
          <p:nvPr>
            <p:ph sz="half" idx="1"/>
          </p:nvPr>
        </p:nvSpPr>
        <p:spPr>
          <a:xfrm>
            <a:off x="457200" y="1220842"/>
            <a:ext cx="8229600" cy="2154436"/>
          </a:xfrm>
        </p:spPr>
        <p:txBody>
          <a:bodyPr>
            <a:spAutoFit/>
          </a:bodyPr>
          <a:lstStyle/>
          <a:p>
            <a:r>
              <a:rPr lang="en-US" sz="2400" dirty="0"/>
              <a:t>Public methods are “actions”</a:t>
            </a:r>
          </a:p>
          <a:p>
            <a:pPr lvl="1"/>
            <a:r>
              <a:rPr lang="en-US" sz="2000" dirty="0"/>
              <a:t>Method invoked by ASP.NET once it determines the proper route in the </a:t>
            </a:r>
            <a:r>
              <a:rPr lang="en-US" sz="2000" dirty="0" err="1">
                <a:latin typeface="Courier New" pitchFamily="49" charset="0"/>
                <a:cs typeface="Courier New" pitchFamily="49" charset="0"/>
              </a:rPr>
              <a:t>RouteConfig.cs</a:t>
            </a:r>
            <a:r>
              <a:rPr lang="en-US" sz="2000" dirty="0"/>
              <a:t> file</a:t>
            </a:r>
          </a:p>
          <a:p>
            <a:pPr lvl="1"/>
            <a:r>
              <a:rPr lang="en-US" sz="2000" dirty="0"/>
              <a:t>Controller can build the model and place in </a:t>
            </a:r>
            <a:r>
              <a:rPr lang="en-US" sz="2000" dirty="0" err="1">
                <a:latin typeface="Courier New" pitchFamily="49" charset="0"/>
                <a:cs typeface="Courier New" pitchFamily="49" charset="0"/>
              </a:rPr>
              <a:t>ViewBag</a:t>
            </a:r>
            <a:endParaRPr lang="en-US" sz="2000" dirty="0">
              <a:latin typeface="Courier New" pitchFamily="49" charset="0"/>
              <a:cs typeface="Courier New" pitchFamily="49" charset="0"/>
            </a:endParaRPr>
          </a:p>
          <a:p>
            <a:pPr lvl="1"/>
            <a:r>
              <a:rPr lang="en-US" sz="2000" dirty="0"/>
              <a:t>Return value of </a:t>
            </a:r>
            <a:r>
              <a:rPr lang="en-US" sz="2000" dirty="0" err="1">
                <a:latin typeface="Courier New" pitchFamily="49" charset="0"/>
                <a:cs typeface="Courier New" pitchFamily="49" charset="0"/>
              </a:rPr>
              <a:t>ActionResult</a:t>
            </a:r>
            <a:r>
              <a:rPr lang="en-US" sz="2000" dirty="0"/>
              <a:t> tells the framework where to go next</a:t>
            </a:r>
          </a:p>
        </p:txBody>
      </p:sp>
      <p:sp>
        <p:nvSpPr>
          <p:cNvPr id="6" name="Rectangle 5"/>
          <p:cNvSpPr/>
          <p:nvPr/>
        </p:nvSpPr>
        <p:spPr>
          <a:xfrm>
            <a:off x="451880" y="4800600"/>
            <a:ext cx="8534400" cy="1815882"/>
          </a:xfrm>
          <a:prstGeom prst="rect">
            <a:avLst/>
          </a:prstGeom>
        </p:spPr>
        <p:txBody>
          <a:bodyPr wrap="square">
            <a:spAutoFit/>
          </a:bodyPr>
          <a:lstStyle/>
          <a:p>
            <a:r>
              <a:rPr lang="en-US" sz="1600" dirty="0">
                <a:latin typeface="Courier New" pitchFamily="49" charset="0"/>
                <a:cs typeface="Courier New" pitchFamily="49" charset="0"/>
              </a:rPr>
              <a:t>public </a:t>
            </a:r>
            <a:r>
              <a:rPr lang="en-US" sz="1600" dirty="0" err="1">
                <a:latin typeface="Courier New" pitchFamily="49" charset="0"/>
                <a:cs typeface="Courier New" pitchFamily="49" charset="0"/>
              </a:rPr>
              <a:t>ActionResult</a:t>
            </a:r>
            <a:r>
              <a:rPr lang="en-US" sz="1600" dirty="0">
                <a:latin typeface="Courier New" pitchFamily="49" charset="0"/>
                <a:cs typeface="Courier New" pitchFamily="49" charset="0"/>
              </a:rPr>
              <a:t> About()</a:t>
            </a:r>
          </a:p>
          <a:p>
            <a:r>
              <a:rPr lang="en-US" sz="1600" dirty="0">
                <a:latin typeface="Courier New" pitchFamily="49" charset="0"/>
                <a:cs typeface="Courier New" pitchFamily="49" charset="0"/>
              </a:rPr>
              <a:t>{</a:t>
            </a:r>
          </a:p>
          <a:p>
            <a:r>
              <a:rPr lang="en-US" sz="1600" dirty="0">
                <a:latin typeface="Courier New" pitchFamily="49" charset="0"/>
                <a:cs typeface="Courier New" pitchFamily="49" charset="0"/>
              </a:rPr>
              <a:t>   </a:t>
            </a:r>
            <a:r>
              <a:rPr lang="en-US" sz="1600" dirty="0">
                <a:solidFill>
                  <a:srgbClr val="00B050"/>
                </a:solidFill>
                <a:latin typeface="Courier New" pitchFamily="49" charset="0"/>
                <a:cs typeface="Courier New" pitchFamily="49" charset="0"/>
              </a:rPr>
              <a:t>// </a:t>
            </a:r>
            <a:r>
              <a:rPr lang="en-US" sz="1600" dirty="0" err="1">
                <a:solidFill>
                  <a:srgbClr val="00B050"/>
                </a:solidFill>
                <a:latin typeface="Courier New" pitchFamily="49" charset="0"/>
                <a:cs typeface="Courier New" pitchFamily="49" charset="0"/>
              </a:rPr>
              <a:t>ViewData</a:t>
            </a:r>
            <a:r>
              <a:rPr lang="en-US" sz="1600" dirty="0">
                <a:solidFill>
                  <a:srgbClr val="00B050"/>
                </a:solidFill>
                <a:latin typeface="Courier New" pitchFamily="49" charset="0"/>
                <a:cs typeface="Courier New" pitchFamily="49" charset="0"/>
              </a:rPr>
              <a:t>["Message"] = "Your application description page.";</a:t>
            </a:r>
          </a:p>
          <a:p>
            <a:r>
              <a:rPr lang="en-US" sz="1600" dirty="0">
                <a:latin typeface="Courier New" pitchFamily="49" charset="0"/>
                <a:cs typeface="Courier New" pitchFamily="49" charset="0"/>
              </a:rPr>
              <a:t>   </a:t>
            </a:r>
            <a:r>
              <a:rPr lang="en-US" sz="1600" dirty="0" err="1">
                <a:latin typeface="Courier New" pitchFamily="49" charset="0"/>
                <a:cs typeface="Courier New" pitchFamily="49" charset="0"/>
              </a:rPr>
              <a:t>ViewBag.Message</a:t>
            </a:r>
            <a:r>
              <a:rPr lang="en-US" sz="1600" dirty="0">
                <a:latin typeface="Courier New" pitchFamily="49" charset="0"/>
                <a:cs typeface="Courier New" pitchFamily="49" charset="0"/>
              </a:rPr>
              <a:t> = "Your application description page.";</a:t>
            </a:r>
          </a:p>
          <a:p>
            <a:endParaRPr lang="en-US" sz="1600" dirty="0">
              <a:latin typeface="Courier New" pitchFamily="49" charset="0"/>
              <a:cs typeface="Courier New" pitchFamily="49" charset="0"/>
            </a:endParaRPr>
          </a:p>
          <a:p>
            <a:r>
              <a:rPr lang="en-US" sz="1600" dirty="0">
                <a:latin typeface="Courier New" pitchFamily="49" charset="0"/>
                <a:cs typeface="Courier New" pitchFamily="49" charset="0"/>
              </a:rPr>
              <a:t>   return View();</a:t>
            </a:r>
          </a:p>
          <a:p>
            <a:r>
              <a:rPr lang="en-US" sz="1600" dirty="0">
                <a:latin typeface="Courier New" pitchFamily="49" charset="0"/>
                <a:cs typeface="Courier New" pitchFamily="49" charset="0"/>
              </a:rPr>
              <a:t>}</a:t>
            </a:r>
          </a:p>
        </p:txBody>
      </p:sp>
      <p:sp>
        <p:nvSpPr>
          <p:cNvPr id="7" name="Rounded Rectangular Callout 6"/>
          <p:cNvSpPr/>
          <p:nvPr/>
        </p:nvSpPr>
        <p:spPr bwMode="auto">
          <a:xfrm>
            <a:off x="5791200" y="3699268"/>
            <a:ext cx="1786467" cy="1101332"/>
          </a:xfrm>
          <a:prstGeom prst="wedgeRoundRectCallout">
            <a:avLst>
              <a:gd name="adj1" fmla="val -269885"/>
              <a:gd name="adj2" fmla="val 100530"/>
              <a:gd name="adj3" fmla="val 16667"/>
            </a:avLst>
          </a:prstGeom>
        </p:spPr>
        <p:style>
          <a:lnRef idx="3">
            <a:schemeClr val="lt1"/>
          </a:lnRef>
          <a:fillRef idx="1">
            <a:schemeClr val="accent5"/>
          </a:fillRef>
          <a:effectRef idx="1">
            <a:schemeClr val="accent5"/>
          </a:effectRef>
          <a:fontRef idx="minor">
            <a:schemeClr val="lt1"/>
          </a:fontRef>
        </p:style>
        <p:txBody>
          <a:bodyPr spcFirstLastPara="0" vert="horz" wrap="square" lIns="122572" tIns="122572" rIns="122572" bIns="122572" numCol="1" spcCol="1270" rtlCol="0" anchor="ctr" anchorCtr="0">
            <a:spAutoFit/>
          </a:bodyPr>
          <a:lstStyle/>
          <a:p>
            <a:pPr marL="0" marR="0" indent="0" algn="ctr" defTabSz="1111250" latinLnBrk="0">
              <a:lnSpc>
                <a:spcPct val="90000"/>
              </a:lnSpc>
              <a:spcAft>
                <a:spcPct val="35000"/>
              </a:spcAft>
              <a:buClrTx/>
              <a:buSzTx/>
              <a:buFont typeface="Wingdings" pitchFamily="2" charset="2"/>
              <a:buNone/>
              <a:tabLst/>
            </a:pPr>
            <a:r>
              <a:rPr lang="en-US" sz="1800" dirty="0" err="1">
                <a:solidFill>
                  <a:schemeClr val="lt1"/>
                </a:solidFill>
                <a:latin typeface="+mn-lt"/>
              </a:rPr>
              <a:t>ViewData</a:t>
            </a:r>
            <a:r>
              <a:rPr lang="en-US" sz="1800" dirty="0">
                <a:solidFill>
                  <a:schemeClr val="lt1"/>
                </a:solidFill>
                <a:latin typeface="+mn-lt"/>
              </a:rPr>
              <a:t> is like a dictionary</a:t>
            </a: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Adding Partial View</a:t>
            </a:r>
          </a:p>
        </p:txBody>
      </p:sp>
      <p:sp>
        <p:nvSpPr>
          <p:cNvPr id="6" name="Rectangle 5"/>
          <p:cNvSpPr/>
          <p:nvPr/>
        </p:nvSpPr>
        <p:spPr>
          <a:xfrm>
            <a:off x="533400" y="2630449"/>
            <a:ext cx="7943850" cy="461665"/>
          </a:xfrm>
          <a:prstGeom prst="rect">
            <a:avLst/>
          </a:prstGeom>
          <a:ln>
            <a:solidFill>
              <a:schemeClr val="tx1"/>
            </a:solidFill>
          </a:ln>
        </p:spPr>
        <p:txBody>
          <a:bodyPr wrap="square">
            <a:spAutoFit/>
          </a:bodyPr>
          <a:lstStyle/>
          <a:p>
            <a:r>
              <a:rPr lang="en-US" dirty="0"/>
              <a:t>&lt;h1 style="color: red;"&gt;I am the hello partial view&lt;/h1&gt;</a:t>
            </a:r>
          </a:p>
        </p:txBody>
      </p:sp>
      <p:sp>
        <p:nvSpPr>
          <p:cNvPr id="7" name="Rectangle 6"/>
          <p:cNvSpPr/>
          <p:nvPr/>
        </p:nvSpPr>
        <p:spPr>
          <a:xfrm>
            <a:off x="568234" y="4080222"/>
            <a:ext cx="4384766" cy="461665"/>
          </a:xfrm>
          <a:prstGeom prst="rect">
            <a:avLst/>
          </a:prstGeom>
          <a:ln>
            <a:solidFill>
              <a:schemeClr val="tx1"/>
            </a:solidFill>
          </a:ln>
        </p:spPr>
        <p:txBody>
          <a:bodyPr wrap="square">
            <a:spAutoFit/>
          </a:bodyPr>
          <a:lstStyle/>
          <a:p>
            <a:r>
              <a:rPr lang="en-US" dirty="0"/>
              <a:t>@</a:t>
            </a:r>
            <a:r>
              <a:rPr lang="en-US" dirty="0" err="1"/>
              <a:t>Html.Partial</a:t>
            </a:r>
            <a:r>
              <a:rPr lang="en-US" dirty="0"/>
              <a:t>("_</a:t>
            </a:r>
            <a:r>
              <a:rPr lang="en-US" dirty="0" err="1"/>
              <a:t>HelloPartial</a:t>
            </a:r>
            <a:r>
              <a:rPr lang="en-US" dirty="0"/>
              <a:t>")</a:t>
            </a:r>
          </a:p>
        </p:txBody>
      </p:sp>
      <p:sp>
        <p:nvSpPr>
          <p:cNvPr id="8" name="Content Placeholder 2"/>
          <p:cNvSpPr txBox="1">
            <a:spLocks/>
          </p:cNvSpPr>
          <p:nvPr/>
        </p:nvSpPr>
        <p:spPr>
          <a:xfrm>
            <a:off x="451880" y="1026694"/>
            <a:ext cx="5567920" cy="1384995"/>
          </a:xfrm>
          <a:prstGeom prst="rect">
            <a:avLst/>
          </a:prstGeom>
        </p:spPr>
        <p:txBody>
          <a:bodyPr>
            <a:spAutoFit/>
          </a:bodyPr>
          <a:lstStyle>
            <a:lvl1pPr marL="342900" indent="-342900" algn="l" defTabSz="457200" rtl="0" eaLnBrk="1" latinLnBrk="0" hangingPunct="1">
              <a:spcBef>
                <a:spcPct val="20000"/>
              </a:spcBef>
              <a:buClr>
                <a:srgbClr val="0072C6"/>
              </a:buClr>
              <a:buFont typeface="Arial"/>
              <a:buChar char="•"/>
              <a:defRPr lang="en-US" sz="2800" b="0" i="0" kern="1200" dirty="0" smtClean="0">
                <a:solidFill>
                  <a:schemeClr val="tx1"/>
                </a:solidFill>
                <a:latin typeface="Segoe UI" pitchFamily="34" charset="0"/>
                <a:ea typeface="Segoe UI" pitchFamily="34" charset="0"/>
                <a:cs typeface="Segoe UI" pitchFamily="34" charset="0"/>
              </a:defRPr>
            </a:lvl1pPr>
            <a:lvl2pPr marL="742950" indent="-285750" algn="l" defTabSz="457200" rtl="0" eaLnBrk="1" latinLnBrk="0" hangingPunct="1">
              <a:spcBef>
                <a:spcPts val="400"/>
              </a:spcBef>
              <a:buClr>
                <a:srgbClr val="0072C6"/>
              </a:buClr>
              <a:buSzPct val="70000"/>
              <a:buFont typeface="Courier New" pitchFamily="49" charset="0"/>
              <a:buChar char="o"/>
              <a:defRPr lang="en-US" sz="2400" b="0" i="0" kern="1200" dirty="0" smtClean="0">
                <a:solidFill>
                  <a:schemeClr val="tx1"/>
                </a:solidFill>
                <a:latin typeface="Segoe UI" pitchFamily="34" charset="0"/>
                <a:ea typeface="Segoe UI" pitchFamily="34" charset="0"/>
                <a:cs typeface="Segoe UI" pitchFamily="34" charset="0"/>
              </a:defRPr>
            </a:lvl2pPr>
            <a:lvl3pPr marL="1143000" indent="-228600" algn="l" defTabSz="457200" rtl="0" eaLnBrk="1" latinLnBrk="0" hangingPunct="1">
              <a:spcBef>
                <a:spcPct val="20000"/>
              </a:spcBef>
              <a:buClr>
                <a:srgbClr val="0072C6"/>
              </a:buClr>
              <a:buFont typeface="Wingdings" pitchFamily="2" charset="2"/>
              <a:buChar char="§"/>
              <a:defRPr lang="en-US" sz="2000" b="0" i="0" kern="1200" dirty="0" smtClean="0">
                <a:solidFill>
                  <a:schemeClr val="tx1"/>
                </a:solidFill>
                <a:latin typeface="Segoe UI" pitchFamily="34" charset="0"/>
                <a:ea typeface="Segoe UI" pitchFamily="34" charset="0"/>
                <a:cs typeface="Segoe UI" pitchFamily="34" charset="0"/>
              </a:defRPr>
            </a:lvl3pPr>
            <a:lvl4pPr marL="1600200" indent="-228600" algn="l" defTabSz="457200" rtl="0" eaLnBrk="1" latinLnBrk="0" hangingPunct="1">
              <a:spcBef>
                <a:spcPct val="20000"/>
              </a:spcBef>
              <a:buClr>
                <a:srgbClr val="0072C6"/>
              </a:buClr>
              <a:buFont typeface="Arial"/>
              <a:buChar char="–"/>
              <a:defRPr lang="en-US" sz="1600" b="0" i="0" kern="1200" dirty="0" smtClean="0">
                <a:solidFill>
                  <a:schemeClr val="tx1"/>
                </a:solidFill>
                <a:latin typeface="Segoe UI" pitchFamily="34" charset="0"/>
                <a:ea typeface="Segoe UI" pitchFamily="34" charset="0"/>
                <a:cs typeface="Segoe UI" pitchFamily="34" charset="0"/>
              </a:defRPr>
            </a:lvl4pPr>
            <a:lvl5pPr marL="2057400" indent="-228600" algn="l" defTabSz="457200" rtl="0" eaLnBrk="1" latinLnBrk="0" hangingPunct="1">
              <a:spcBef>
                <a:spcPct val="20000"/>
              </a:spcBef>
              <a:buClr>
                <a:srgbClr val="0072C6"/>
              </a:buClr>
              <a:buFont typeface="Arial"/>
              <a:buChar char="»"/>
              <a:defRPr lang="en-US" sz="1600" b="0" i="0" kern="1200" dirty="0">
                <a:solidFill>
                  <a:schemeClr val="tx1"/>
                </a:solidFill>
                <a:latin typeface="Segoe UI" pitchFamily="34" charset="0"/>
                <a:ea typeface="Segoe UI" pitchFamily="34" charset="0"/>
                <a:cs typeface="Segoe UI"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fontAlgn="auto">
              <a:spcAft>
                <a:spcPts val="0"/>
              </a:spcAft>
            </a:pPr>
            <a:r>
              <a:rPr lang="en-US" dirty="0"/>
              <a:t>Under /Views/Shared add a </a:t>
            </a:r>
            <a:r>
              <a:rPr lang="en-US" i="1" dirty="0"/>
              <a:t>_</a:t>
            </a:r>
            <a:r>
              <a:rPr lang="en-US" i="1" dirty="0" err="1"/>
              <a:t>HelloPartial.cshtml</a:t>
            </a:r>
            <a:r>
              <a:rPr lang="en-US" i="1" dirty="0"/>
              <a:t> </a:t>
            </a:r>
            <a:r>
              <a:rPr lang="en-US" dirty="0"/>
              <a:t>view file with following contents</a:t>
            </a:r>
          </a:p>
        </p:txBody>
      </p:sp>
      <p:pic>
        <p:nvPicPr>
          <p:cNvPr id="4" name="Picture 3"/>
          <p:cNvPicPr>
            <a:picLocks noChangeAspect="1"/>
          </p:cNvPicPr>
          <p:nvPr/>
        </p:nvPicPr>
        <p:blipFill>
          <a:blip r:embed="rId2"/>
          <a:stretch>
            <a:fillRect/>
          </a:stretch>
        </p:blipFill>
        <p:spPr>
          <a:xfrm>
            <a:off x="6376579" y="916861"/>
            <a:ext cx="2076450" cy="1600200"/>
          </a:xfrm>
          <a:prstGeom prst="rect">
            <a:avLst/>
          </a:prstGeom>
        </p:spPr>
      </p:pic>
      <p:sp>
        <p:nvSpPr>
          <p:cNvPr id="9" name="Content Placeholder 2"/>
          <p:cNvSpPr txBox="1">
            <a:spLocks/>
          </p:cNvSpPr>
          <p:nvPr/>
        </p:nvSpPr>
        <p:spPr>
          <a:xfrm>
            <a:off x="187840" y="3094291"/>
            <a:ext cx="8879960" cy="523220"/>
          </a:xfrm>
          <a:prstGeom prst="rect">
            <a:avLst/>
          </a:prstGeom>
        </p:spPr>
        <p:txBody>
          <a:bodyPr wrap="square">
            <a:spAutoFit/>
          </a:bodyPr>
          <a:lstStyle>
            <a:lvl1pPr marL="342900" indent="-342900" algn="l" defTabSz="457200" rtl="0" eaLnBrk="1" latinLnBrk="0" hangingPunct="1">
              <a:spcBef>
                <a:spcPct val="20000"/>
              </a:spcBef>
              <a:buClr>
                <a:srgbClr val="0072C6"/>
              </a:buClr>
              <a:buFont typeface="Arial"/>
              <a:buChar char="•"/>
              <a:defRPr lang="en-US" sz="2800" b="0" i="0" kern="1200" dirty="0" smtClean="0">
                <a:solidFill>
                  <a:schemeClr val="tx1"/>
                </a:solidFill>
                <a:latin typeface="Segoe UI" pitchFamily="34" charset="0"/>
                <a:ea typeface="Segoe UI" pitchFamily="34" charset="0"/>
                <a:cs typeface="Segoe UI" pitchFamily="34" charset="0"/>
              </a:defRPr>
            </a:lvl1pPr>
            <a:lvl2pPr marL="742950" indent="-285750" algn="l" defTabSz="457200" rtl="0" eaLnBrk="1" latinLnBrk="0" hangingPunct="1">
              <a:spcBef>
                <a:spcPts val="400"/>
              </a:spcBef>
              <a:buClr>
                <a:srgbClr val="0072C6"/>
              </a:buClr>
              <a:buSzPct val="70000"/>
              <a:buFont typeface="Courier New" pitchFamily="49" charset="0"/>
              <a:buChar char="o"/>
              <a:defRPr lang="en-US" sz="2400" b="0" i="0" kern="1200" dirty="0" smtClean="0">
                <a:solidFill>
                  <a:schemeClr val="tx1"/>
                </a:solidFill>
                <a:latin typeface="Segoe UI" pitchFamily="34" charset="0"/>
                <a:ea typeface="Segoe UI" pitchFamily="34" charset="0"/>
                <a:cs typeface="Segoe UI" pitchFamily="34" charset="0"/>
              </a:defRPr>
            </a:lvl2pPr>
            <a:lvl3pPr marL="1143000" indent="-228600" algn="l" defTabSz="457200" rtl="0" eaLnBrk="1" latinLnBrk="0" hangingPunct="1">
              <a:spcBef>
                <a:spcPct val="20000"/>
              </a:spcBef>
              <a:buClr>
                <a:srgbClr val="0072C6"/>
              </a:buClr>
              <a:buFont typeface="Wingdings" pitchFamily="2" charset="2"/>
              <a:buChar char="§"/>
              <a:defRPr lang="en-US" sz="2000" b="0" i="0" kern="1200" dirty="0" smtClean="0">
                <a:solidFill>
                  <a:schemeClr val="tx1"/>
                </a:solidFill>
                <a:latin typeface="Segoe UI" pitchFamily="34" charset="0"/>
                <a:ea typeface="Segoe UI" pitchFamily="34" charset="0"/>
                <a:cs typeface="Segoe UI" pitchFamily="34" charset="0"/>
              </a:defRPr>
            </a:lvl3pPr>
            <a:lvl4pPr marL="1600200" indent="-228600" algn="l" defTabSz="457200" rtl="0" eaLnBrk="1" latinLnBrk="0" hangingPunct="1">
              <a:spcBef>
                <a:spcPct val="20000"/>
              </a:spcBef>
              <a:buClr>
                <a:srgbClr val="0072C6"/>
              </a:buClr>
              <a:buFont typeface="Arial"/>
              <a:buChar char="–"/>
              <a:defRPr lang="en-US" sz="1600" b="0" i="0" kern="1200" dirty="0" smtClean="0">
                <a:solidFill>
                  <a:schemeClr val="tx1"/>
                </a:solidFill>
                <a:latin typeface="Segoe UI" pitchFamily="34" charset="0"/>
                <a:ea typeface="Segoe UI" pitchFamily="34" charset="0"/>
                <a:cs typeface="Segoe UI" pitchFamily="34" charset="0"/>
              </a:defRPr>
            </a:lvl4pPr>
            <a:lvl5pPr marL="2057400" indent="-228600" algn="l" defTabSz="457200" rtl="0" eaLnBrk="1" latinLnBrk="0" hangingPunct="1">
              <a:spcBef>
                <a:spcPct val="20000"/>
              </a:spcBef>
              <a:buClr>
                <a:srgbClr val="0072C6"/>
              </a:buClr>
              <a:buFont typeface="Arial"/>
              <a:buChar char="»"/>
              <a:defRPr lang="en-US" sz="1600" b="0" i="0" kern="1200" dirty="0">
                <a:solidFill>
                  <a:schemeClr val="tx1"/>
                </a:solidFill>
                <a:latin typeface="Segoe UI" pitchFamily="34" charset="0"/>
                <a:ea typeface="Segoe UI" pitchFamily="34" charset="0"/>
                <a:cs typeface="Segoe UI"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fontAlgn="auto">
              <a:spcAft>
                <a:spcPts val="0"/>
              </a:spcAft>
            </a:pPr>
            <a:r>
              <a:rPr lang="en-US" dirty="0"/>
              <a:t>Add the following code to any </a:t>
            </a:r>
            <a:r>
              <a:rPr lang="en-US" i="1" dirty="0"/>
              <a:t>.</a:t>
            </a:r>
            <a:r>
              <a:rPr lang="en-US" i="1" dirty="0" err="1"/>
              <a:t>cshtml</a:t>
            </a:r>
            <a:r>
              <a:rPr lang="en-US" i="1" dirty="0"/>
              <a:t> </a:t>
            </a:r>
            <a:r>
              <a:rPr lang="en-US" dirty="0"/>
              <a:t>view page</a:t>
            </a:r>
            <a:endParaRPr lang="en-US" i="1" dirty="0"/>
          </a:p>
        </p:txBody>
      </p:sp>
      <p:sp>
        <p:nvSpPr>
          <p:cNvPr id="10" name="Content Placeholder 2"/>
          <p:cNvSpPr txBox="1">
            <a:spLocks/>
          </p:cNvSpPr>
          <p:nvPr/>
        </p:nvSpPr>
        <p:spPr>
          <a:xfrm>
            <a:off x="187840" y="4648200"/>
            <a:ext cx="8879960" cy="523220"/>
          </a:xfrm>
          <a:prstGeom prst="rect">
            <a:avLst/>
          </a:prstGeom>
        </p:spPr>
        <p:txBody>
          <a:bodyPr wrap="square">
            <a:spAutoFit/>
          </a:bodyPr>
          <a:lstStyle>
            <a:lvl1pPr marL="342900" indent="-342900" algn="l" defTabSz="457200" rtl="0" eaLnBrk="1" latinLnBrk="0" hangingPunct="1">
              <a:spcBef>
                <a:spcPct val="20000"/>
              </a:spcBef>
              <a:buClr>
                <a:srgbClr val="0072C6"/>
              </a:buClr>
              <a:buFont typeface="Arial"/>
              <a:buChar char="•"/>
              <a:defRPr lang="en-US" sz="2800" b="0" i="0" kern="1200" dirty="0" smtClean="0">
                <a:solidFill>
                  <a:schemeClr val="tx1"/>
                </a:solidFill>
                <a:latin typeface="Segoe UI" pitchFamily="34" charset="0"/>
                <a:ea typeface="Segoe UI" pitchFamily="34" charset="0"/>
                <a:cs typeface="Segoe UI" pitchFamily="34" charset="0"/>
              </a:defRPr>
            </a:lvl1pPr>
            <a:lvl2pPr marL="742950" indent="-285750" algn="l" defTabSz="457200" rtl="0" eaLnBrk="1" latinLnBrk="0" hangingPunct="1">
              <a:spcBef>
                <a:spcPts val="400"/>
              </a:spcBef>
              <a:buClr>
                <a:srgbClr val="0072C6"/>
              </a:buClr>
              <a:buSzPct val="70000"/>
              <a:buFont typeface="Courier New" pitchFamily="49" charset="0"/>
              <a:buChar char="o"/>
              <a:defRPr lang="en-US" sz="2400" b="0" i="0" kern="1200" dirty="0" smtClean="0">
                <a:solidFill>
                  <a:schemeClr val="tx1"/>
                </a:solidFill>
                <a:latin typeface="Segoe UI" pitchFamily="34" charset="0"/>
                <a:ea typeface="Segoe UI" pitchFamily="34" charset="0"/>
                <a:cs typeface="Segoe UI" pitchFamily="34" charset="0"/>
              </a:defRPr>
            </a:lvl2pPr>
            <a:lvl3pPr marL="1143000" indent="-228600" algn="l" defTabSz="457200" rtl="0" eaLnBrk="1" latinLnBrk="0" hangingPunct="1">
              <a:spcBef>
                <a:spcPct val="20000"/>
              </a:spcBef>
              <a:buClr>
                <a:srgbClr val="0072C6"/>
              </a:buClr>
              <a:buFont typeface="Wingdings" pitchFamily="2" charset="2"/>
              <a:buChar char="§"/>
              <a:defRPr lang="en-US" sz="2000" b="0" i="0" kern="1200" dirty="0" smtClean="0">
                <a:solidFill>
                  <a:schemeClr val="tx1"/>
                </a:solidFill>
                <a:latin typeface="Segoe UI" pitchFamily="34" charset="0"/>
                <a:ea typeface="Segoe UI" pitchFamily="34" charset="0"/>
                <a:cs typeface="Segoe UI" pitchFamily="34" charset="0"/>
              </a:defRPr>
            </a:lvl3pPr>
            <a:lvl4pPr marL="1600200" indent="-228600" algn="l" defTabSz="457200" rtl="0" eaLnBrk="1" latinLnBrk="0" hangingPunct="1">
              <a:spcBef>
                <a:spcPct val="20000"/>
              </a:spcBef>
              <a:buClr>
                <a:srgbClr val="0072C6"/>
              </a:buClr>
              <a:buFont typeface="Arial"/>
              <a:buChar char="–"/>
              <a:defRPr lang="en-US" sz="1600" b="0" i="0" kern="1200" dirty="0" smtClean="0">
                <a:solidFill>
                  <a:schemeClr val="tx1"/>
                </a:solidFill>
                <a:latin typeface="Segoe UI" pitchFamily="34" charset="0"/>
                <a:ea typeface="Segoe UI" pitchFamily="34" charset="0"/>
                <a:cs typeface="Segoe UI" pitchFamily="34" charset="0"/>
              </a:defRPr>
            </a:lvl4pPr>
            <a:lvl5pPr marL="2057400" indent="-228600" algn="l" defTabSz="457200" rtl="0" eaLnBrk="1" latinLnBrk="0" hangingPunct="1">
              <a:spcBef>
                <a:spcPct val="20000"/>
              </a:spcBef>
              <a:buClr>
                <a:srgbClr val="0072C6"/>
              </a:buClr>
              <a:buFont typeface="Arial"/>
              <a:buChar char="»"/>
              <a:defRPr lang="en-US" sz="1600" b="0" i="0" kern="1200" dirty="0">
                <a:solidFill>
                  <a:schemeClr val="tx1"/>
                </a:solidFill>
                <a:latin typeface="Segoe UI" pitchFamily="34" charset="0"/>
                <a:ea typeface="Segoe UI" pitchFamily="34" charset="0"/>
                <a:cs typeface="Segoe UI"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fontAlgn="auto">
              <a:spcAft>
                <a:spcPts val="0"/>
              </a:spcAft>
            </a:pPr>
            <a:r>
              <a:rPr lang="en-US" dirty="0"/>
              <a:t>Run application as in previous slide.</a:t>
            </a:r>
            <a:endParaRPr lang="en-US" i="1"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968240" y="5171420"/>
            <a:ext cx="2968682" cy="1523063"/>
          </a:xfrm>
          <a:prstGeom prst="rect">
            <a:avLst/>
          </a:prstGeom>
        </p:spPr>
      </p:pic>
    </p:spTree>
    <p:extLst>
      <p:ext uri="{BB962C8B-B14F-4D97-AF65-F5344CB8AC3E}">
        <p14:creationId xmlns:p14="http://schemas.microsoft.com/office/powerpoint/2010/main" val="1445387043"/>
      </p:ext>
    </p:extLst>
  </p:cSld>
  <p:clrMapOvr>
    <a:masterClrMapping/>
  </p:clrMapOvr>
  <p:transition>
    <p:fade/>
  </p:transition>
</p:sld>
</file>

<file path=ppt/theme/theme1.xml><?xml version="1.0" encoding="utf-8"?>
<a:theme xmlns:a="http://schemas.openxmlformats.org/drawingml/2006/main" name="DPE_Blue_PowerPoint_msp_v5 noIcon">
  <a:themeElements>
    <a:clrScheme name="Microsoft">
      <a:dk1>
        <a:sysClr val="windowText" lastClr="000000"/>
      </a:dk1>
      <a:lt1>
        <a:sysClr val="window" lastClr="FFFFFF"/>
      </a:lt1>
      <a:dk2>
        <a:srgbClr val="000000"/>
      </a:dk2>
      <a:lt2>
        <a:srgbClr val="FFFFFF"/>
      </a:lt2>
      <a:accent1>
        <a:srgbClr val="FFB900"/>
      </a:accent1>
      <a:accent2>
        <a:srgbClr val="FF8C00"/>
      </a:accent2>
      <a:accent3>
        <a:srgbClr val="EB3C00"/>
      </a:accent3>
      <a:accent4>
        <a:srgbClr val="6DC2E9"/>
      </a:accent4>
      <a:accent5>
        <a:srgbClr val="00BCF2"/>
      </a:accent5>
      <a:accent6>
        <a:srgbClr val="0072C6"/>
      </a:accent6>
      <a:hlink>
        <a:srgbClr val="4C4C4C"/>
      </a:hlink>
      <a:folHlink>
        <a:srgbClr val="0000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vert="horz" lIns="91440" tIns="45720" rIns="91440" bIns="45720" rtlCol="0" anchor="ctr">
        <a:normAutofit/>
      </a:bodyPr>
      <a:lstStyle>
        <a:defPPr>
          <a:defRPr dirty="0" smtClean="0"/>
        </a:defPPr>
      </a:lstStyle>
    </a:tx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AEA97CAC667734F910DED7F230F66E4" ma:contentTypeVersion="0" ma:contentTypeDescription="Create a new document." ma:contentTypeScope="" ma:versionID="534b3fcd074d023ad3b7319826483767">
  <xsd:schema xmlns:xsd="http://www.w3.org/2001/XMLSchema" xmlns:xs="http://www.w3.org/2001/XMLSchema" xmlns:p="http://schemas.microsoft.com/office/2006/metadata/properties" targetNamespace="http://schemas.microsoft.com/office/2006/metadata/properties" ma:root="true" ma:fieldsID="1b05d82d297216baf5b26c55225140df">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LongProperties xmlns="http://schemas.microsoft.com/office/2006/metadata/longProperties"/>
</file>

<file path=customXml/item4.xml><?xml version="1.0" encoding="utf-8"?>
<p:properties xmlns:p="http://schemas.microsoft.com/office/2006/metadata/properties" xmlns:xsi="http://www.w3.org/2001/XMLSchema-instance">
  <documentManagement/>
</p:properties>
</file>

<file path=customXml/itemProps1.xml><?xml version="1.0" encoding="utf-8"?>
<ds:datastoreItem xmlns:ds="http://schemas.openxmlformats.org/officeDocument/2006/customXml" ds:itemID="{A351B4F3-9AFA-4699-A32B-D143372C050A}">
  <ds:schemaRefs>
    <ds:schemaRef ds:uri="http://schemas.microsoft.com/sharepoint/v3/contenttype/forms"/>
  </ds:schemaRefs>
</ds:datastoreItem>
</file>

<file path=customXml/itemProps2.xml><?xml version="1.0" encoding="utf-8"?>
<ds:datastoreItem xmlns:ds="http://schemas.openxmlformats.org/officeDocument/2006/customXml" ds:itemID="{FC64C3E1-4941-4716-A892-7520E28996C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DC74A604-BBDC-474A-BCF8-BD47B7626686}">
  <ds:schemaRefs>
    <ds:schemaRef ds:uri="http://schemas.microsoft.com/office/2006/metadata/longProperties"/>
  </ds:schemaRefs>
</ds:datastoreItem>
</file>

<file path=customXml/itemProps4.xml><?xml version="1.0" encoding="utf-8"?>
<ds:datastoreItem xmlns:ds="http://schemas.openxmlformats.org/officeDocument/2006/customXml" ds:itemID="{3B585EBA-C888-42EE-8211-01EB5D6F93C8}">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02a_EntityFramework</Template>
  <TotalTime>4740</TotalTime>
  <Words>1076</Words>
  <Application>Microsoft Macintosh PowerPoint</Application>
  <PresentationFormat>On-screen Show (4:3)</PresentationFormat>
  <Paragraphs>172</Paragraphs>
  <Slides>18</Slides>
  <Notes>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Arial</vt:lpstr>
      <vt:lpstr>Calibri</vt:lpstr>
      <vt:lpstr>Courier New</vt:lpstr>
      <vt:lpstr>Lucida Console</vt:lpstr>
      <vt:lpstr>Segoe Light</vt:lpstr>
      <vt:lpstr>Segoe UI</vt:lpstr>
      <vt:lpstr>Times New Roman</vt:lpstr>
      <vt:lpstr>Wingdings</vt:lpstr>
      <vt:lpstr>DPE_Blue_PowerPoint_msp_v5 noIcon</vt:lpstr>
      <vt:lpstr>Introduction to ASP.NET MVC</vt:lpstr>
      <vt:lpstr>Overview</vt:lpstr>
      <vt:lpstr>Design Goals</vt:lpstr>
      <vt:lpstr>ASP.NET MVC Design Goals</vt:lpstr>
      <vt:lpstr>What is MVC?</vt:lpstr>
      <vt:lpstr>What is MVC? </vt:lpstr>
      <vt:lpstr>What is MVC?</vt:lpstr>
      <vt:lpstr>What is MVC? </vt:lpstr>
      <vt:lpstr>What is MVC? </vt:lpstr>
      <vt:lpstr>What is MVC? </vt:lpstr>
      <vt:lpstr>Separation of concerns</vt:lpstr>
      <vt:lpstr>Controller</vt:lpstr>
      <vt:lpstr>Views</vt:lpstr>
      <vt:lpstr>Shared</vt:lpstr>
      <vt:lpstr>MVC Routing</vt:lpstr>
      <vt:lpstr>Found in Program.cs</vt:lpstr>
      <vt:lpstr>MVC Controllers</vt:lpstr>
      <vt:lpstr>Adding Partial View</vt:lpstr>
    </vt:vector>
  </TitlesOfParts>
  <Company>Mike Murach &amp; Ass.,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ASP.NET MVC</dc:title>
  <dc:subject/>
  <dc:creator>Medhat Elmasry</dc:creator>
  <cp:keywords/>
  <dc:description/>
  <cp:lastModifiedBy>Medhat Elmasry</cp:lastModifiedBy>
  <cp:revision>450</cp:revision>
  <cp:lastPrinted>2012-10-02T01:13:48Z</cp:lastPrinted>
  <dcterms:created xsi:type="dcterms:W3CDTF">1999-10-15T22:36:31Z</dcterms:created>
  <dcterms:modified xsi:type="dcterms:W3CDTF">2023-09-14T16:25:10Z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
    <vt:lpwstr>Document</vt:lpwstr>
  </property>
  <property fmtid="{D5CDD505-2E9C-101B-9397-08002B2CF9AE}" pid="3" name="xd_Signature">
    <vt:lpwstr/>
  </property>
  <property fmtid="{D5CDD505-2E9C-101B-9397-08002B2CF9AE}" pid="4" name="TemplateUrl">
    <vt:lpwstr/>
  </property>
  <property fmtid="{D5CDD505-2E9C-101B-9397-08002B2CF9AE}" pid="5" name="xd_ProgID">
    <vt:lpwstr/>
  </property>
  <property fmtid="{D5CDD505-2E9C-101B-9397-08002B2CF9AE}" pid="6" name="Subject">
    <vt:lpwstr/>
  </property>
  <property fmtid="{D5CDD505-2E9C-101B-9397-08002B2CF9AE}" pid="7" name="Keywords">
    <vt:lpwstr/>
  </property>
  <property fmtid="{D5CDD505-2E9C-101B-9397-08002B2CF9AE}" pid="8" name="_Author">
    <vt:lpwstr>Medhat Elmasry</vt:lpwstr>
  </property>
  <property fmtid="{D5CDD505-2E9C-101B-9397-08002B2CF9AE}" pid="9" name="_Category">
    <vt:lpwstr/>
  </property>
  <property fmtid="{D5CDD505-2E9C-101B-9397-08002B2CF9AE}" pid="10" name="Slides">
    <vt:lpwstr>34</vt:lpwstr>
  </property>
  <property fmtid="{D5CDD505-2E9C-101B-9397-08002B2CF9AE}" pid="11" name="Categories">
    <vt:lpwstr/>
  </property>
  <property fmtid="{D5CDD505-2E9C-101B-9397-08002B2CF9AE}" pid="12" name="Approval Level">
    <vt:lpwstr/>
  </property>
  <property fmtid="{D5CDD505-2E9C-101B-9397-08002B2CF9AE}" pid="13" name="_Comments">
    <vt:lpwstr/>
  </property>
  <property fmtid="{D5CDD505-2E9C-101B-9397-08002B2CF9AE}" pid="14" name="Assigned To">
    <vt:lpwstr/>
  </property>
  <property fmtid="{D5CDD505-2E9C-101B-9397-08002B2CF9AE}" pid="15" name="ContentTypeId">
    <vt:lpwstr>0x010100FAEA97CAC667734F910DED7F230F66E4</vt:lpwstr>
  </property>
  <property fmtid="{D5CDD505-2E9C-101B-9397-08002B2CF9AE}" pid="16" name="_dlc_DocIdItemGuid">
    <vt:lpwstr>2ee5c0e8-e6dc-438d-b628-70556dd920a1</vt:lpwstr>
  </property>
  <property fmtid="{D5CDD505-2E9C-101B-9397-08002B2CF9AE}" pid="17" name="Order">
    <vt:r8>1300</vt:r8>
  </property>
</Properties>
</file>