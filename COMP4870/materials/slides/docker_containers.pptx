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4357" r:id="rId1"/>
  </p:sldMasterIdLst>
  <p:notesMasterIdLst>
    <p:notesMasterId r:id="rId9"/>
  </p:notesMasterIdLst>
  <p:handoutMasterIdLst>
    <p:handoutMasterId r:id="rId10"/>
  </p:handoutMasterIdLst>
  <p:sldIdLst>
    <p:sldId id="1466" r:id="rId2"/>
    <p:sldId id="1474" r:id="rId3"/>
    <p:sldId id="1475" r:id="rId4"/>
    <p:sldId id="1487" r:id="rId5"/>
    <p:sldId id="1488" r:id="rId6"/>
    <p:sldId id="1483" r:id="rId7"/>
    <p:sldId id="1486" r:id="rId8"/>
  </p:sldIdLst>
  <p:sldSz cx="12436475" cy="6994525"/>
  <p:notesSz cx="7010400" cy="9296400"/>
  <p:defaultTextStyle>
    <a:defPPr>
      <a:defRPr lang="en-US"/>
    </a:defPPr>
    <a:lvl1pPr marL="0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6371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32742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99113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65484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3185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ight Connect 2016 Template" id="{D3E95C9D-3DD4-45B7-BFD9-4AE9F68B7B97}">
          <p14:sldIdLst>
            <p14:sldId id="1466"/>
            <p14:sldId id="1474"/>
            <p14:sldId id="1475"/>
            <p14:sldId id="1487"/>
            <p14:sldId id="1488"/>
            <p14:sldId id="1483"/>
            <p14:sldId id="148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754"/>
    <a:srgbClr val="592C8C"/>
    <a:srgbClr val="505050"/>
    <a:srgbClr val="00BCF2"/>
    <a:srgbClr val="D2D2D2"/>
    <a:srgbClr val="0078D7"/>
    <a:srgbClr val="32145A"/>
    <a:srgbClr val="008272"/>
    <a:srgbClr val="5C2D9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22" autoAdjust="0"/>
    <p:restoredTop sz="93001" autoAdjust="0"/>
  </p:normalViewPr>
  <p:slideViewPr>
    <p:cSldViewPr>
      <p:cViewPr varScale="1">
        <p:scale>
          <a:sx n="126" d="100"/>
          <a:sy n="126" d="100"/>
        </p:scale>
        <p:origin x="528" y="184"/>
      </p:cViewPr>
      <p:guideLst/>
    </p:cSldViewPr>
  </p:slideViewPr>
  <p:outlineViewPr>
    <p:cViewPr>
      <p:scale>
        <a:sx n="33" d="100"/>
        <a:sy n="33" d="100"/>
      </p:scale>
      <p:origin x="0" y="-1444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-2292"/>
    </p:cViewPr>
  </p:sorterViewPr>
  <p:notesViewPr>
    <p:cSldViewPr showGuides="1">
      <p:cViewPr>
        <p:scale>
          <a:sx n="100" d="100"/>
          <a:sy n="100" d="100"/>
        </p:scale>
        <p:origin x="2544" y="84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7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r>
              <a:rPr lang="en-US" dirty="0">
                <a:latin typeface="Segoe UI" pitchFamily="34" charset="0"/>
              </a:rPr>
              <a:t>Microsoft Connect 2016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C8D045D-9A66-44E7-900A-FC6D0BD4E54A}" type="datetime8">
              <a:rPr lang="en-US" smtClean="0">
                <a:latin typeface="Segoe UI" pitchFamily="34" charset="0"/>
              </a:rPr>
              <a:t>10/8/24 9:04 AM</a:t>
            </a:fld>
            <a:endParaRPr lang="en-US" dirty="0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829966"/>
            <a:ext cx="5923788" cy="337975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pPr marL="406034" defTabSz="931467" eaLnBrk="0" hangingPunct="0"/>
            <a:r>
              <a:rPr lang="en-US" sz="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912103" y="8829967"/>
            <a:ext cx="1096674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‹#›</a:t>
            </a:fld>
            <a:endParaRPr lang="en-US" dirty="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r>
              <a:rPr lang="en-US" dirty="0"/>
              <a:t>Microsoft Connect 2016</a:t>
            </a:r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831580"/>
            <a:ext cx="6052312" cy="361897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marL="582359" indent="0" algn="l">
              <a:defRPr sz="1200"/>
            </a:lvl1pPr>
          </a:lstStyle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38EEC551-8CDA-4EB6-89BB-2A86C9F091C8}" type="datetime8">
              <a:rPr lang="en-US" smtClean="0"/>
              <a:t>10/8/24 9:04 AM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6040627" y="8829967"/>
            <a:ext cx="96815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32742" rtl="0" eaLnBrk="1" latinLnBrk="0" hangingPunct="1">
      <a:lnSpc>
        <a:spcPct val="90000"/>
      </a:lnSpc>
      <a:spcAft>
        <a:spcPts val="340"/>
      </a:spcAft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7262" indent="-107956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34664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92551" indent="-149789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27496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33185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29660" y="3031116"/>
            <a:ext cx="11375537" cy="932293"/>
          </a:xfrm>
        </p:spPr>
        <p:txBody>
          <a:bodyPr anchor="ctr" anchorCtr="0"/>
          <a:lstStyle>
            <a:lvl1pPr>
              <a:defRPr sz="6731" spc="-306" baseline="0">
                <a:solidFill>
                  <a:schemeClr val="tx1">
                    <a:alpha val="99000"/>
                  </a:schemeClr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Oval 2"/>
          <p:cNvSpPr/>
          <p:nvPr userDrawn="1"/>
        </p:nvSpPr>
        <p:spPr bwMode="auto">
          <a:xfrm>
            <a:off x="10409715" y="-391055"/>
            <a:ext cx="1865957" cy="1865207"/>
          </a:xfrm>
          <a:prstGeom prst="ellipse">
            <a:avLst/>
          </a:prstGeom>
          <a:noFill/>
          <a:ln w="28575">
            <a:solidFill>
              <a:schemeClr val="tx1">
                <a:alpha val="1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0" tIns="46630" rIns="46630" bIns="466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290" fontAlgn="base">
              <a:spcBef>
                <a:spcPct val="0"/>
              </a:spcBef>
              <a:spcAft>
                <a:spcPct val="0"/>
              </a:spcAft>
            </a:pPr>
            <a:endParaRPr lang="en-US" sz="1836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Oval 3"/>
          <p:cNvSpPr/>
          <p:nvPr userDrawn="1"/>
        </p:nvSpPr>
        <p:spPr bwMode="auto">
          <a:xfrm>
            <a:off x="9812358" y="1097108"/>
            <a:ext cx="1194707" cy="1194226"/>
          </a:xfrm>
          <a:prstGeom prst="ellipse">
            <a:avLst/>
          </a:prstGeom>
          <a:noFill/>
          <a:ln w="57150">
            <a:solidFill>
              <a:schemeClr val="tx1">
                <a:alpha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0" tIns="46630" rIns="46630" bIns="466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290" fontAlgn="base">
              <a:spcBef>
                <a:spcPct val="0"/>
              </a:spcBef>
              <a:spcAft>
                <a:spcPct val="0"/>
              </a:spcAft>
            </a:pPr>
            <a:endParaRPr lang="en-US" sz="1836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Oval 4"/>
          <p:cNvSpPr/>
          <p:nvPr userDrawn="1"/>
        </p:nvSpPr>
        <p:spPr bwMode="auto">
          <a:xfrm>
            <a:off x="9812358" y="-391055"/>
            <a:ext cx="892788" cy="892429"/>
          </a:xfrm>
          <a:prstGeom prst="ellipse">
            <a:avLst/>
          </a:prstGeom>
          <a:noFill/>
          <a:ln w="57150">
            <a:solidFill>
              <a:schemeClr val="tx1">
                <a:alpha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0" tIns="46630" rIns="46630" bIns="466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290" fontAlgn="base">
              <a:spcBef>
                <a:spcPct val="0"/>
              </a:spcBef>
              <a:spcAft>
                <a:spcPct val="0"/>
              </a:spcAft>
            </a:pPr>
            <a:endParaRPr lang="en-US" sz="1836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Oval 5"/>
          <p:cNvSpPr/>
          <p:nvPr userDrawn="1"/>
        </p:nvSpPr>
        <p:spPr bwMode="auto">
          <a:xfrm>
            <a:off x="8747745" y="1224070"/>
            <a:ext cx="678952" cy="678679"/>
          </a:xfrm>
          <a:prstGeom prst="ellipse">
            <a:avLst/>
          </a:prstGeom>
          <a:noFill/>
          <a:ln w="28575">
            <a:solidFill>
              <a:schemeClr val="tx1">
                <a:alpha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0" tIns="46630" rIns="46630" bIns="466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290" fontAlgn="base">
              <a:spcBef>
                <a:spcPct val="0"/>
              </a:spcBef>
              <a:spcAft>
                <a:spcPct val="0"/>
              </a:spcAft>
            </a:pPr>
            <a:endParaRPr lang="en-US" sz="1836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Oval 6"/>
          <p:cNvSpPr/>
          <p:nvPr userDrawn="1"/>
        </p:nvSpPr>
        <p:spPr bwMode="auto">
          <a:xfrm>
            <a:off x="9683035" y="5609390"/>
            <a:ext cx="1194707" cy="1194226"/>
          </a:xfrm>
          <a:prstGeom prst="ellipse">
            <a:avLst/>
          </a:prstGeom>
          <a:noFill/>
          <a:ln w="76200">
            <a:solidFill>
              <a:schemeClr val="tx1">
                <a:alpha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0" tIns="46630" rIns="46630" bIns="466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290" fontAlgn="base">
              <a:spcBef>
                <a:spcPct val="0"/>
              </a:spcBef>
              <a:spcAft>
                <a:spcPct val="0"/>
              </a:spcAft>
            </a:pPr>
            <a:endParaRPr lang="en-US" sz="1836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Oval 7"/>
          <p:cNvSpPr/>
          <p:nvPr userDrawn="1"/>
        </p:nvSpPr>
        <p:spPr bwMode="auto">
          <a:xfrm>
            <a:off x="10974049" y="4923870"/>
            <a:ext cx="789636" cy="789319"/>
          </a:xfrm>
          <a:prstGeom prst="ellipse">
            <a:avLst/>
          </a:prstGeom>
          <a:noFill/>
          <a:ln w="19050">
            <a:solidFill>
              <a:schemeClr val="tx1">
                <a:alpha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0" tIns="46630" rIns="46630" bIns="466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290" fontAlgn="base">
              <a:spcBef>
                <a:spcPct val="0"/>
              </a:spcBef>
              <a:spcAft>
                <a:spcPct val="0"/>
              </a:spcAft>
            </a:pPr>
            <a:endParaRPr lang="en-US" sz="1836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Oval 8"/>
          <p:cNvSpPr/>
          <p:nvPr userDrawn="1"/>
        </p:nvSpPr>
        <p:spPr bwMode="auto">
          <a:xfrm>
            <a:off x="11676697" y="5463273"/>
            <a:ext cx="323147" cy="323017"/>
          </a:xfrm>
          <a:prstGeom prst="ellipse">
            <a:avLst/>
          </a:prstGeom>
          <a:noFill/>
          <a:ln w="19050">
            <a:solidFill>
              <a:schemeClr val="tx1">
                <a:alpha val="2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0" tIns="46630" rIns="46630" bIns="466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290" fontAlgn="base">
              <a:spcBef>
                <a:spcPct val="0"/>
              </a:spcBef>
              <a:spcAft>
                <a:spcPct val="0"/>
              </a:spcAft>
            </a:pPr>
            <a:endParaRPr lang="en-US" sz="1836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Oval 9"/>
          <p:cNvSpPr/>
          <p:nvPr userDrawn="1"/>
        </p:nvSpPr>
        <p:spPr bwMode="auto">
          <a:xfrm>
            <a:off x="11071038" y="6206503"/>
            <a:ext cx="2409262" cy="2408293"/>
          </a:xfrm>
          <a:prstGeom prst="ellipse">
            <a:avLst/>
          </a:prstGeom>
          <a:noFill/>
          <a:ln w="57150">
            <a:solidFill>
              <a:schemeClr val="tx1">
                <a:alpha val="1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0" tIns="46630" rIns="46630" bIns="466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290" fontAlgn="base">
              <a:spcBef>
                <a:spcPct val="0"/>
              </a:spcBef>
              <a:spcAft>
                <a:spcPct val="0"/>
              </a:spcAft>
            </a:pPr>
            <a:endParaRPr lang="en-US" sz="1836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Oval 10"/>
          <p:cNvSpPr/>
          <p:nvPr userDrawn="1"/>
        </p:nvSpPr>
        <p:spPr bwMode="auto">
          <a:xfrm>
            <a:off x="1534015" y="1137811"/>
            <a:ext cx="1281085" cy="1280569"/>
          </a:xfrm>
          <a:prstGeom prst="ellipse">
            <a:avLst/>
          </a:prstGeom>
          <a:noFill/>
          <a:ln w="57150">
            <a:solidFill>
              <a:schemeClr val="tx1">
                <a:alpha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0" tIns="46630" rIns="46630" bIns="466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290" fontAlgn="base">
              <a:spcBef>
                <a:spcPct val="0"/>
              </a:spcBef>
              <a:spcAft>
                <a:spcPct val="0"/>
              </a:spcAft>
            </a:pPr>
            <a:endParaRPr lang="en-US" sz="1836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Oval 11"/>
          <p:cNvSpPr/>
          <p:nvPr userDrawn="1"/>
        </p:nvSpPr>
        <p:spPr bwMode="auto">
          <a:xfrm>
            <a:off x="2742577" y="523164"/>
            <a:ext cx="523617" cy="523406"/>
          </a:xfrm>
          <a:prstGeom prst="ellipse">
            <a:avLst/>
          </a:prstGeom>
          <a:noFill/>
          <a:ln w="19050">
            <a:solidFill>
              <a:schemeClr val="tx1">
                <a:alpha val="2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0" tIns="46630" rIns="46630" bIns="466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290" fontAlgn="base">
              <a:spcBef>
                <a:spcPct val="0"/>
              </a:spcBef>
              <a:spcAft>
                <a:spcPct val="0"/>
              </a:spcAft>
            </a:pPr>
            <a:endParaRPr lang="en-US" sz="1836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Oval 12"/>
          <p:cNvSpPr/>
          <p:nvPr userDrawn="1"/>
        </p:nvSpPr>
        <p:spPr bwMode="auto">
          <a:xfrm>
            <a:off x="12350243" y="1031673"/>
            <a:ext cx="249441" cy="249341"/>
          </a:xfrm>
          <a:prstGeom prst="ellipse">
            <a:avLst/>
          </a:prstGeom>
          <a:noFill/>
          <a:ln w="19050">
            <a:solidFill>
              <a:schemeClr val="tx1">
                <a:alpha val="1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0" tIns="46630" rIns="46630" bIns="466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290" fontAlgn="base">
              <a:spcBef>
                <a:spcPct val="0"/>
              </a:spcBef>
              <a:spcAft>
                <a:spcPct val="0"/>
              </a:spcAft>
            </a:pPr>
            <a:endParaRPr lang="en-US" sz="1836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Oval 13"/>
          <p:cNvSpPr/>
          <p:nvPr userDrawn="1"/>
        </p:nvSpPr>
        <p:spPr bwMode="auto">
          <a:xfrm>
            <a:off x="11382882" y="1916439"/>
            <a:ext cx="892788" cy="892429"/>
          </a:xfrm>
          <a:prstGeom prst="ellipse">
            <a:avLst/>
          </a:prstGeom>
          <a:noFill/>
          <a:ln w="9525">
            <a:solidFill>
              <a:schemeClr val="tx1">
                <a:alpha val="2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0" tIns="46630" rIns="46630" bIns="466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290" fontAlgn="base">
              <a:spcBef>
                <a:spcPct val="0"/>
              </a:spcBef>
              <a:spcAft>
                <a:spcPct val="0"/>
              </a:spcAft>
            </a:pPr>
            <a:endParaRPr lang="en-US" sz="1836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Oval 14"/>
          <p:cNvSpPr/>
          <p:nvPr userDrawn="1"/>
        </p:nvSpPr>
        <p:spPr bwMode="auto">
          <a:xfrm>
            <a:off x="5074503" y="5517986"/>
            <a:ext cx="615664" cy="615416"/>
          </a:xfrm>
          <a:prstGeom prst="ellipse">
            <a:avLst/>
          </a:prstGeom>
          <a:noFill/>
          <a:ln w="38100">
            <a:solidFill>
              <a:schemeClr val="tx1">
                <a:alpha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0" tIns="46630" rIns="46630" bIns="466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290" fontAlgn="base">
              <a:spcBef>
                <a:spcPct val="0"/>
              </a:spcBef>
              <a:spcAft>
                <a:spcPct val="0"/>
              </a:spcAft>
            </a:pPr>
            <a:endParaRPr lang="en-US" sz="1836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Oval 15"/>
          <p:cNvSpPr/>
          <p:nvPr userDrawn="1"/>
        </p:nvSpPr>
        <p:spPr bwMode="auto">
          <a:xfrm>
            <a:off x="5743810" y="4775079"/>
            <a:ext cx="1051037" cy="1050615"/>
          </a:xfrm>
          <a:prstGeom prst="ellipse">
            <a:avLst/>
          </a:prstGeom>
          <a:noFill/>
          <a:ln w="57150">
            <a:solidFill>
              <a:schemeClr val="tx1">
                <a:alpha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0" tIns="46630" rIns="46630" bIns="466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290" fontAlgn="base">
              <a:spcBef>
                <a:spcPct val="0"/>
              </a:spcBef>
              <a:spcAft>
                <a:spcPct val="0"/>
              </a:spcAft>
            </a:pPr>
            <a:endParaRPr lang="en-US" sz="1836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3526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, Video etc. &quot;special&quot; slide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ardrop 7"/>
          <p:cNvSpPr/>
          <p:nvPr userDrawn="1"/>
        </p:nvSpPr>
        <p:spPr bwMode="auto">
          <a:xfrm>
            <a:off x="10048069" y="-163736"/>
            <a:ext cx="1865957" cy="1865207"/>
          </a:xfrm>
          <a:prstGeom prst="teardrop">
            <a:avLst/>
          </a:prstGeom>
          <a:noFill/>
          <a:ln w="28575">
            <a:solidFill>
              <a:schemeClr val="tx1">
                <a:alpha val="1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0" tIns="46630" rIns="46630" bIns="466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290" fontAlgn="base">
              <a:spcBef>
                <a:spcPct val="0"/>
              </a:spcBef>
              <a:spcAft>
                <a:spcPct val="0"/>
              </a:spcAft>
            </a:pPr>
            <a:endParaRPr lang="en-US" sz="1836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Teardrop 8"/>
          <p:cNvSpPr/>
          <p:nvPr userDrawn="1"/>
        </p:nvSpPr>
        <p:spPr bwMode="auto">
          <a:xfrm>
            <a:off x="9450713" y="1324427"/>
            <a:ext cx="1194707" cy="1194226"/>
          </a:xfrm>
          <a:prstGeom prst="teardrop">
            <a:avLst/>
          </a:prstGeom>
          <a:noFill/>
          <a:ln w="57150">
            <a:solidFill>
              <a:schemeClr val="tx1">
                <a:alpha val="2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0" tIns="46630" rIns="46630" bIns="466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290" fontAlgn="base">
              <a:spcBef>
                <a:spcPct val="0"/>
              </a:spcBef>
              <a:spcAft>
                <a:spcPct val="0"/>
              </a:spcAft>
            </a:pPr>
            <a:endParaRPr lang="en-US" sz="1836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Teardrop 9"/>
          <p:cNvSpPr/>
          <p:nvPr userDrawn="1"/>
        </p:nvSpPr>
        <p:spPr bwMode="auto">
          <a:xfrm>
            <a:off x="9450716" y="-163736"/>
            <a:ext cx="892788" cy="892429"/>
          </a:xfrm>
          <a:prstGeom prst="teardrop">
            <a:avLst/>
          </a:prstGeom>
          <a:noFill/>
          <a:ln w="57150">
            <a:solidFill>
              <a:schemeClr val="tx1">
                <a:alpha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0" tIns="46630" rIns="46630" bIns="466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290" fontAlgn="base">
              <a:spcBef>
                <a:spcPct val="0"/>
              </a:spcBef>
              <a:spcAft>
                <a:spcPct val="0"/>
              </a:spcAft>
            </a:pPr>
            <a:endParaRPr lang="en-US" sz="1836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Teardrop 10"/>
          <p:cNvSpPr/>
          <p:nvPr userDrawn="1"/>
        </p:nvSpPr>
        <p:spPr bwMode="auto">
          <a:xfrm>
            <a:off x="8386101" y="1451389"/>
            <a:ext cx="678952" cy="678679"/>
          </a:xfrm>
          <a:prstGeom prst="teardrop">
            <a:avLst/>
          </a:prstGeom>
          <a:noFill/>
          <a:ln w="28575">
            <a:solidFill>
              <a:schemeClr val="tx1">
                <a:alpha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0" tIns="46630" rIns="46630" bIns="466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290" fontAlgn="base">
              <a:spcBef>
                <a:spcPct val="0"/>
              </a:spcBef>
              <a:spcAft>
                <a:spcPct val="0"/>
              </a:spcAft>
            </a:pPr>
            <a:endParaRPr lang="en-US" sz="1836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Teardrop 11"/>
          <p:cNvSpPr/>
          <p:nvPr userDrawn="1"/>
        </p:nvSpPr>
        <p:spPr bwMode="auto">
          <a:xfrm>
            <a:off x="9450713" y="5868094"/>
            <a:ext cx="1194707" cy="1194226"/>
          </a:xfrm>
          <a:prstGeom prst="teardrop">
            <a:avLst/>
          </a:prstGeom>
          <a:noFill/>
          <a:ln w="76200">
            <a:solidFill>
              <a:schemeClr val="tx1">
                <a:alpha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0" tIns="46630" rIns="46630" bIns="466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290" fontAlgn="base">
              <a:spcBef>
                <a:spcPct val="0"/>
              </a:spcBef>
              <a:spcAft>
                <a:spcPct val="0"/>
              </a:spcAft>
            </a:pPr>
            <a:endParaRPr lang="en-US" sz="1836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Teardrop 12"/>
          <p:cNvSpPr/>
          <p:nvPr userDrawn="1"/>
        </p:nvSpPr>
        <p:spPr bwMode="auto">
          <a:xfrm>
            <a:off x="10741724" y="5182575"/>
            <a:ext cx="789636" cy="789319"/>
          </a:xfrm>
          <a:prstGeom prst="teardrop">
            <a:avLst/>
          </a:prstGeom>
          <a:noFill/>
          <a:ln w="19050">
            <a:solidFill>
              <a:schemeClr val="tx1">
                <a:alpha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0" tIns="46630" rIns="46630" bIns="466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290" fontAlgn="base">
              <a:spcBef>
                <a:spcPct val="0"/>
              </a:spcBef>
              <a:spcAft>
                <a:spcPct val="0"/>
              </a:spcAft>
            </a:pPr>
            <a:endParaRPr lang="en-US" sz="1836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Teardrop 13"/>
          <p:cNvSpPr/>
          <p:nvPr userDrawn="1"/>
        </p:nvSpPr>
        <p:spPr bwMode="auto">
          <a:xfrm>
            <a:off x="11444375" y="5721977"/>
            <a:ext cx="323147" cy="323017"/>
          </a:xfrm>
          <a:prstGeom prst="teardrop">
            <a:avLst/>
          </a:prstGeom>
          <a:noFill/>
          <a:ln w="19050">
            <a:solidFill>
              <a:schemeClr val="tx1">
                <a:alpha val="2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0" tIns="46630" rIns="46630" bIns="466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290" fontAlgn="base">
              <a:spcBef>
                <a:spcPct val="0"/>
              </a:spcBef>
              <a:spcAft>
                <a:spcPct val="0"/>
              </a:spcAft>
            </a:pPr>
            <a:endParaRPr lang="en-US" sz="1836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Teardrop 14"/>
          <p:cNvSpPr/>
          <p:nvPr userDrawn="1"/>
        </p:nvSpPr>
        <p:spPr bwMode="auto">
          <a:xfrm>
            <a:off x="10838716" y="6465207"/>
            <a:ext cx="2409262" cy="2408293"/>
          </a:xfrm>
          <a:prstGeom prst="teardrop">
            <a:avLst/>
          </a:prstGeom>
          <a:noFill/>
          <a:ln w="57150">
            <a:solidFill>
              <a:schemeClr val="tx1">
                <a:alpha val="1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0" tIns="46630" rIns="46630" bIns="466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290" fontAlgn="base">
              <a:spcBef>
                <a:spcPct val="0"/>
              </a:spcBef>
              <a:spcAft>
                <a:spcPct val="0"/>
              </a:spcAft>
            </a:pPr>
            <a:endParaRPr lang="en-US" sz="1836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Teardrop 15"/>
          <p:cNvSpPr/>
          <p:nvPr userDrawn="1"/>
        </p:nvSpPr>
        <p:spPr bwMode="auto">
          <a:xfrm>
            <a:off x="695802" y="450911"/>
            <a:ext cx="1281085" cy="1280569"/>
          </a:xfrm>
          <a:prstGeom prst="teardrop">
            <a:avLst/>
          </a:prstGeom>
          <a:noFill/>
          <a:ln w="57150">
            <a:solidFill>
              <a:schemeClr val="tx1">
                <a:alpha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0" tIns="46630" rIns="46630" bIns="466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290" fontAlgn="base">
              <a:spcBef>
                <a:spcPct val="0"/>
              </a:spcBef>
              <a:spcAft>
                <a:spcPct val="0"/>
              </a:spcAft>
            </a:pPr>
            <a:endParaRPr lang="en-US" sz="1836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ardrop 16"/>
          <p:cNvSpPr/>
          <p:nvPr userDrawn="1"/>
        </p:nvSpPr>
        <p:spPr bwMode="auto">
          <a:xfrm>
            <a:off x="1904367" y="-163736"/>
            <a:ext cx="523617" cy="523406"/>
          </a:xfrm>
          <a:prstGeom prst="teardrop">
            <a:avLst/>
          </a:prstGeom>
          <a:noFill/>
          <a:ln w="19050">
            <a:solidFill>
              <a:schemeClr val="tx1">
                <a:alpha val="2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0" tIns="46630" rIns="46630" bIns="466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290" fontAlgn="base">
              <a:spcBef>
                <a:spcPct val="0"/>
              </a:spcBef>
              <a:spcAft>
                <a:spcPct val="0"/>
              </a:spcAft>
            </a:pPr>
            <a:endParaRPr lang="en-US" sz="1836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Teardrop 17"/>
          <p:cNvSpPr/>
          <p:nvPr userDrawn="1"/>
        </p:nvSpPr>
        <p:spPr bwMode="auto">
          <a:xfrm>
            <a:off x="11988601" y="1258992"/>
            <a:ext cx="249441" cy="249341"/>
          </a:xfrm>
          <a:prstGeom prst="teardrop">
            <a:avLst/>
          </a:prstGeom>
          <a:noFill/>
          <a:ln w="19050">
            <a:solidFill>
              <a:schemeClr val="tx1">
                <a:alpha val="1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0" tIns="46630" rIns="46630" bIns="466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290" fontAlgn="base">
              <a:spcBef>
                <a:spcPct val="0"/>
              </a:spcBef>
              <a:spcAft>
                <a:spcPct val="0"/>
              </a:spcAft>
            </a:pPr>
            <a:endParaRPr lang="en-US" sz="1836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ardrop 18"/>
          <p:cNvSpPr/>
          <p:nvPr userDrawn="1"/>
        </p:nvSpPr>
        <p:spPr bwMode="auto">
          <a:xfrm>
            <a:off x="5942897" y="1956613"/>
            <a:ext cx="892788" cy="892429"/>
          </a:xfrm>
          <a:prstGeom prst="teardrop">
            <a:avLst/>
          </a:prstGeom>
          <a:noFill/>
          <a:ln w="9525">
            <a:solidFill>
              <a:schemeClr val="tx1">
                <a:alpha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0" tIns="46630" rIns="46630" bIns="466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290" fontAlgn="base">
              <a:spcBef>
                <a:spcPct val="0"/>
              </a:spcBef>
              <a:spcAft>
                <a:spcPct val="0"/>
              </a:spcAft>
            </a:pPr>
            <a:endParaRPr lang="en-US" sz="1836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" name="Teardrop 19"/>
          <p:cNvSpPr/>
          <p:nvPr userDrawn="1"/>
        </p:nvSpPr>
        <p:spPr bwMode="auto">
          <a:xfrm>
            <a:off x="5074503" y="5517986"/>
            <a:ext cx="615664" cy="615416"/>
          </a:xfrm>
          <a:prstGeom prst="teardrop">
            <a:avLst/>
          </a:prstGeom>
          <a:noFill/>
          <a:ln w="38100">
            <a:solidFill>
              <a:schemeClr val="tx1">
                <a:alpha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0" tIns="46630" rIns="46630" bIns="466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290" fontAlgn="base">
              <a:spcBef>
                <a:spcPct val="0"/>
              </a:spcBef>
              <a:spcAft>
                <a:spcPct val="0"/>
              </a:spcAft>
            </a:pPr>
            <a:endParaRPr lang="en-US" sz="1836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Teardrop 20"/>
          <p:cNvSpPr/>
          <p:nvPr userDrawn="1"/>
        </p:nvSpPr>
        <p:spPr bwMode="auto">
          <a:xfrm>
            <a:off x="5743810" y="4775079"/>
            <a:ext cx="1051037" cy="1050615"/>
          </a:xfrm>
          <a:prstGeom prst="teardrop">
            <a:avLst/>
          </a:prstGeom>
          <a:noFill/>
          <a:ln w="57150">
            <a:solidFill>
              <a:schemeClr val="tx1">
                <a:alpha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0" tIns="46630" rIns="46630" bIns="466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290" fontAlgn="base">
              <a:spcBef>
                <a:spcPct val="0"/>
              </a:spcBef>
              <a:spcAft>
                <a:spcPct val="0"/>
              </a:spcAft>
            </a:pPr>
            <a:endParaRPr lang="en-US" sz="1836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2910" y="4429892"/>
            <a:ext cx="10445796" cy="470856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lang="en-US" sz="3672" kern="1200" spc="-71" baseline="0" dirty="0">
                <a:gradFill>
                  <a:gsLst>
                    <a:gs pos="2083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466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32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988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651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313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976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639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730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3255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996149" y="2794218"/>
            <a:ext cx="10450657" cy="1406089"/>
          </a:xfrm>
        </p:spPr>
        <p:txBody>
          <a:bodyPr anchor="ctr" anchorCtr="0">
            <a:noAutofit/>
            <a:scene3d>
              <a:camera prst="orthographicFront"/>
              <a:lightRig rig="flat" dir="t"/>
            </a:scene3d>
            <a:sp3d>
              <a:contourClr>
                <a:schemeClr val="tx2"/>
              </a:contourClr>
            </a:sp3d>
          </a:bodyPr>
          <a:lstStyle>
            <a:lvl1pPr marL="0" indent="0" algn="l">
              <a:spcBef>
                <a:spcPts val="0"/>
              </a:spcBef>
              <a:buFont typeface="Arial" pitchFamily="34" charset="0"/>
              <a:buNone/>
              <a:defRPr lang="en-US" sz="9791" b="0" kern="1200" cap="none" spc="-408" baseline="0" dirty="0" smtClean="0">
                <a:ln w="3175"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+mj-lt"/>
                <a:ea typeface="+mn-ea"/>
                <a:cs typeface="Arial" charset="0"/>
              </a:defRPr>
            </a:lvl1pPr>
          </a:lstStyle>
          <a:p>
            <a:pPr lvl="0"/>
            <a:r>
              <a:rPr lang="en-US" dirty="0"/>
              <a:t>click to…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92101" y="1476622"/>
            <a:ext cx="10445796" cy="932293"/>
          </a:xfrm>
        </p:spPr>
        <p:txBody>
          <a:bodyPr wrap="square" anchor="ctr">
            <a:noAutofit/>
          </a:bodyPr>
          <a:lstStyle>
            <a:lvl1pPr marL="0" indent="0">
              <a:buNone/>
              <a:defRPr sz="6731" spc="-153">
                <a:solidFill>
                  <a:schemeClr val="tx1">
                    <a:alpha val="9900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59608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00A7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660" y="233177"/>
            <a:ext cx="11375537" cy="762786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29660" y="1088037"/>
            <a:ext cx="11375537" cy="5595620"/>
          </a:xfrm>
          <a:prstGeom prst="rect">
            <a:avLst/>
          </a:prstGeom>
        </p:spPr>
        <p:txBody>
          <a:bodyPr/>
          <a:lstStyle>
            <a:lvl1pPr marL="289818" indent="-289818">
              <a:buFont typeface="Wingdings" pitchFamily="2" charset="2"/>
              <a:buChar char=""/>
              <a:defRPr sz="4080">
                <a:solidFill>
                  <a:schemeClr val="tx1">
                    <a:alpha val="99000"/>
                  </a:schemeClr>
                </a:solidFill>
                <a:latin typeface="+mn-lt"/>
              </a:defRPr>
            </a:lvl1pPr>
            <a:lvl2pPr marL="527824" indent="-238007">
              <a:buFont typeface="Wingdings" pitchFamily="2" charset="2"/>
              <a:buChar char=""/>
              <a:defRPr>
                <a:solidFill>
                  <a:schemeClr val="tx1">
                    <a:alpha val="99000"/>
                  </a:schemeClr>
                </a:solidFill>
                <a:latin typeface="+mn-lt"/>
              </a:defRPr>
            </a:lvl2pPr>
            <a:lvl3pPr marL="756116" indent="-228292">
              <a:buFont typeface="Wingdings" pitchFamily="2" charset="2"/>
              <a:buChar char=""/>
              <a:tabLst/>
              <a:defRPr>
                <a:solidFill>
                  <a:schemeClr val="tx1">
                    <a:alpha val="99000"/>
                  </a:schemeClr>
                </a:solidFill>
                <a:latin typeface="+mn-lt"/>
              </a:defRPr>
            </a:lvl3pPr>
            <a:lvl4pPr marL="932597" indent="-176481">
              <a:buFont typeface="Wingdings" pitchFamily="2" charset="2"/>
              <a:buChar char=""/>
              <a:defRPr>
                <a:solidFill>
                  <a:schemeClr val="tx1">
                    <a:alpha val="99000"/>
                  </a:schemeClr>
                </a:solidFill>
                <a:latin typeface="+mn-lt"/>
              </a:defRPr>
            </a:lvl4pPr>
            <a:lvl5pPr marL="1109078" indent="-176481">
              <a:buFont typeface="Wingdings" pitchFamily="2" charset="2"/>
              <a:buChar char=""/>
              <a:tabLst/>
              <a:defRPr>
                <a:solidFill>
                  <a:schemeClr val="tx1">
                    <a:alpha val="99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042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29660" y="1476627"/>
            <a:ext cx="11375537" cy="528475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448"/>
              </a:spcBef>
              <a:buNone/>
              <a:defRPr sz="408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0" indent="0">
              <a:buNone/>
              <a:defRPr sz="204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2pPr>
            <a:lvl3pPr marL="236387" indent="0">
              <a:buNone/>
              <a:defRPr sz="204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3pPr>
            <a:lvl4pPr marL="466298" indent="0">
              <a:buNone/>
              <a:defRPr sz="204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4pPr>
            <a:lvl5pPr marL="707543" indent="0">
              <a:buNone/>
              <a:defRPr sz="204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A75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37655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29660" y="1476627"/>
            <a:ext cx="11375537" cy="528475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448"/>
              </a:spcBef>
              <a:buNone/>
              <a:defRPr sz="408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0" indent="0">
              <a:buNone/>
              <a:defRPr sz="204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2pPr>
            <a:lvl3pPr marL="236387" indent="0">
              <a:buNone/>
              <a:defRPr sz="204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3pPr>
            <a:lvl4pPr marL="466298" indent="0">
              <a:buNone/>
              <a:defRPr sz="204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4pPr>
            <a:lvl5pPr marL="707543" indent="0">
              <a:buNone/>
              <a:defRPr sz="204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A75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35196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A75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31280" y="1476622"/>
            <a:ext cx="5504574" cy="5284752"/>
          </a:xfrm>
        </p:spPr>
        <p:txBody>
          <a:bodyPr>
            <a:noAutofit/>
          </a:bodyPr>
          <a:lstStyle>
            <a:lvl1pPr marL="297913" indent="-297913">
              <a:spcBef>
                <a:spcPts val="1224"/>
              </a:spcBef>
              <a:buClr>
                <a:schemeClr val="tx1"/>
              </a:buClr>
              <a:buFont typeface="Wingdings" pitchFamily="2" charset="2"/>
              <a:buChar char=""/>
              <a:defRPr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531062" indent="-233149">
              <a:defRPr sz="204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  <a:lvl3pPr marL="699447" indent="-168385">
              <a:tabLst/>
              <a:defRPr sz="2040">
                <a:solidFill>
                  <a:schemeClr val="bg1">
                    <a:lumMod val="75000"/>
                    <a:lumOff val="25000"/>
                  </a:schemeClr>
                </a:solidFill>
              </a:defRPr>
            </a:lvl3pPr>
            <a:lvl4pPr marL="880786" indent="-181338">
              <a:defRPr>
                <a:solidFill>
                  <a:schemeClr val="bg1">
                    <a:lumMod val="75000"/>
                    <a:lumOff val="25000"/>
                  </a:schemeClr>
                </a:solidFill>
              </a:defRPr>
            </a:lvl4pPr>
            <a:lvl5pPr marL="1049171" indent="-168385">
              <a:tabLst/>
              <a:defRPr>
                <a:solidFill>
                  <a:schemeClr val="bg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6405481" y="1476622"/>
            <a:ext cx="5504574" cy="5284752"/>
          </a:xfrm>
        </p:spPr>
        <p:txBody>
          <a:bodyPr>
            <a:noAutofit/>
          </a:bodyPr>
          <a:lstStyle>
            <a:lvl1pPr marL="346486" indent="-346486">
              <a:spcBef>
                <a:spcPts val="1224"/>
              </a:spcBef>
              <a:buFont typeface="Wingdings" pitchFamily="2" charset="2"/>
              <a:buChar char=""/>
              <a:defRPr lang="en-US" sz="3672" kern="1200" spc="-71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647637" indent="-349724">
              <a:defRPr lang="en-US" sz="2040" kern="1200" spc="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80786" indent="-349724">
              <a:defRPr lang="en-US" sz="2040" kern="1200" spc="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49171" indent="-349724">
              <a:defRPr lang="en-US" sz="2040" kern="1200" spc="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0509" indent="-349724">
              <a:defRPr lang="en-US" sz="2040" kern="1200" spc="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marL="297913" marR="0" lvl="0" indent="-297913" algn="l" defTabSz="932559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itchFamily="2" charset="2"/>
              <a:buChar char=""/>
              <a:tabLst/>
            </a:pPr>
            <a:r>
              <a:rPr lang="en-US"/>
              <a:t>Edit Master text styles</a:t>
            </a:r>
          </a:p>
          <a:p>
            <a:pPr marL="297913" marR="0" lvl="1" indent="-297913" algn="l" defTabSz="932559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itchFamily="2" charset="2"/>
              <a:buChar char=""/>
              <a:tabLst/>
            </a:pPr>
            <a:r>
              <a:rPr lang="en-US"/>
              <a:t>Second level</a:t>
            </a:r>
          </a:p>
          <a:p>
            <a:pPr marL="297913" marR="0" lvl="2" indent="-297913" algn="l" defTabSz="932559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itchFamily="2" charset="2"/>
              <a:buChar char=""/>
              <a:tabLst/>
            </a:pPr>
            <a:r>
              <a:rPr lang="en-US"/>
              <a:t>Third level</a:t>
            </a:r>
          </a:p>
          <a:p>
            <a:pPr marL="297913" marR="0" lvl="3" indent="-297913" algn="l" defTabSz="932559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itchFamily="2" charset="2"/>
              <a:buChar char=""/>
              <a:tabLst/>
            </a:pPr>
            <a:r>
              <a:rPr lang="en-US"/>
              <a:t>Fourth level</a:t>
            </a:r>
          </a:p>
          <a:p>
            <a:pPr marL="297913" marR="0" lvl="4" indent="-297913" algn="l" defTabSz="932559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Pct val="90000"/>
              <a:buFont typeface="Wingdings" pitchFamily="2" charset="2"/>
              <a:buChar char=""/>
              <a:tabLst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373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531280" y="1476622"/>
            <a:ext cx="5504574" cy="5284752"/>
          </a:xfrm>
        </p:spPr>
        <p:txBody>
          <a:bodyPr/>
          <a:lstStyle>
            <a:lvl1pPr marL="0" indent="0">
              <a:spcBef>
                <a:spcPts val="1224"/>
              </a:spcBef>
              <a:buNone/>
              <a:defRPr sz="408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0" indent="0">
              <a:buNone/>
              <a:defRPr sz="204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</a:defRPr>
            </a:lvl2pPr>
            <a:lvl3pPr marL="238007" indent="0">
              <a:buNone/>
              <a:defRPr sz="204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</a:defRPr>
            </a:lvl3pPr>
            <a:lvl4pPr marL="466298" indent="0">
              <a:buNone/>
              <a:defRPr sz="204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</a:defRPr>
            </a:lvl4pPr>
            <a:lvl5pPr marL="707543" indent="0">
              <a:buNone/>
              <a:defRPr sz="204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6405481" y="1476622"/>
            <a:ext cx="5504574" cy="5284752"/>
          </a:xfrm>
        </p:spPr>
        <p:txBody>
          <a:bodyPr/>
          <a:lstStyle>
            <a:lvl1pPr marL="0" indent="0">
              <a:spcBef>
                <a:spcPts val="1224"/>
              </a:spcBef>
              <a:buNone/>
              <a:defRPr lang="en-US" sz="4080" kern="1200" spc="-71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3238" marR="0" indent="0" algn="l" defTabSz="932559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lang="en-US" sz="2040" kern="1200" spc="-71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238007" marR="0" indent="0" algn="l" defTabSz="932559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lang="en-US" sz="2040" kern="1200" spc="-71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469536" marR="0" indent="0" algn="l" defTabSz="932559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lang="en-US" sz="2040" kern="1200" spc="-71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701067" marR="0" indent="0" algn="l" defTabSz="932559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lang="en-US" sz="2040" kern="1200" spc="-71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5pPr>
          </a:lstStyle>
          <a:p>
            <a:pPr marL="0" marR="0" lvl="0" indent="0" algn="l" defTabSz="932559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/>
              <a:t>Edit Master text styles</a:t>
            </a:r>
          </a:p>
          <a:p>
            <a:pPr marL="0" marR="0" lvl="1" indent="0" algn="l" defTabSz="932559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/>
              <a:t>Second level</a:t>
            </a:r>
          </a:p>
          <a:p>
            <a:pPr marL="0" marR="0" lvl="2" indent="0" algn="l" defTabSz="932559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/>
              <a:t>Third level</a:t>
            </a:r>
          </a:p>
          <a:p>
            <a:pPr marL="0" marR="0" lvl="3" indent="0" algn="l" defTabSz="932559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/>
              <a:t>Fourth level</a:t>
            </a:r>
          </a:p>
          <a:p>
            <a:pPr marL="0" marR="0" lvl="4" indent="0" algn="l" defTabSz="932559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 bwMode="hidden">
          <a:xfrm flipV="1">
            <a:off x="0" y="0"/>
            <a:ext cx="12436475" cy="1178952"/>
          </a:xfrm>
          <a:prstGeom prst="rect">
            <a:avLst/>
          </a:prstGeom>
          <a:solidFill>
            <a:srgbClr val="00A75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0" tIns="46630" rIns="46630" bIns="466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290" fontAlgn="base">
              <a:spcBef>
                <a:spcPct val="0"/>
              </a:spcBef>
              <a:spcAft>
                <a:spcPct val="0"/>
              </a:spcAft>
            </a:pPr>
            <a:endParaRPr lang="en-US" sz="1836" dirty="0" err="1">
              <a:solidFill>
                <a:schemeClr val="tx1">
                  <a:alpha val="99000"/>
                </a:schemeClr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29660" y="233175"/>
            <a:ext cx="11375537" cy="762786"/>
          </a:xfrm>
        </p:spPr>
        <p:txBody>
          <a:bodyPr>
            <a:normAutofit/>
          </a:bodyPr>
          <a:lstStyle>
            <a:lvl1pPr>
              <a:defRPr>
                <a:solidFill>
                  <a:schemeClr val="tx1">
                    <a:alpha val="99000"/>
                  </a:schemeClr>
                </a:solidFill>
              </a:defRPr>
            </a:lvl1pPr>
          </a:lstStyle>
          <a:p>
            <a:r>
              <a:rPr lang="en-US" dirty="0"/>
              <a:t>Slide for Developer Code</a:t>
            </a:r>
          </a:p>
        </p:txBody>
      </p:sp>
    </p:spTree>
    <p:extLst>
      <p:ext uri="{BB962C8B-B14F-4D97-AF65-F5344CB8AC3E}">
        <p14:creationId xmlns:p14="http://schemas.microsoft.com/office/powerpoint/2010/main" val="2030249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A75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741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_box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A75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852850" y="2576874"/>
            <a:ext cx="2724298" cy="932603"/>
          </a:xfrm>
          <a:solidFill>
            <a:srgbClr val="00A75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marL="0" indent="0">
              <a:buNone/>
              <a:defRPr lang="en-US" sz="2448" smtClean="0">
                <a:solidFill>
                  <a:schemeClr val="tx1">
                    <a:alpha val="99000"/>
                  </a:schemeClr>
                </a:solidFill>
                <a:ea typeface="Segoe UI" pitchFamily="34" charset="0"/>
                <a:cs typeface="Segoe UI" pitchFamily="34" charset="0"/>
              </a:defRPr>
            </a:lvl1pPr>
            <a:lvl2pPr>
              <a:defRPr lang="en-US" sz="1836" smtClean="0">
                <a:solidFill>
                  <a:schemeClr val="lt1"/>
                </a:solidFill>
              </a:defRPr>
            </a:lvl2pPr>
            <a:lvl3pPr>
              <a:defRPr lang="en-US" sz="1836" smtClean="0">
                <a:solidFill>
                  <a:schemeClr val="lt1"/>
                </a:solidFill>
              </a:defRPr>
            </a:lvl3pPr>
            <a:lvl4pPr>
              <a:defRPr lang="en-US" sz="1836" smtClean="0">
                <a:solidFill>
                  <a:schemeClr val="lt1"/>
                </a:solidFill>
              </a:defRPr>
            </a:lvl4pPr>
            <a:lvl5pPr>
              <a:defRPr lang="en-US" sz="1836">
                <a:solidFill>
                  <a:schemeClr val="lt1"/>
                </a:solidFill>
              </a:defRPr>
            </a:lvl5pPr>
          </a:lstStyle>
          <a:p>
            <a:pPr marL="0" lvl="0" defTabSz="932290"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Edit Master text styles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4852850" y="3509477"/>
            <a:ext cx="2724298" cy="1557448"/>
          </a:xfrm>
          <a:solidFill>
            <a:srgbClr val="C7C7C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45720" bIns="91440" numCol="1" spcCol="0" rtlCol="0" fromWordArt="0" anchor="t" anchorCtr="0" forceAA="0" compatLnSpc="1">
            <a:prstTxWarp prst="textNoShape">
              <a:avLst/>
            </a:prstTxWarp>
            <a:normAutofit/>
          </a:bodyPr>
          <a:lstStyle>
            <a:lvl1pPr marL="0" indent="0">
              <a:buNone/>
              <a:defRPr lang="en-US" sz="1632" dirty="0" smtClean="0">
                <a:solidFill>
                  <a:srgbClr val="0072C6">
                    <a:lumMod val="50000"/>
                    <a:alpha val="99000"/>
                  </a:srgbClr>
                </a:solidFill>
              </a:defRPr>
            </a:lvl1pPr>
          </a:lstStyle>
          <a:p>
            <a:pPr marL="0" lvl="0">
              <a:spcBef>
                <a:spcPts val="1224"/>
              </a:spcBef>
            </a:pPr>
            <a:r>
              <a:rPr lang="en-US"/>
              <a:t>Edit Master text styles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7686458" y="2576874"/>
            <a:ext cx="2724298" cy="932603"/>
          </a:xfrm>
          <a:solidFill>
            <a:srgbClr val="00A75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marL="0" indent="0">
              <a:buNone/>
              <a:defRPr lang="en-US" sz="2448" smtClean="0">
                <a:solidFill>
                  <a:schemeClr val="tx1">
                    <a:alpha val="99000"/>
                  </a:schemeClr>
                </a:solidFill>
                <a:ea typeface="Segoe UI" pitchFamily="34" charset="0"/>
                <a:cs typeface="Segoe UI" pitchFamily="34" charset="0"/>
              </a:defRPr>
            </a:lvl1pPr>
            <a:lvl2pPr>
              <a:defRPr lang="en-US" sz="1836" smtClean="0">
                <a:solidFill>
                  <a:schemeClr val="lt1"/>
                </a:solidFill>
              </a:defRPr>
            </a:lvl2pPr>
            <a:lvl3pPr>
              <a:defRPr lang="en-US" sz="1836" smtClean="0">
                <a:solidFill>
                  <a:schemeClr val="lt1"/>
                </a:solidFill>
              </a:defRPr>
            </a:lvl3pPr>
            <a:lvl4pPr>
              <a:defRPr lang="en-US" sz="1836" smtClean="0">
                <a:solidFill>
                  <a:schemeClr val="lt1"/>
                </a:solidFill>
              </a:defRPr>
            </a:lvl4pPr>
            <a:lvl5pPr>
              <a:defRPr lang="en-US" sz="1836">
                <a:solidFill>
                  <a:schemeClr val="lt1"/>
                </a:solidFill>
              </a:defRPr>
            </a:lvl5pPr>
          </a:lstStyle>
          <a:p>
            <a:pPr marL="0" lvl="0" defTabSz="932290"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Edit Master text styles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7686458" y="3509477"/>
            <a:ext cx="2724298" cy="1557448"/>
          </a:xfrm>
          <a:solidFill>
            <a:srgbClr val="C7C7C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45720" bIns="91440" numCol="1" spcCol="0" rtlCol="0" fromWordArt="0" anchor="t" anchorCtr="0" forceAA="0" compatLnSpc="1">
            <a:prstTxWarp prst="textNoShape">
              <a:avLst/>
            </a:prstTxWarp>
            <a:normAutofit/>
          </a:bodyPr>
          <a:lstStyle>
            <a:lvl1pPr marL="0" indent="0">
              <a:buNone/>
              <a:defRPr lang="en-US" sz="1632" dirty="0" smtClean="0">
                <a:solidFill>
                  <a:srgbClr val="0072C6">
                    <a:lumMod val="50000"/>
                    <a:alpha val="99000"/>
                  </a:srgbClr>
                </a:solidFill>
              </a:defRPr>
            </a:lvl1pPr>
          </a:lstStyle>
          <a:p>
            <a:pPr marL="0" lvl="0">
              <a:spcBef>
                <a:spcPts val="1224"/>
              </a:spcBef>
            </a:pPr>
            <a:r>
              <a:rPr lang="en-US"/>
              <a:t>Edit Master text styles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5"/>
          </p:nvPr>
        </p:nvSpPr>
        <p:spPr>
          <a:xfrm>
            <a:off x="2022387" y="2576874"/>
            <a:ext cx="2724298" cy="932603"/>
          </a:xfrm>
          <a:solidFill>
            <a:srgbClr val="00A75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marL="0" indent="0">
              <a:buNone/>
              <a:defRPr lang="en-US" sz="2448" smtClean="0">
                <a:solidFill>
                  <a:schemeClr val="tx1">
                    <a:alpha val="99000"/>
                  </a:schemeClr>
                </a:solidFill>
                <a:ea typeface="Segoe UI" pitchFamily="34" charset="0"/>
                <a:cs typeface="Segoe UI" pitchFamily="34" charset="0"/>
              </a:defRPr>
            </a:lvl1pPr>
            <a:lvl2pPr>
              <a:defRPr lang="en-US" sz="1836" smtClean="0">
                <a:solidFill>
                  <a:schemeClr val="lt1"/>
                </a:solidFill>
              </a:defRPr>
            </a:lvl2pPr>
            <a:lvl3pPr>
              <a:defRPr lang="en-US" sz="1836" smtClean="0">
                <a:solidFill>
                  <a:schemeClr val="lt1"/>
                </a:solidFill>
              </a:defRPr>
            </a:lvl3pPr>
            <a:lvl4pPr>
              <a:defRPr lang="en-US" sz="1836" smtClean="0">
                <a:solidFill>
                  <a:schemeClr val="lt1"/>
                </a:solidFill>
              </a:defRPr>
            </a:lvl4pPr>
            <a:lvl5pPr>
              <a:defRPr lang="en-US" sz="1836">
                <a:solidFill>
                  <a:schemeClr val="lt1"/>
                </a:solidFill>
              </a:defRPr>
            </a:lvl5pPr>
          </a:lstStyle>
          <a:p>
            <a:pPr marL="0" lvl="0" defTabSz="932290"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Edit Master text styles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6"/>
          </p:nvPr>
        </p:nvSpPr>
        <p:spPr>
          <a:xfrm>
            <a:off x="2022387" y="3509477"/>
            <a:ext cx="2724298" cy="1557448"/>
          </a:xfrm>
          <a:solidFill>
            <a:srgbClr val="C7C7C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45720" bIns="91440" numCol="1" spcCol="0" rtlCol="0" fromWordArt="0" anchor="t" anchorCtr="0" forceAA="0" compatLnSpc="1">
            <a:prstTxWarp prst="textNoShape">
              <a:avLst/>
            </a:prstTxWarp>
            <a:normAutofit/>
          </a:bodyPr>
          <a:lstStyle>
            <a:lvl1pPr marL="0" indent="0">
              <a:buNone/>
              <a:defRPr lang="en-US" sz="1632" dirty="0" smtClean="0">
                <a:solidFill>
                  <a:srgbClr val="0072C6">
                    <a:lumMod val="50000"/>
                    <a:alpha val="99000"/>
                  </a:srgbClr>
                </a:solidFill>
              </a:defRPr>
            </a:lvl1pPr>
          </a:lstStyle>
          <a:p>
            <a:pPr marL="0" lvl="0">
              <a:spcBef>
                <a:spcPts val="1224"/>
              </a:spcBef>
            </a:pPr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0507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_box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A75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6266101" y="1422721"/>
            <a:ext cx="2724298" cy="932603"/>
          </a:xfrm>
          <a:solidFill>
            <a:srgbClr val="00A75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marL="0" indent="0">
              <a:buNone/>
              <a:defRPr lang="en-US" sz="2448" smtClean="0">
                <a:solidFill>
                  <a:schemeClr val="tx1">
                    <a:alpha val="99000"/>
                  </a:schemeClr>
                </a:solidFill>
                <a:ea typeface="Segoe UI" pitchFamily="34" charset="0"/>
                <a:cs typeface="Segoe UI" pitchFamily="34" charset="0"/>
              </a:defRPr>
            </a:lvl1pPr>
            <a:lvl2pPr>
              <a:defRPr lang="en-US" sz="1836" smtClean="0">
                <a:solidFill>
                  <a:schemeClr val="lt1"/>
                </a:solidFill>
              </a:defRPr>
            </a:lvl2pPr>
            <a:lvl3pPr>
              <a:defRPr lang="en-US" sz="1836" smtClean="0">
                <a:solidFill>
                  <a:schemeClr val="lt1"/>
                </a:solidFill>
              </a:defRPr>
            </a:lvl3pPr>
            <a:lvl4pPr>
              <a:defRPr lang="en-US" sz="1836" smtClean="0">
                <a:solidFill>
                  <a:schemeClr val="lt1"/>
                </a:solidFill>
              </a:defRPr>
            </a:lvl4pPr>
            <a:lvl5pPr>
              <a:defRPr lang="en-US" sz="1836">
                <a:solidFill>
                  <a:schemeClr val="lt1"/>
                </a:solidFill>
              </a:defRPr>
            </a:lvl5pPr>
          </a:lstStyle>
          <a:p>
            <a:pPr marL="0" lvl="0" defTabSz="932290"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Edit Master text styles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6266101" y="2355324"/>
            <a:ext cx="2724298" cy="1557448"/>
          </a:xfrm>
          <a:solidFill>
            <a:srgbClr val="C7C7C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45720" bIns="91440" numCol="1" spcCol="0" rtlCol="0" fromWordArt="0" anchor="t" anchorCtr="0" forceAA="0" compatLnSpc="1">
            <a:prstTxWarp prst="textNoShape">
              <a:avLst/>
            </a:prstTxWarp>
            <a:normAutofit/>
          </a:bodyPr>
          <a:lstStyle>
            <a:lvl1pPr marL="0" indent="0">
              <a:buNone/>
              <a:defRPr lang="en-US" sz="1632" dirty="0" smtClean="0">
                <a:solidFill>
                  <a:srgbClr val="0072C6">
                    <a:lumMod val="50000"/>
                    <a:alpha val="99000"/>
                  </a:srgbClr>
                </a:solidFill>
              </a:defRPr>
            </a:lvl1pPr>
          </a:lstStyle>
          <a:p>
            <a:pPr marL="0" lvl="0">
              <a:spcBef>
                <a:spcPts val="1224"/>
              </a:spcBef>
            </a:pPr>
            <a:r>
              <a:rPr lang="en-US"/>
              <a:t>Edit Master text styles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5"/>
          </p:nvPr>
        </p:nvSpPr>
        <p:spPr>
          <a:xfrm>
            <a:off x="3435639" y="1422721"/>
            <a:ext cx="2724298" cy="932603"/>
          </a:xfrm>
          <a:solidFill>
            <a:srgbClr val="00A75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marL="0" indent="0">
              <a:buNone/>
              <a:defRPr lang="en-US" sz="2448" smtClean="0">
                <a:solidFill>
                  <a:schemeClr val="tx1">
                    <a:alpha val="99000"/>
                  </a:schemeClr>
                </a:solidFill>
                <a:ea typeface="Segoe UI" pitchFamily="34" charset="0"/>
                <a:cs typeface="Segoe UI" pitchFamily="34" charset="0"/>
              </a:defRPr>
            </a:lvl1pPr>
            <a:lvl2pPr>
              <a:defRPr lang="en-US" sz="1836" smtClean="0">
                <a:solidFill>
                  <a:schemeClr val="lt1"/>
                </a:solidFill>
              </a:defRPr>
            </a:lvl2pPr>
            <a:lvl3pPr>
              <a:defRPr lang="en-US" sz="1836" smtClean="0">
                <a:solidFill>
                  <a:schemeClr val="lt1"/>
                </a:solidFill>
              </a:defRPr>
            </a:lvl3pPr>
            <a:lvl4pPr>
              <a:defRPr lang="en-US" sz="1836" smtClean="0">
                <a:solidFill>
                  <a:schemeClr val="lt1"/>
                </a:solidFill>
              </a:defRPr>
            </a:lvl4pPr>
            <a:lvl5pPr>
              <a:defRPr lang="en-US" sz="1836">
                <a:solidFill>
                  <a:schemeClr val="lt1"/>
                </a:solidFill>
              </a:defRPr>
            </a:lvl5pPr>
          </a:lstStyle>
          <a:p>
            <a:pPr marL="0" lvl="0" defTabSz="932290"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Edit Master text styles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6"/>
          </p:nvPr>
        </p:nvSpPr>
        <p:spPr>
          <a:xfrm>
            <a:off x="3435639" y="2355324"/>
            <a:ext cx="2724298" cy="1557448"/>
          </a:xfrm>
          <a:solidFill>
            <a:srgbClr val="C7C7C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45720" bIns="91440" numCol="1" spcCol="0" rtlCol="0" fromWordArt="0" anchor="t" anchorCtr="0" forceAA="0" compatLnSpc="1">
            <a:prstTxWarp prst="textNoShape">
              <a:avLst/>
            </a:prstTxWarp>
            <a:normAutofit/>
          </a:bodyPr>
          <a:lstStyle>
            <a:lvl1pPr marL="0" indent="0">
              <a:buNone/>
              <a:defRPr lang="en-US" sz="1632" dirty="0" smtClean="0">
                <a:solidFill>
                  <a:srgbClr val="0072C6">
                    <a:lumMod val="50000"/>
                    <a:alpha val="99000"/>
                  </a:srgbClr>
                </a:solidFill>
              </a:defRPr>
            </a:lvl1pPr>
          </a:lstStyle>
          <a:p>
            <a:pPr marL="0" lvl="0">
              <a:spcBef>
                <a:spcPts val="1224"/>
              </a:spcBef>
            </a:pPr>
            <a:r>
              <a:rPr lang="en-US"/>
              <a:t>Edit Master text styles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6266101" y="4040506"/>
            <a:ext cx="2724298" cy="932603"/>
          </a:xfrm>
          <a:solidFill>
            <a:srgbClr val="00A75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marL="0" indent="0">
              <a:buNone/>
              <a:defRPr lang="en-US" sz="2448" smtClean="0">
                <a:solidFill>
                  <a:schemeClr val="tx1">
                    <a:alpha val="99000"/>
                  </a:schemeClr>
                </a:solidFill>
                <a:ea typeface="Segoe UI" pitchFamily="34" charset="0"/>
                <a:cs typeface="Segoe UI" pitchFamily="34" charset="0"/>
              </a:defRPr>
            </a:lvl1pPr>
            <a:lvl2pPr>
              <a:defRPr lang="en-US" sz="1836" smtClean="0">
                <a:solidFill>
                  <a:schemeClr val="lt1"/>
                </a:solidFill>
              </a:defRPr>
            </a:lvl2pPr>
            <a:lvl3pPr>
              <a:defRPr lang="en-US" sz="1836" smtClean="0">
                <a:solidFill>
                  <a:schemeClr val="lt1"/>
                </a:solidFill>
              </a:defRPr>
            </a:lvl3pPr>
            <a:lvl4pPr>
              <a:defRPr lang="en-US" sz="1836" smtClean="0">
                <a:solidFill>
                  <a:schemeClr val="lt1"/>
                </a:solidFill>
              </a:defRPr>
            </a:lvl4pPr>
            <a:lvl5pPr>
              <a:defRPr lang="en-US" sz="1836">
                <a:solidFill>
                  <a:schemeClr val="lt1"/>
                </a:solidFill>
              </a:defRPr>
            </a:lvl5pPr>
          </a:lstStyle>
          <a:p>
            <a:pPr marL="0" lvl="0" defTabSz="932290"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Edit Master text styles</a:t>
            </a:r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6266101" y="4973109"/>
            <a:ext cx="2724298" cy="1557448"/>
          </a:xfrm>
          <a:solidFill>
            <a:srgbClr val="C7C7C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45720" bIns="91440" numCol="1" spcCol="0" rtlCol="0" fromWordArt="0" anchor="t" anchorCtr="0" forceAA="0" compatLnSpc="1">
            <a:prstTxWarp prst="textNoShape">
              <a:avLst/>
            </a:prstTxWarp>
            <a:normAutofit/>
          </a:bodyPr>
          <a:lstStyle>
            <a:lvl1pPr marL="0" indent="0">
              <a:buNone/>
              <a:defRPr lang="en-US" sz="1632" dirty="0" smtClean="0">
                <a:solidFill>
                  <a:srgbClr val="0072C6">
                    <a:lumMod val="50000"/>
                    <a:alpha val="99000"/>
                  </a:srgbClr>
                </a:solidFill>
              </a:defRPr>
            </a:lvl1pPr>
          </a:lstStyle>
          <a:p>
            <a:pPr marL="0" lvl="0">
              <a:spcBef>
                <a:spcPts val="1224"/>
              </a:spcBef>
            </a:pPr>
            <a:r>
              <a:rPr lang="en-US"/>
              <a:t>Edit Master text styles</a:t>
            </a:r>
          </a:p>
        </p:txBody>
      </p:sp>
      <p:sp>
        <p:nvSpPr>
          <p:cNvPr id="19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3435639" y="4040506"/>
            <a:ext cx="2724298" cy="932603"/>
          </a:xfrm>
          <a:solidFill>
            <a:srgbClr val="00A75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marL="0" indent="0">
              <a:buNone/>
              <a:defRPr lang="en-US" sz="2448" smtClean="0">
                <a:solidFill>
                  <a:schemeClr val="tx1">
                    <a:alpha val="99000"/>
                  </a:schemeClr>
                </a:solidFill>
                <a:ea typeface="Segoe UI" pitchFamily="34" charset="0"/>
                <a:cs typeface="Segoe UI" pitchFamily="34" charset="0"/>
              </a:defRPr>
            </a:lvl1pPr>
            <a:lvl2pPr>
              <a:defRPr lang="en-US" sz="1836" smtClean="0">
                <a:solidFill>
                  <a:schemeClr val="lt1"/>
                </a:solidFill>
              </a:defRPr>
            </a:lvl2pPr>
            <a:lvl3pPr>
              <a:defRPr lang="en-US" sz="1836" smtClean="0">
                <a:solidFill>
                  <a:schemeClr val="lt1"/>
                </a:solidFill>
              </a:defRPr>
            </a:lvl3pPr>
            <a:lvl4pPr>
              <a:defRPr lang="en-US" sz="1836" smtClean="0">
                <a:solidFill>
                  <a:schemeClr val="lt1"/>
                </a:solidFill>
              </a:defRPr>
            </a:lvl4pPr>
            <a:lvl5pPr>
              <a:defRPr lang="en-US" sz="1836">
                <a:solidFill>
                  <a:schemeClr val="lt1"/>
                </a:solidFill>
              </a:defRPr>
            </a:lvl5pPr>
          </a:lstStyle>
          <a:p>
            <a:pPr marL="0" lvl="0" defTabSz="932290"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Edit Master text styles</a:t>
            </a:r>
          </a:p>
        </p:txBody>
      </p:sp>
      <p:sp>
        <p:nvSpPr>
          <p:cNvPr id="2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3435639" y="4973109"/>
            <a:ext cx="2724298" cy="1557448"/>
          </a:xfrm>
          <a:solidFill>
            <a:srgbClr val="C7C7C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45720" bIns="91440" numCol="1" spcCol="0" rtlCol="0" fromWordArt="0" anchor="t" anchorCtr="0" forceAA="0" compatLnSpc="1">
            <a:prstTxWarp prst="textNoShape">
              <a:avLst/>
            </a:prstTxWarp>
            <a:normAutofit/>
          </a:bodyPr>
          <a:lstStyle>
            <a:lvl1pPr marL="0" indent="0">
              <a:buNone/>
              <a:defRPr lang="en-US" sz="1632" dirty="0" smtClean="0">
                <a:solidFill>
                  <a:srgbClr val="0072C6">
                    <a:lumMod val="50000"/>
                    <a:alpha val="99000"/>
                  </a:srgbClr>
                </a:solidFill>
              </a:defRPr>
            </a:lvl1pPr>
          </a:lstStyle>
          <a:p>
            <a:pPr marL="0" lvl="0">
              <a:spcBef>
                <a:spcPts val="1224"/>
              </a:spcBef>
            </a:pPr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8523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_box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A75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852850" y="1422721"/>
            <a:ext cx="2724298" cy="932603"/>
          </a:xfrm>
          <a:solidFill>
            <a:srgbClr val="00A75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>
              <a:defRPr lang="en-US" sz="2448">
                <a:solidFill>
                  <a:schemeClr val="tx1">
                    <a:alpha val="99000"/>
                  </a:schemeClr>
                </a:solidFill>
                <a:ea typeface="Segoe UI" pitchFamily="34" charset="0"/>
                <a:cs typeface="Segoe UI" pitchFamily="34" charset="0"/>
              </a:defRPr>
            </a:lvl1pPr>
          </a:lstStyle>
          <a:p>
            <a:pPr marL="0" lvl="0" indent="0" defTabSz="93229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/>
              <a:t>Edit Master text styles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4852850" y="2355324"/>
            <a:ext cx="2724298" cy="1557448"/>
          </a:xfrm>
          <a:solidFill>
            <a:srgbClr val="C7C7C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45720" bIns="91440" numCol="1" spcCol="0" rtlCol="0" fromWordArt="0" anchor="t" anchorCtr="0" forceAA="0" compatLnSpc="1">
            <a:prstTxWarp prst="textNoShape">
              <a:avLst/>
            </a:prstTxWarp>
            <a:normAutofit/>
          </a:bodyPr>
          <a:lstStyle>
            <a:lvl1pPr marL="0" indent="0">
              <a:buNone/>
              <a:defRPr lang="en-US" sz="1632" dirty="0" smtClean="0">
                <a:solidFill>
                  <a:srgbClr val="0072C6">
                    <a:lumMod val="50000"/>
                    <a:alpha val="99000"/>
                  </a:srgbClr>
                </a:solidFill>
              </a:defRPr>
            </a:lvl1pPr>
          </a:lstStyle>
          <a:p>
            <a:pPr marL="0" lvl="0">
              <a:spcBef>
                <a:spcPts val="1224"/>
              </a:spcBef>
            </a:pPr>
            <a:r>
              <a:rPr lang="en-US"/>
              <a:t>Edit Master text styles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7686458" y="1422721"/>
            <a:ext cx="2724298" cy="932603"/>
          </a:xfrm>
          <a:solidFill>
            <a:srgbClr val="00A75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>
              <a:defRPr lang="en-US" sz="2448">
                <a:solidFill>
                  <a:schemeClr val="tx1">
                    <a:alpha val="99000"/>
                  </a:schemeClr>
                </a:solidFill>
                <a:ea typeface="Segoe UI" pitchFamily="34" charset="0"/>
                <a:cs typeface="Segoe UI" pitchFamily="34" charset="0"/>
              </a:defRPr>
            </a:lvl1pPr>
          </a:lstStyle>
          <a:p>
            <a:pPr marL="0" lvl="0" indent="0" defTabSz="93229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/>
              <a:t>Edit Master text styles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7686458" y="2355324"/>
            <a:ext cx="2724298" cy="1557448"/>
          </a:xfrm>
          <a:solidFill>
            <a:srgbClr val="C7C7C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45720" bIns="91440" numCol="1" spcCol="0" rtlCol="0" fromWordArt="0" anchor="t" anchorCtr="0" forceAA="0" compatLnSpc="1">
            <a:prstTxWarp prst="textNoShape">
              <a:avLst/>
            </a:prstTxWarp>
            <a:normAutofit/>
          </a:bodyPr>
          <a:lstStyle>
            <a:lvl1pPr marL="0" indent="0">
              <a:buNone/>
              <a:defRPr lang="en-US" sz="1632" dirty="0" smtClean="0">
                <a:solidFill>
                  <a:srgbClr val="0072C6">
                    <a:lumMod val="50000"/>
                    <a:alpha val="99000"/>
                  </a:srgbClr>
                </a:solidFill>
              </a:defRPr>
            </a:lvl1pPr>
          </a:lstStyle>
          <a:p>
            <a:pPr marL="0" lvl="0">
              <a:spcBef>
                <a:spcPts val="1224"/>
              </a:spcBef>
            </a:pPr>
            <a:r>
              <a:rPr lang="en-US"/>
              <a:t>Edit Master text styles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5"/>
          </p:nvPr>
        </p:nvSpPr>
        <p:spPr>
          <a:xfrm>
            <a:off x="2022387" y="1422721"/>
            <a:ext cx="2724298" cy="932603"/>
          </a:xfrm>
          <a:solidFill>
            <a:srgbClr val="00A75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marL="0" indent="0">
              <a:buNone/>
              <a:defRPr lang="en-US" sz="2448" smtClean="0">
                <a:solidFill>
                  <a:schemeClr val="tx1">
                    <a:alpha val="99000"/>
                  </a:schemeClr>
                </a:solidFill>
                <a:ea typeface="Segoe UI" pitchFamily="34" charset="0"/>
                <a:cs typeface="Segoe UI" pitchFamily="34" charset="0"/>
              </a:defRPr>
            </a:lvl1pPr>
            <a:lvl2pPr>
              <a:defRPr lang="en-US" sz="1836" smtClean="0">
                <a:solidFill>
                  <a:schemeClr val="lt1"/>
                </a:solidFill>
              </a:defRPr>
            </a:lvl2pPr>
            <a:lvl3pPr>
              <a:defRPr lang="en-US" sz="1836" smtClean="0">
                <a:solidFill>
                  <a:schemeClr val="lt1"/>
                </a:solidFill>
              </a:defRPr>
            </a:lvl3pPr>
            <a:lvl4pPr>
              <a:defRPr lang="en-US" sz="1836" smtClean="0">
                <a:solidFill>
                  <a:schemeClr val="lt1"/>
                </a:solidFill>
              </a:defRPr>
            </a:lvl4pPr>
            <a:lvl5pPr>
              <a:defRPr lang="en-US" sz="1836">
                <a:solidFill>
                  <a:schemeClr val="lt1"/>
                </a:solidFill>
              </a:defRPr>
            </a:lvl5pPr>
          </a:lstStyle>
          <a:p>
            <a:pPr marL="0" lvl="0" defTabSz="932290"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Edit Master text styles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6"/>
          </p:nvPr>
        </p:nvSpPr>
        <p:spPr>
          <a:xfrm>
            <a:off x="2022387" y="2355324"/>
            <a:ext cx="2724298" cy="1557448"/>
          </a:xfrm>
          <a:solidFill>
            <a:srgbClr val="C7C7C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45720" bIns="91440" numCol="1" spcCol="0" rtlCol="0" fromWordArt="0" anchor="t" anchorCtr="0" forceAA="0" compatLnSpc="1">
            <a:prstTxWarp prst="textNoShape">
              <a:avLst/>
            </a:prstTxWarp>
            <a:normAutofit/>
          </a:bodyPr>
          <a:lstStyle>
            <a:lvl1pPr marL="0" indent="0">
              <a:buNone/>
              <a:defRPr lang="en-US" sz="1632" dirty="0" smtClean="0">
                <a:solidFill>
                  <a:srgbClr val="0072C6">
                    <a:lumMod val="50000"/>
                    <a:alpha val="99000"/>
                  </a:srgbClr>
                </a:solidFill>
              </a:defRPr>
            </a:lvl1pPr>
          </a:lstStyle>
          <a:p>
            <a:pPr marL="0" lvl="0">
              <a:spcBef>
                <a:spcPts val="1224"/>
              </a:spcBef>
            </a:pPr>
            <a:r>
              <a:rPr lang="en-US"/>
              <a:t>Edit Master text styles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852850" y="4040506"/>
            <a:ext cx="2724298" cy="932603"/>
          </a:xfrm>
          <a:solidFill>
            <a:srgbClr val="00A75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>
              <a:defRPr lang="en-US" sz="2448">
                <a:solidFill>
                  <a:schemeClr val="tx1">
                    <a:alpha val="99000"/>
                  </a:schemeClr>
                </a:solidFill>
                <a:ea typeface="Segoe UI" pitchFamily="34" charset="0"/>
                <a:cs typeface="Segoe UI" pitchFamily="34" charset="0"/>
              </a:defRPr>
            </a:lvl1pPr>
          </a:lstStyle>
          <a:p>
            <a:pPr marL="0" lvl="0" indent="0" defTabSz="93229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4852850" y="4973109"/>
            <a:ext cx="2724298" cy="1557448"/>
          </a:xfrm>
          <a:solidFill>
            <a:srgbClr val="C7C7C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45720" bIns="91440" numCol="1" spcCol="0" rtlCol="0" fromWordArt="0" anchor="t" anchorCtr="0" forceAA="0" compatLnSpc="1">
            <a:prstTxWarp prst="textNoShape">
              <a:avLst/>
            </a:prstTxWarp>
            <a:normAutofit/>
          </a:bodyPr>
          <a:lstStyle>
            <a:lvl1pPr marL="0" indent="0">
              <a:buNone/>
              <a:defRPr lang="en-US" sz="1632" dirty="0" smtClean="0">
                <a:solidFill>
                  <a:srgbClr val="0072C6">
                    <a:lumMod val="50000"/>
                    <a:alpha val="99000"/>
                  </a:srgbClr>
                </a:solidFill>
              </a:defRPr>
            </a:lvl1pPr>
          </a:lstStyle>
          <a:p>
            <a:pPr marL="0" lvl="0">
              <a:spcBef>
                <a:spcPts val="1224"/>
              </a:spcBef>
            </a:pPr>
            <a:r>
              <a:rPr lang="en-US"/>
              <a:t>Edit Master text styles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7686458" y="4040506"/>
            <a:ext cx="2724298" cy="932603"/>
          </a:xfrm>
          <a:solidFill>
            <a:srgbClr val="00A75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>
              <a:defRPr lang="en-US" sz="2448" dirty="0">
                <a:solidFill>
                  <a:schemeClr val="tx1">
                    <a:alpha val="99000"/>
                  </a:schemeClr>
                </a:solidFill>
                <a:ea typeface="Segoe UI" pitchFamily="34" charset="0"/>
                <a:cs typeface="Segoe UI" pitchFamily="34" charset="0"/>
              </a:defRPr>
            </a:lvl1pPr>
          </a:lstStyle>
          <a:p>
            <a:pPr marL="0" lvl="0" indent="0" defTabSz="93229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7686458" y="4973109"/>
            <a:ext cx="2724298" cy="1557448"/>
          </a:xfrm>
          <a:solidFill>
            <a:srgbClr val="C7C7C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45720" bIns="91440" numCol="1" spcCol="0" rtlCol="0" fromWordArt="0" anchor="t" anchorCtr="0" forceAA="0" compatLnSpc="1">
            <a:prstTxWarp prst="textNoShape">
              <a:avLst/>
            </a:prstTxWarp>
            <a:normAutofit/>
          </a:bodyPr>
          <a:lstStyle>
            <a:lvl1pPr marL="0" indent="0">
              <a:buNone/>
              <a:defRPr lang="en-US" sz="1632" dirty="0" smtClean="0">
                <a:solidFill>
                  <a:srgbClr val="0072C6">
                    <a:lumMod val="50000"/>
                    <a:alpha val="99000"/>
                  </a:srgbClr>
                </a:solidFill>
              </a:defRPr>
            </a:lvl1pPr>
          </a:lstStyle>
          <a:p>
            <a:pPr marL="0" lvl="0">
              <a:spcBef>
                <a:spcPts val="1224"/>
              </a:spcBef>
            </a:pPr>
            <a:r>
              <a:rPr lang="en-US"/>
              <a:t>Edit Master text styles</a:t>
            </a:r>
          </a:p>
        </p:txBody>
      </p:sp>
      <p:sp>
        <p:nvSpPr>
          <p:cNvPr id="19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2022387" y="4040506"/>
            <a:ext cx="2724298" cy="932603"/>
          </a:xfrm>
          <a:solidFill>
            <a:srgbClr val="00A75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>
              <a:defRPr lang="en-US" sz="2448">
                <a:solidFill>
                  <a:schemeClr val="tx1">
                    <a:alpha val="99000"/>
                  </a:schemeClr>
                </a:solidFill>
                <a:ea typeface="Segoe UI" pitchFamily="34" charset="0"/>
                <a:cs typeface="Segoe UI" pitchFamily="34" charset="0"/>
              </a:defRPr>
            </a:lvl1pPr>
          </a:lstStyle>
          <a:p>
            <a:pPr marL="0" lvl="0" indent="0" defTabSz="93229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/>
              <a:t>Edit Master text styles</a:t>
            </a:r>
          </a:p>
        </p:txBody>
      </p:sp>
      <p:sp>
        <p:nvSpPr>
          <p:cNvPr id="2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2022387" y="4973109"/>
            <a:ext cx="2724298" cy="1557448"/>
          </a:xfrm>
          <a:solidFill>
            <a:srgbClr val="C7C7C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45720" bIns="91440" numCol="1" spcCol="0" rtlCol="0" fromWordArt="0" anchor="t" anchorCtr="0" forceAA="0" compatLnSpc="1">
            <a:prstTxWarp prst="textNoShape">
              <a:avLst/>
            </a:prstTxWarp>
            <a:normAutofit/>
          </a:bodyPr>
          <a:lstStyle>
            <a:lvl1pPr marL="0" indent="0">
              <a:buNone/>
              <a:defRPr lang="en-US" sz="1632" dirty="0" smtClean="0">
                <a:solidFill>
                  <a:srgbClr val="0072C6">
                    <a:lumMod val="50000"/>
                    <a:alpha val="99000"/>
                  </a:srgbClr>
                </a:solidFill>
              </a:defRPr>
            </a:lvl1pPr>
          </a:lstStyle>
          <a:p>
            <a:pPr marL="0" lvl="0">
              <a:spcBef>
                <a:spcPts val="1224"/>
              </a:spcBef>
            </a:pPr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72412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5012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hidden">
          <a:xfrm flipV="1">
            <a:off x="0" y="0"/>
            <a:ext cx="12436475" cy="1178952"/>
          </a:xfrm>
          <a:prstGeom prst="rect">
            <a:avLst/>
          </a:prstGeom>
          <a:solidFill>
            <a:srgbClr val="00A75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0" tIns="46630" rIns="46630" bIns="466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290" fontAlgn="base">
              <a:spcBef>
                <a:spcPct val="0"/>
              </a:spcBef>
              <a:spcAft>
                <a:spcPct val="0"/>
              </a:spcAft>
            </a:pPr>
            <a:endParaRPr lang="en-US" sz="1836" dirty="0" err="1">
              <a:solidFill>
                <a:schemeClr val="tx1">
                  <a:alpha val="99000"/>
                </a:schemeClr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1">
                    <a:alpha val="99000"/>
                  </a:schemeClr>
                </a:solidFill>
              </a:defRPr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28850" y="1243471"/>
            <a:ext cx="11378776" cy="5284752"/>
          </a:xfrm>
        </p:spPr>
        <p:txBody>
          <a:bodyPr/>
          <a:lstStyle>
            <a:lvl1pPr marL="0" indent="0">
              <a:buNone/>
              <a:defRPr sz="3264" baseline="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 Light" panose="020B0502040204020203" pitchFamily="34" charset="0"/>
                <a:cs typeface="Consolas" pitchFamily="49" charset="0"/>
              </a:defRPr>
            </a:lvl1pPr>
            <a:lvl2pPr marL="346486" indent="0">
              <a:buNone/>
              <a:defRPr baseline="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 Light" panose="020B0502040204020203" pitchFamily="34" charset="0"/>
                <a:cs typeface="Consolas" pitchFamily="49" charset="0"/>
              </a:defRPr>
            </a:lvl2pPr>
            <a:lvl3pPr marL="584492" indent="0">
              <a:buNone/>
              <a:defRPr baseline="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 Light" panose="020B0502040204020203" pitchFamily="34" charset="0"/>
                <a:cs typeface="Consolas" pitchFamily="49" charset="0"/>
              </a:defRPr>
            </a:lvl3pPr>
            <a:lvl4pPr marL="814403" indent="0">
              <a:buNone/>
              <a:defRPr baseline="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 Light" panose="020B0502040204020203" pitchFamily="34" charset="0"/>
                <a:cs typeface="Consolas" pitchFamily="49" charset="0"/>
              </a:defRPr>
            </a:lvl4pPr>
            <a:lvl5pPr marL="1050791" indent="0">
              <a:buNone/>
              <a:defRPr baseline="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 Light" panose="020B0502040204020203" pitchFamily="34" charset="0"/>
                <a:cs typeface="Consolas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611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1">
    <p:bg>
      <p:bgPr>
        <a:solidFill>
          <a:srgbClr val="00A7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554038" y="2125678"/>
            <a:ext cx="5664199" cy="932563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54038" y="3955786"/>
            <a:ext cx="5664200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3862860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mo slide">
    <p:bg>
      <p:bgPr>
        <a:solidFill>
          <a:srgbClr val="00A7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auto">
          <a:xfrm>
            <a:off x="-1" y="6459806"/>
            <a:ext cx="12436475" cy="542655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554990" y="3954780"/>
            <a:ext cx="9363061" cy="664797"/>
          </a:xfrm>
          <a:prstGeom prst="rect">
            <a:avLst/>
          </a:prstGeom>
          <a:noFill/>
        </p:spPr>
        <p:txBody>
          <a:bodyPr wrap="square" lIns="146304" tIns="109728" rIns="146304" bIns="109728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Name</a:t>
            </a:r>
          </a:p>
        </p:txBody>
      </p:sp>
      <p:sp>
        <p:nvSpPr>
          <p:cNvPr id="14" name="Title 12"/>
          <p:cNvSpPr>
            <a:spLocks noGrp="1"/>
          </p:cNvSpPr>
          <p:nvPr>
            <p:ph type="title" hasCustomPrompt="1"/>
          </p:nvPr>
        </p:nvSpPr>
        <p:spPr>
          <a:xfrm>
            <a:off x="536702" y="2114550"/>
            <a:ext cx="9363062" cy="1840230"/>
          </a:xfrm>
          <a:prstGeom prst="rect">
            <a:avLst/>
          </a:prstGeom>
        </p:spPr>
        <p:txBody>
          <a:bodyPr lIns="146304" tIns="9144" rIns="146304" bIns="9144" anchor="b" anchorCtr="0"/>
          <a:lstStyle>
            <a:lvl1pPr marL="0" indent="0">
              <a:spcBef>
                <a:spcPts val="0"/>
              </a:spcBef>
              <a:buNone/>
              <a:defRPr sz="7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sz="6000" dirty="0">
                <a:solidFill>
                  <a:schemeClr val="bg1"/>
                </a:solidFill>
              </a:rPr>
              <a:t>Demo</a:t>
            </a:r>
          </a:p>
        </p:txBody>
      </p:sp>
      <p:sp>
        <p:nvSpPr>
          <p:cNvPr id="7" name="Rectangle 6"/>
          <p:cNvSpPr/>
          <p:nvPr userDrawn="1"/>
        </p:nvSpPr>
        <p:spPr bwMode="auto">
          <a:xfrm>
            <a:off x="0" y="0"/>
            <a:ext cx="12436475" cy="525462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04380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9660" y="233175"/>
            <a:ext cx="11375537" cy="76278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31280" y="1476622"/>
            <a:ext cx="11378776" cy="528475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9622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359" r:id="rId1"/>
    <p:sldLayoutId id="2147484361" r:id="rId2"/>
    <p:sldLayoutId id="2147484362" r:id="rId3"/>
    <p:sldLayoutId id="2147484363" r:id="rId4"/>
    <p:sldLayoutId id="2147484364" r:id="rId5"/>
    <p:sldLayoutId id="2147484365" r:id="rId6"/>
    <p:sldLayoutId id="2147484366" r:id="rId7"/>
    <p:sldLayoutId id="2147484367" r:id="rId8"/>
    <p:sldLayoutId id="2147484368" r:id="rId9"/>
    <p:sldLayoutId id="2147484369" r:id="rId10"/>
    <p:sldLayoutId id="2147484370" r:id="rId11"/>
    <p:sldLayoutId id="2147484371" r:id="rId12"/>
    <p:sldLayoutId id="2147484372" r:id="rId13"/>
    <p:sldLayoutId id="2147484386" r:id="rId14"/>
    <p:sldLayoutId id="2147484387" r:id="rId15"/>
  </p:sldLayoutIdLst>
  <p:transition>
    <p:fade/>
  </p:transition>
  <p:txStyles>
    <p:titleStyle>
      <a:lvl1pPr algn="l" defTabSz="932559" rtl="0" eaLnBrk="1" latinLnBrk="0" hangingPunct="1">
        <a:lnSpc>
          <a:spcPct val="90000"/>
        </a:lnSpc>
        <a:spcBef>
          <a:spcPct val="0"/>
        </a:spcBef>
        <a:buNone/>
        <a:defRPr lang="en-US" sz="5507" b="0" kern="1200" cap="none" spc="-102" baseline="0" dirty="0" smtClean="0">
          <a:ln w="3175">
            <a:noFill/>
          </a:ln>
          <a:solidFill>
            <a:schemeClr val="bg2">
              <a:alpha val="99000"/>
            </a:schemeClr>
          </a:solidFill>
          <a:effectLst/>
          <a:latin typeface="+mj-lt"/>
          <a:ea typeface="+mn-ea"/>
          <a:cs typeface="Arial" charset="0"/>
        </a:defRPr>
      </a:lvl1pPr>
    </p:titleStyle>
    <p:bodyStyle>
      <a:lvl1pPr marL="346486" marR="0" indent="-346486" algn="l" defTabSz="932559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3672" kern="1200" spc="-71" baseline="0">
          <a:solidFill>
            <a:schemeClr val="tx1">
              <a:lumMod val="75000"/>
              <a:alpha val="99000"/>
            </a:schemeClr>
          </a:solidFill>
          <a:latin typeface="+mn-lt"/>
          <a:ea typeface="+mn-ea"/>
          <a:cs typeface="+mn-cs"/>
        </a:defRPr>
      </a:lvl1pPr>
      <a:lvl2pPr marL="584492" marR="0" indent="-238007" algn="l" defTabSz="932559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itchFamily="2" charset="2"/>
        <a:buChar char=""/>
        <a:tabLst/>
        <a:defRPr sz="2448" kern="1200" spc="0" baseline="0">
          <a:solidFill>
            <a:schemeClr val="tx1">
              <a:lumMod val="75000"/>
              <a:alpha val="99000"/>
            </a:schemeClr>
          </a:solidFill>
          <a:latin typeface="+mn-lt"/>
          <a:ea typeface="+mn-ea"/>
          <a:cs typeface="+mn-cs"/>
        </a:defRPr>
      </a:lvl2pPr>
      <a:lvl3pPr marL="814403" marR="0" indent="-229911" algn="l" defTabSz="932559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itchFamily="2" charset="2"/>
        <a:buChar char=""/>
        <a:tabLst>
          <a:tab pos="814403" algn="l"/>
        </a:tabLst>
        <a:defRPr sz="2448" kern="1200" spc="0" baseline="0">
          <a:solidFill>
            <a:schemeClr val="tx1">
              <a:lumMod val="75000"/>
              <a:alpha val="99000"/>
            </a:schemeClr>
          </a:solidFill>
          <a:latin typeface="+mn-lt"/>
          <a:ea typeface="+mn-ea"/>
          <a:cs typeface="+mn-cs"/>
        </a:defRPr>
      </a:lvl3pPr>
      <a:lvl4pPr marL="1050791" marR="0" indent="-236387" algn="l" defTabSz="932559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itchFamily="2" charset="2"/>
        <a:buChar char=""/>
        <a:tabLst/>
        <a:defRPr sz="2040" kern="1200" spc="0" baseline="0">
          <a:solidFill>
            <a:schemeClr val="tx1">
              <a:lumMod val="75000"/>
              <a:alpha val="99000"/>
            </a:schemeClr>
          </a:solidFill>
          <a:latin typeface="+mn-lt"/>
          <a:ea typeface="+mn-ea"/>
          <a:cs typeface="+mn-cs"/>
        </a:defRPr>
      </a:lvl4pPr>
      <a:lvl5pPr marL="1280702" marR="0" indent="-229911" algn="l" defTabSz="932559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Wingdings" pitchFamily="2" charset="2"/>
        <a:buChar char=""/>
        <a:tabLst>
          <a:tab pos="1280702" algn="l"/>
        </a:tabLst>
        <a:defRPr sz="2040" kern="1200" spc="0" baseline="0">
          <a:solidFill>
            <a:schemeClr val="tx1">
              <a:lumMod val="75000"/>
              <a:alpha val="99000"/>
            </a:schemeClr>
          </a:solidFill>
          <a:latin typeface="+mn-lt"/>
          <a:ea typeface="+mn-ea"/>
          <a:cs typeface="+mn-cs"/>
        </a:defRPr>
      </a:lvl5pPr>
      <a:lvl6pPr marL="2564538" indent="-233140" algn="l" defTabSz="932559" rtl="0" eaLnBrk="1" latinLnBrk="0" hangingPunct="1">
        <a:spcBef>
          <a:spcPct val="20000"/>
        </a:spcBef>
        <a:buFont typeface="Arial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6pPr>
      <a:lvl7pPr marL="3030817" indent="-233140" algn="l" defTabSz="932559" rtl="0" eaLnBrk="1" latinLnBrk="0" hangingPunct="1">
        <a:spcBef>
          <a:spcPct val="20000"/>
        </a:spcBef>
        <a:buFont typeface="Arial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7pPr>
      <a:lvl8pPr marL="3497097" indent="-233140" algn="l" defTabSz="932559" rtl="0" eaLnBrk="1" latinLnBrk="0" hangingPunct="1">
        <a:spcBef>
          <a:spcPct val="20000"/>
        </a:spcBef>
        <a:buFont typeface="Arial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8pPr>
      <a:lvl9pPr marL="3963377" indent="-233140" algn="l" defTabSz="932559" rtl="0" eaLnBrk="1" latinLnBrk="0" hangingPunct="1">
        <a:spcBef>
          <a:spcPct val="20000"/>
        </a:spcBef>
        <a:buFont typeface="Arial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559" rtl="0" eaLnBrk="1" latinLnBrk="0" hangingPunct="1">
        <a:defRPr sz="1836" kern="1200">
          <a:solidFill>
            <a:schemeClr val="tx1"/>
          </a:solidFill>
          <a:latin typeface="+mn-lt"/>
          <a:ea typeface="+mn-ea"/>
          <a:cs typeface="+mn-cs"/>
        </a:defRPr>
      </a:lvl1pPr>
      <a:lvl2pPr marL="466280" algn="l" defTabSz="932559" rtl="0" eaLnBrk="1" latinLnBrk="0" hangingPunct="1">
        <a:defRPr sz="1836" kern="1200">
          <a:solidFill>
            <a:schemeClr val="tx1"/>
          </a:solidFill>
          <a:latin typeface="+mn-lt"/>
          <a:ea typeface="+mn-ea"/>
          <a:cs typeface="+mn-cs"/>
        </a:defRPr>
      </a:lvl2pPr>
      <a:lvl3pPr marL="932559" algn="l" defTabSz="932559" rtl="0" eaLnBrk="1" latinLnBrk="0" hangingPunct="1">
        <a:defRPr sz="1836" kern="1200">
          <a:solidFill>
            <a:schemeClr val="tx1"/>
          </a:solidFill>
          <a:latin typeface="+mn-lt"/>
          <a:ea typeface="+mn-ea"/>
          <a:cs typeface="+mn-cs"/>
        </a:defRPr>
      </a:lvl3pPr>
      <a:lvl4pPr marL="1398839" algn="l" defTabSz="932559" rtl="0" eaLnBrk="1" latinLnBrk="0" hangingPunct="1">
        <a:defRPr sz="1836" kern="1200">
          <a:solidFill>
            <a:schemeClr val="tx1"/>
          </a:solidFill>
          <a:latin typeface="+mn-lt"/>
          <a:ea typeface="+mn-ea"/>
          <a:cs typeface="+mn-cs"/>
        </a:defRPr>
      </a:lvl4pPr>
      <a:lvl5pPr marL="1865119" algn="l" defTabSz="932559" rtl="0" eaLnBrk="1" latinLnBrk="0" hangingPunct="1">
        <a:defRPr sz="1836" kern="1200">
          <a:solidFill>
            <a:schemeClr val="tx1"/>
          </a:solidFill>
          <a:latin typeface="+mn-lt"/>
          <a:ea typeface="+mn-ea"/>
          <a:cs typeface="+mn-cs"/>
        </a:defRPr>
      </a:lvl5pPr>
      <a:lvl6pPr marL="2331399" algn="l" defTabSz="932559" rtl="0" eaLnBrk="1" latinLnBrk="0" hangingPunct="1">
        <a:defRPr sz="1836" kern="1200">
          <a:solidFill>
            <a:schemeClr val="tx1"/>
          </a:solidFill>
          <a:latin typeface="+mn-lt"/>
          <a:ea typeface="+mn-ea"/>
          <a:cs typeface="+mn-cs"/>
        </a:defRPr>
      </a:lvl6pPr>
      <a:lvl7pPr marL="2797677" algn="l" defTabSz="932559" rtl="0" eaLnBrk="1" latinLnBrk="0" hangingPunct="1">
        <a:defRPr sz="1836" kern="1200">
          <a:solidFill>
            <a:schemeClr val="tx1"/>
          </a:solidFill>
          <a:latin typeface="+mn-lt"/>
          <a:ea typeface="+mn-ea"/>
          <a:cs typeface="+mn-cs"/>
        </a:defRPr>
      </a:lvl7pPr>
      <a:lvl8pPr marL="3263957" algn="l" defTabSz="932559" rtl="0" eaLnBrk="1" latinLnBrk="0" hangingPunct="1">
        <a:defRPr sz="1836" kern="1200">
          <a:solidFill>
            <a:schemeClr val="tx1"/>
          </a:solidFill>
          <a:latin typeface="+mn-lt"/>
          <a:ea typeface="+mn-ea"/>
          <a:cs typeface="+mn-cs"/>
        </a:defRPr>
      </a:lvl8pPr>
      <a:lvl9pPr marL="3730237" algn="l" defTabSz="932559" rtl="0" eaLnBrk="1" latinLnBrk="0" hangingPunct="1">
        <a:defRPr sz="18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ocker.com/desktop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A7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54038" y="2125678"/>
            <a:ext cx="11607799" cy="932563"/>
          </a:xfrm>
        </p:spPr>
        <p:txBody>
          <a:bodyPr/>
          <a:lstStyle/>
          <a:p>
            <a:r>
              <a:rPr lang="en-US" dirty="0"/>
              <a:t>Native Docker Containers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Medhat Elmasry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0037" y="3411214"/>
            <a:ext cx="6029328" cy="291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603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containers?</a:t>
            </a:r>
          </a:p>
        </p:txBody>
      </p:sp>
    </p:spTree>
    <p:extLst>
      <p:ext uri="{BB962C8B-B14F-4D97-AF65-F5344CB8AC3E}">
        <p14:creationId xmlns:p14="http://schemas.microsoft.com/office/powerpoint/2010/main" val="2476543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528850" y="1243471"/>
            <a:ext cx="11378776" cy="958391"/>
          </a:xfrm>
        </p:spPr>
        <p:txBody>
          <a:bodyPr/>
          <a:lstStyle/>
          <a:p>
            <a:r>
              <a:rPr lang="en-US" dirty="0"/>
              <a:t>Containers are a lightweight alternative to VMs: smaller, less costly, faster to start, and self contained.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344" y="2449372"/>
            <a:ext cx="11496675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767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3529AB-DC0D-7821-BA4F-0E729C4C77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Docker provides the ability to package and run an application in an isolated environment called a container.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Containers are lightweight and contain everything needed to run the application, so you don't need to rely on what's installed on the host.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6B46018-2A47-E019-8596-7FE695518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Docker Platform</a:t>
            </a:r>
          </a:p>
        </p:txBody>
      </p:sp>
    </p:spTree>
    <p:extLst>
      <p:ext uri="{BB962C8B-B14F-4D97-AF65-F5344CB8AC3E}">
        <p14:creationId xmlns:p14="http://schemas.microsoft.com/office/powerpoint/2010/main" val="3948093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033A416-4ABE-E2F4-254B-48D0F660FF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Develop your app and its supporting components using containers.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The container becomes the unit for distributing and testing your app.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When you're ready, deploy your app into your production environment, as a container or an orchestrated service.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48C702-D94E-305B-559F-455F6CC99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tooling</a:t>
            </a:r>
          </a:p>
        </p:txBody>
      </p:sp>
    </p:spTree>
    <p:extLst>
      <p:ext uri="{BB962C8B-B14F-4D97-AF65-F5344CB8AC3E}">
        <p14:creationId xmlns:p14="http://schemas.microsoft.com/office/powerpoint/2010/main" val="3153713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install Docker Desktop?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484F1BC-3A0C-791B-6F9C-983375898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437" y="1757362"/>
            <a:ext cx="3683000" cy="3479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905A1E-FED7-64A7-79BC-AE3A0A31C8B4}"/>
              </a:ext>
            </a:extLst>
          </p:cNvPr>
          <p:cNvSpPr txBox="1"/>
          <p:nvPr/>
        </p:nvSpPr>
        <p:spPr>
          <a:xfrm>
            <a:off x="1493837" y="3040062"/>
            <a:ext cx="381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hlinkClick r:id="rId3"/>
              </a:rPr>
              <a:t>https://docs.docker.com/desktop/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29777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WordPress in 5 minutes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6702" y="2939117"/>
            <a:ext cx="9363062" cy="1015663"/>
          </a:xfrm>
        </p:spPr>
        <p:txBody>
          <a:bodyPr/>
          <a:lstStyle/>
          <a:p>
            <a:r>
              <a:rPr lang="en-US" dirty="0"/>
              <a:t>Demo: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4846637" y="2042517"/>
            <a:ext cx="7396843" cy="2808862"/>
            <a:chOff x="4846637" y="1907600"/>
            <a:chExt cx="7396843" cy="2808862"/>
          </a:xfrm>
        </p:grpSpPr>
        <p:sp>
          <p:nvSpPr>
            <p:cNvPr id="8" name="Rectangle 7"/>
            <p:cNvSpPr/>
            <p:nvPr/>
          </p:nvSpPr>
          <p:spPr>
            <a:xfrm>
              <a:off x="9012125" y="2205997"/>
              <a:ext cx="3048000" cy="1793319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 rtlCol="0" anchor="t">
              <a:no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Linux container</a:t>
              </a:r>
            </a:p>
            <a:p>
              <a:pPr algn="ctr"/>
              <a:endParaRPr lang="en-US" dirty="0">
                <a:solidFill>
                  <a:schemeClr val="bg1"/>
                </a:solidFill>
              </a:endParaRP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PHP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WordPress</a:t>
              </a:r>
            </a:p>
            <a:p>
              <a:pPr algn="ctr"/>
              <a:endParaRPr lang="en-US" dirty="0">
                <a:solidFill>
                  <a:schemeClr val="bg1"/>
                </a:solidFill>
              </a:endParaRP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Container name: </a:t>
              </a:r>
              <a:r>
                <a:rPr lang="en-US" dirty="0" err="1">
                  <a:solidFill>
                    <a:schemeClr val="bg1"/>
                  </a:solidFill>
                </a:rPr>
                <a:t>wordpress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999037" y="2205998"/>
              <a:ext cx="3078163" cy="1793319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 rtlCol="0" anchor="t">
              <a:no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Linux container</a:t>
              </a:r>
            </a:p>
            <a:p>
              <a:pPr algn="ctr"/>
              <a:endParaRPr lang="en-US" dirty="0">
                <a:solidFill>
                  <a:schemeClr val="bg1"/>
                </a:solidFill>
              </a:endParaRP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MySQL</a:t>
              </a:r>
            </a:p>
            <a:p>
              <a:pPr algn="ctr"/>
              <a:endParaRPr lang="en-US" dirty="0">
                <a:solidFill>
                  <a:schemeClr val="bg1"/>
                </a:solidFill>
              </a:endParaRPr>
            </a:p>
            <a:p>
              <a:pPr algn="ctr"/>
              <a:endParaRPr lang="en-US" dirty="0">
                <a:solidFill>
                  <a:schemeClr val="bg1"/>
                </a:solidFill>
              </a:endParaRP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Container name: </a:t>
              </a:r>
              <a:r>
                <a:rPr lang="en-US" dirty="0" err="1">
                  <a:solidFill>
                    <a:schemeClr val="bg1"/>
                  </a:solidFill>
                </a:rPr>
                <a:t>db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5" name="Flowchart: Magnetic Disk 14"/>
            <p:cNvSpPr/>
            <p:nvPr/>
          </p:nvSpPr>
          <p:spPr>
            <a:xfrm>
              <a:off x="7056437" y="2854285"/>
              <a:ext cx="868363" cy="733663"/>
            </a:xfrm>
            <a:prstGeom prst="flowChartMagneticDisk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3" name="Rectangle 2"/>
            <p:cNvSpPr/>
            <p:nvPr/>
          </p:nvSpPr>
          <p:spPr>
            <a:xfrm>
              <a:off x="4846637" y="1907600"/>
              <a:ext cx="7396843" cy="2808862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wrap="square" rtlCol="0" anchor="b">
              <a:no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Virtual network</a:t>
              </a:r>
            </a:p>
          </p:txBody>
        </p:sp>
        <p:sp>
          <p:nvSpPr>
            <p:cNvPr id="16" name="Arrow: Left-Right 15"/>
            <p:cNvSpPr/>
            <p:nvPr/>
          </p:nvSpPr>
          <p:spPr>
            <a:xfrm>
              <a:off x="8077200" y="2854285"/>
              <a:ext cx="934925" cy="480234"/>
            </a:xfrm>
            <a:prstGeom prst="leftRightArrow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999" y="938006"/>
            <a:ext cx="2352675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126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etro_TT_Blue_16x9_02-12">
  <a:themeElements>
    <a:clrScheme name="DPE">
      <a:dk1>
        <a:srgbClr val="000000"/>
      </a:dk1>
      <a:lt1>
        <a:srgbClr val="FFFFFF"/>
      </a:lt1>
      <a:dk2>
        <a:srgbClr val="0072C6"/>
      </a:dk2>
      <a:lt2>
        <a:srgbClr val="61DDFF"/>
      </a:lt2>
      <a:accent1>
        <a:srgbClr val="00BCF2"/>
      </a:accent1>
      <a:accent2>
        <a:srgbClr val="7FBA00"/>
      </a:accent2>
      <a:accent3>
        <a:srgbClr val="FF8C00"/>
      </a:accent3>
      <a:accent4>
        <a:srgbClr val="B4009E"/>
      </a:accent4>
      <a:accent5>
        <a:srgbClr val="55D455"/>
      </a:accent5>
      <a:accent6>
        <a:srgbClr val="FFB900"/>
      </a:accent6>
      <a:hlink>
        <a:srgbClr val="003963"/>
      </a:hlink>
      <a:folHlink>
        <a:srgbClr val="0072C6"/>
      </a:folHlink>
    </a:clrScheme>
    <a:fontScheme name="segoe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>
        <a:spAutoFit/>
      </a:bodyPr>
      <a:lstStyle>
        <a:defPPr>
          <a:defRPr dirty="0">
            <a:solidFill>
              <a:schemeClr val="bg1"/>
            </a:solidFill>
          </a:defRPr>
        </a:defPPr>
      </a:lstStyle>
    </a:spDef>
    <a:lnDef>
      <a:spPr>
        <a:ln>
          <a:solidFill>
            <a:schemeClr val="tx1"/>
          </a:solidFill>
          <a:headEnd type="none"/>
          <a:tailEnd type="oval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28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Connect</Template>
  <TotalTime>0</TotalTime>
  <Words>160</Words>
  <Application>Microsoft Macintosh PowerPoint</Application>
  <PresentationFormat>Custom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Segoe UI</vt:lpstr>
      <vt:lpstr>Segoe UI Light</vt:lpstr>
      <vt:lpstr>Wingdings</vt:lpstr>
      <vt:lpstr>Metro_TT_Blue_16x9_02-12</vt:lpstr>
      <vt:lpstr>Native Docker Containers</vt:lpstr>
      <vt:lpstr>What are containers?</vt:lpstr>
      <vt:lpstr>Containers</vt:lpstr>
      <vt:lpstr>The Docker Platform</vt:lpstr>
      <vt:lpstr>Docker tooling</vt:lpstr>
      <vt:lpstr>How to install Docker Desktop?</vt:lpstr>
      <vt:lpstr>Demo: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2016-11-11T17:14:44Z</dcterms:created>
  <dcterms:modified xsi:type="dcterms:W3CDTF">2024-10-08T16:05:06Z</dcterms:modified>
  <cp:category/>
</cp:coreProperties>
</file>