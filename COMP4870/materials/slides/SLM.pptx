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AD166-3634-914C-842E-60E5F502EEC8}" v="53" dt="2025-10-16T14:46:14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0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undo custSel addSld modSld">
      <pc:chgData name="Medhat Elmasry" userId="405e238c19f61b9e" providerId="LiveId" clId="{FDECEA60-4432-5C1E-B4FA-7BC519CADCB5}" dt="2025-10-16T14:46:14.463" v="314" actId="1076"/>
      <pc:docMkLst>
        <pc:docMk/>
      </pc:docMkLst>
      <pc:sldChg chg="addSp delSp modSp new mod">
        <pc:chgData name="Medhat Elmasry" userId="405e238c19f61b9e" providerId="LiveId" clId="{FDECEA60-4432-5C1E-B4FA-7BC519CADCB5}" dt="2025-10-16T14:39:30.739" v="301" actId="21"/>
        <pc:sldMkLst>
          <pc:docMk/>
          <pc:sldMk cId="3975175889" sldId="256"/>
        </pc:sldMkLst>
        <pc:spChg chg="mod">
          <ac:chgData name="Medhat Elmasry" userId="405e238c19f61b9e" providerId="LiveId" clId="{FDECEA60-4432-5C1E-B4FA-7BC519CADCB5}" dt="2025-10-16T14:37:11.247" v="288" actId="207"/>
          <ac:spMkLst>
            <pc:docMk/>
            <pc:sldMk cId="3975175889" sldId="256"/>
            <ac:spMk id="2" creationId="{97FB75D0-B6A8-4EAF-828B-041EA329E73E}"/>
          </ac:spMkLst>
        </pc:spChg>
        <pc:spChg chg="mod">
          <ac:chgData name="Medhat Elmasry" userId="405e238c19f61b9e" providerId="LiveId" clId="{FDECEA60-4432-5C1E-B4FA-7BC519CADCB5}" dt="2025-10-16T14:37:22.972" v="289" actId="207"/>
          <ac:spMkLst>
            <pc:docMk/>
            <pc:sldMk cId="3975175889" sldId="256"/>
            <ac:spMk id="3" creationId="{2F67FE74-A0BC-331D-F442-290E871EC998}"/>
          </ac:spMkLst>
        </pc:spChg>
        <pc:spChg chg="add del mod">
          <ac:chgData name="Medhat Elmasry" userId="405e238c19f61b9e" providerId="LiveId" clId="{FDECEA60-4432-5C1E-B4FA-7BC519CADCB5}" dt="2025-10-16T14:38:36.852" v="297" actId="478"/>
          <ac:spMkLst>
            <pc:docMk/>
            <pc:sldMk cId="3975175889" sldId="256"/>
            <ac:spMk id="8" creationId="{2D6C06ED-5DD6-C56B-8708-1E024AE44513}"/>
          </ac:spMkLst>
        </pc:spChg>
        <pc:picChg chg="add del mod">
          <ac:chgData name="Medhat Elmasry" userId="405e238c19f61b9e" providerId="LiveId" clId="{FDECEA60-4432-5C1E-B4FA-7BC519CADCB5}" dt="2025-10-16T14:39:30.739" v="301" actId="21"/>
          <ac:picMkLst>
            <pc:docMk/>
            <pc:sldMk cId="3975175889" sldId="256"/>
            <ac:picMk id="4" creationId="{75590FA4-3B95-0909-0F6F-9D054F784EF2}"/>
          </ac:picMkLst>
        </pc:picChg>
        <pc:picChg chg="add del mod">
          <ac:chgData name="Medhat Elmasry" userId="405e238c19f61b9e" providerId="LiveId" clId="{FDECEA60-4432-5C1E-B4FA-7BC519CADCB5}" dt="2025-10-16T14:39:30.739" v="301" actId="21"/>
          <ac:picMkLst>
            <pc:docMk/>
            <pc:sldMk cId="3975175889" sldId="256"/>
            <ac:picMk id="5" creationId="{4B1CC564-1181-4E52-B9CC-A3C1FFC77D62}"/>
          </ac:picMkLst>
        </pc:picChg>
        <pc:picChg chg="add del mod">
          <ac:chgData name="Medhat Elmasry" userId="405e238c19f61b9e" providerId="LiveId" clId="{FDECEA60-4432-5C1E-B4FA-7BC519CADCB5}" dt="2025-10-16T14:39:30.739" v="301" actId="21"/>
          <ac:picMkLst>
            <pc:docMk/>
            <pc:sldMk cId="3975175889" sldId="256"/>
            <ac:picMk id="6" creationId="{2C7D06A9-BEAE-E3F1-B825-ECBB22212430}"/>
          </ac:picMkLst>
        </pc:picChg>
        <pc:picChg chg="add del mod">
          <ac:chgData name="Medhat Elmasry" userId="405e238c19f61b9e" providerId="LiveId" clId="{FDECEA60-4432-5C1E-B4FA-7BC519CADCB5}" dt="2025-10-16T14:39:30.739" v="301" actId="21"/>
          <ac:picMkLst>
            <pc:docMk/>
            <pc:sldMk cId="3975175889" sldId="256"/>
            <ac:picMk id="9" creationId="{C413572D-3DE5-A53A-CE14-343CDCBC6DC8}"/>
          </ac:picMkLst>
        </pc:picChg>
        <pc:picChg chg="add del mod">
          <ac:chgData name="Medhat Elmasry" userId="405e238c19f61b9e" providerId="LiveId" clId="{FDECEA60-4432-5C1E-B4FA-7BC519CADCB5}" dt="2025-10-16T14:39:30.739" v="301" actId="21"/>
          <ac:picMkLst>
            <pc:docMk/>
            <pc:sldMk cId="3975175889" sldId="256"/>
            <ac:picMk id="1026" creationId="{EAE25210-D09B-5D46-B958-49C175829F72}"/>
          </ac:picMkLst>
        </pc:picChg>
        <pc:picChg chg="add del mod">
          <ac:chgData name="Medhat Elmasry" userId="405e238c19f61b9e" providerId="LiveId" clId="{FDECEA60-4432-5C1E-B4FA-7BC519CADCB5}" dt="2025-10-16T14:38:07.165" v="291" actId="478"/>
          <ac:picMkLst>
            <pc:docMk/>
            <pc:sldMk cId="3975175889" sldId="256"/>
            <ac:picMk id="1028" creationId="{85AEFC6F-9614-AD6E-4275-46A3CB63E4BE}"/>
          </ac:picMkLst>
        </pc:picChg>
        <pc:picChg chg="add del mod">
          <ac:chgData name="Medhat Elmasry" userId="405e238c19f61b9e" providerId="LiveId" clId="{FDECEA60-4432-5C1E-B4FA-7BC519CADCB5}" dt="2025-10-16T14:39:30.739" v="301" actId="21"/>
          <ac:picMkLst>
            <pc:docMk/>
            <pc:sldMk cId="3975175889" sldId="256"/>
            <ac:picMk id="1030" creationId="{32D50614-3348-2319-63B6-B6CDDC2ED1E5}"/>
          </ac:picMkLst>
        </pc:picChg>
      </pc:sldChg>
      <pc:sldChg chg="modSp new mod">
        <pc:chgData name="Medhat Elmasry" userId="405e238c19f61b9e" providerId="LiveId" clId="{FDECEA60-4432-5C1E-B4FA-7BC519CADCB5}" dt="2025-10-15T23:45:05.122" v="260" actId="20577"/>
        <pc:sldMkLst>
          <pc:docMk/>
          <pc:sldMk cId="3398461522" sldId="257"/>
        </pc:sldMkLst>
        <pc:spChg chg="mod">
          <ac:chgData name="Medhat Elmasry" userId="405e238c19f61b9e" providerId="LiveId" clId="{FDECEA60-4432-5C1E-B4FA-7BC519CADCB5}" dt="2025-10-15T20:50:15.275" v="45"/>
          <ac:spMkLst>
            <pc:docMk/>
            <pc:sldMk cId="3398461522" sldId="257"/>
            <ac:spMk id="2" creationId="{6DA5A57E-43E7-5B6F-D5A9-89C1B4559656}"/>
          </ac:spMkLst>
        </pc:spChg>
        <pc:spChg chg="mod">
          <ac:chgData name="Medhat Elmasry" userId="405e238c19f61b9e" providerId="LiveId" clId="{FDECEA60-4432-5C1E-B4FA-7BC519CADCB5}" dt="2025-10-15T23:45:05.122" v="260" actId="20577"/>
          <ac:spMkLst>
            <pc:docMk/>
            <pc:sldMk cId="3398461522" sldId="257"/>
            <ac:spMk id="3" creationId="{0A37B11B-E4C7-2E5F-972C-01D31FABFEE9}"/>
          </ac:spMkLst>
        </pc:spChg>
      </pc:sldChg>
      <pc:sldChg chg="modSp new mod">
        <pc:chgData name="Medhat Elmasry" userId="405e238c19f61b9e" providerId="LiveId" clId="{FDECEA60-4432-5C1E-B4FA-7BC519CADCB5}" dt="2025-10-15T20:52:09.239" v="73" actId="113"/>
        <pc:sldMkLst>
          <pc:docMk/>
          <pc:sldMk cId="1727541217" sldId="258"/>
        </pc:sldMkLst>
        <pc:spChg chg="mod">
          <ac:chgData name="Medhat Elmasry" userId="405e238c19f61b9e" providerId="LiveId" clId="{FDECEA60-4432-5C1E-B4FA-7BC519CADCB5}" dt="2025-10-15T20:51:13.315" v="56"/>
          <ac:spMkLst>
            <pc:docMk/>
            <pc:sldMk cId="1727541217" sldId="258"/>
            <ac:spMk id="2" creationId="{EE462385-6D5C-F633-565F-3BA0AC0A96DD}"/>
          </ac:spMkLst>
        </pc:spChg>
        <pc:spChg chg="mod">
          <ac:chgData name="Medhat Elmasry" userId="405e238c19f61b9e" providerId="LiveId" clId="{FDECEA60-4432-5C1E-B4FA-7BC519CADCB5}" dt="2025-10-15T20:52:09.239" v="73" actId="113"/>
          <ac:spMkLst>
            <pc:docMk/>
            <pc:sldMk cId="1727541217" sldId="258"/>
            <ac:spMk id="3" creationId="{1656E457-ECC2-4DB0-DA0C-506837A4A188}"/>
          </ac:spMkLst>
        </pc:spChg>
      </pc:sldChg>
      <pc:sldChg chg="modSp new mod">
        <pc:chgData name="Medhat Elmasry" userId="405e238c19f61b9e" providerId="LiveId" clId="{FDECEA60-4432-5C1E-B4FA-7BC519CADCB5}" dt="2025-10-15T20:53:08.034" v="100" actId="113"/>
        <pc:sldMkLst>
          <pc:docMk/>
          <pc:sldMk cId="2675015156" sldId="259"/>
        </pc:sldMkLst>
        <pc:spChg chg="mod">
          <ac:chgData name="Medhat Elmasry" userId="405e238c19f61b9e" providerId="LiveId" clId="{FDECEA60-4432-5C1E-B4FA-7BC519CADCB5}" dt="2025-10-15T20:52:27.457" v="76"/>
          <ac:spMkLst>
            <pc:docMk/>
            <pc:sldMk cId="2675015156" sldId="259"/>
            <ac:spMk id="2" creationId="{CEF0CA75-5B0C-564A-B710-471974642132}"/>
          </ac:spMkLst>
        </pc:spChg>
        <pc:spChg chg="mod">
          <ac:chgData name="Medhat Elmasry" userId="405e238c19f61b9e" providerId="LiveId" clId="{FDECEA60-4432-5C1E-B4FA-7BC519CADCB5}" dt="2025-10-15T20:53:08.034" v="100" actId="113"/>
          <ac:spMkLst>
            <pc:docMk/>
            <pc:sldMk cId="2675015156" sldId="259"/>
            <ac:spMk id="3" creationId="{23885A2D-6349-5C13-1F26-D77035DB9FDE}"/>
          </ac:spMkLst>
        </pc:spChg>
      </pc:sldChg>
      <pc:sldChg chg="modSp new mod">
        <pc:chgData name="Medhat Elmasry" userId="405e238c19f61b9e" providerId="LiveId" clId="{FDECEA60-4432-5C1E-B4FA-7BC519CADCB5}" dt="2025-10-15T20:54:13.977" v="124" actId="113"/>
        <pc:sldMkLst>
          <pc:docMk/>
          <pc:sldMk cId="4221367646" sldId="260"/>
        </pc:sldMkLst>
        <pc:spChg chg="mod">
          <ac:chgData name="Medhat Elmasry" userId="405e238c19f61b9e" providerId="LiveId" clId="{FDECEA60-4432-5C1E-B4FA-7BC519CADCB5}" dt="2025-10-15T20:53:34.306" v="103"/>
          <ac:spMkLst>
            <pc:docMk/>
            <pc:sldMk cId="4221367646" sldId="260"/>
            <ac:spMk id="2" creationId="{F1F2CF8E-FBFC-43D1-8DAF-3006B44D6C48}"/>
          </ac:spMkLst>
        </pc:spChg>
        <pc:spChg chg="mod">
          <ac:chgData name="Medhat Elmasry" userId="405e238c19f61b9e" providerId="LiveId" clId="{FDECEA60-4432-5C1E-B4FA-7BC519CADCB5}" dt="2025-10-15T20:54:13.977" v="124" actId="113"/>
          <ac:spMkLst>
            <pc:docMk/>
            <pc:sldMk cId="4221367646" sldId="260"/>
            <ac:spMk id="3" creationId="{1BA9E512-F3EA-F7E8-5ED8-FA5EAA6AF0C1}"/>
          </ac:spMkLst>
        </pc:spChg>
      </pc:sldChg>
      <pc:sldChg chg="modSp add mod">
        <pc:chgData name="Medhat Elmasry" userId="405e238c19f61b9e" providerId="LiveId" clId="{FDECEA60-4432-5C1E-B4FA-7BC519CADCB5}" dt="2025-10-15T23:46:25.743" v="261" actId="20577"/>
        <pc:sldMkLst>
          <pc:docMk/>
          <pc:sldMk cId="1757418834" sldId="270"/>
        </pc:sldMkLst>
        <pc:spChg chg="mod">
          <ac:chgData name="Medhat Elmasry" userId="405e238c19f61b9e" providerId="LiveId" clId="{FDECEA60-4432-5C1E-B4FA-7BC519CADCB5}" dt="2025-10-15T20:59:44.800" v="126" actId="20577"/>
          <ac:spMkLst>
            <pc:docMk/>
            <pc:sldMk cId="1757418834" sldId="270"/>
            <ac:spMk id="2" creationId="{A303E1EB-E2A7-C947-9591-A5E201B917BE}"/>
          </ac:spMkLst>
        </pc:spChg>
        <pc:spChg chg="mod">
          <ac:chgData name="Medhat Elmasry" userId="405e238c19f61b9e" providerId="LiveId" clId="{FDECEA60-4432-5C1E-B4FA-7BC519CADCB5}" dt="2025-10-15T23:46:25.743" v="261" actId="20577"/>
          <ac:spMkLst>
            <pc:docMk/>
            <pc:sldMk cId="1757418834" sldId="270"/>
            <ac:spMk id="3" creationId="{C673F51B-0659-4BBF-5973-3D9720BE0621}"/>
          </ac:spMkLst>
        </pc:spChg>
      </pc:sldChg>
      <pc:sldChg chg="modSp add mod">
        <pc:chgData name="Medhat Elmasry" userId="405e238c19f61b9e" providerId="LiveId" clId="{FDECEA60-4432-5C1E-B4FA-7BC519CADCB5}" dt="2025-10-15T23:40:24.677" v="204" actId="20577"/>
        <pc:sldMkLst>
          <pc:docMk/>
          <pc:sldMk cId="1478485606" sldId="271"/>
        </pc:sldMkLst>
        <pc:spChg chg="mod">
          <ac:chgData name="Medhat Elmasry" userId="405e238c19f61b9e" providerId="LiveId" clId="{FDECEA60-4432-5C1E-B4FA-7BC519CADCB5}" dt="2025-10-15T23:36:07.468" v="182" actId="20577"/>
          <ac:spMkLst>
            <pc:docMk/>
            <pc:sldMk cId="1478485606" sldId="271"/>
            <ac:spMk id="2" creationId="{BB6D30BE-D730-943C-DFA8-884541BCA2DA}"/>
          </ac:spMkLst>
        </pc:spChg>
        <pc:spChg chg="mod">
          <ac:chgData name="Medhat Elmasry" userId="405e238c19f61b9e" providerId="LiveId" clId="{FDECEA60-4432-5C1E-B4FA-7BC519CADCB5}" dt="2025-10-15T23:40:24.677" v="204" actId="20577"/>
          <ac:spMkLst>
            <pc:docMk/>
            <pc:sldMk cId="1478485606" sldId="271"/>
            <ac:spMk id="3" creationId="{F856A485-98C4-7565-FF05-641D9D738638}"/>
          </ac:spMkLst>
        </pc:spChg>
      </pc:sldChg>
      <pc:sldChg chg="modSp add mod">
        <pc:chgData name="Medhat Elmasry" userId="405e238c19f61b9e" providerId="LiveId" clId="{FDECEA60-4432-5C1E-B4FA-7BC519CADCB5}" dt="2025-10-15T23:43:58.358" v="210"/>
        <pc:sldMkLst>
          <pc:docMk/>
          <pc:sldMk cId="2241289407" sldId="272"/>
        </pc:sldMkLst>
        <pc:spChg chg="mod">
          <ac:chgData name="Medhat Elmasry" userId="405e238c19f61b9e" providerId="LiveId" clId="{FDECEA60-4432-5C1E-B4FA-7BC519CADCB5}" dt="2025-10-15T23:36:15.786" v="184" actId="20577"/>
          <ac:spMkLst>
            <pc:docMk/>
            <pc:sldMk cId="2241289407" sldId="272"/>
            <ac:spMk id="2" creationId="{1E74FEA6-079D-B560-7BCF-CDF7FDAF6989}"/>
          </ac:spMkLst>
        </pc:spChg>
        <pc:spChg chg="mod">
          <ac:chgData name="Medhat Elmasry" userId="405e238c19f61b9e" providerId="LiveId" clId="{FDECEA60-4432-5C1E-B4FA-7BC519CADCB5}" dt="2025-10-15T23:43:58.358" v="210"/>
          <ac:spMkLst>
            <pc:docMk/>
            <pc:sldMk cId="2241289407" sldId="272"/>
            <ac:spMk id="3" creationId="{3276C749-D093-7380-115A-CFDD14783A68}"/>
          </ac:spMkLst>
        </pc:spChg>
      </pc:sldChg>
      <pc:sldChg chg="addSp delSp modSp new mod modClrScheme chgLayout">
        <pc:chgData name="Medhat Elmasry" userId="405e238c19f61b9e" providerId="LiveId" clId="{FDECEA60-4432-5C1E-B4FA-7BC519CADCB5}" dt="2025-10-16T14:46:14.463" v="314" actId="1076"/>
        <pc:sldMkLst>
          <pc:docMk/>
          <pc:sldMk cId="3056160336" sldId="273"/>
        </pc:sldMkLst>
        <pc:spChg chg="del">
          <ac:chgData name="Medhat Elmasry" userId="405e238c19f61b9e" providerId="LiveId" clId="{FDECEA60-4432-5C1E-B4FA-7BC519CADCB5}" dt="2025-10-16T14:39:22.995" v="300" actId="700"/>
          <ac:spMkLst>
            <pc:docMk/>
            <pc:sldMk cId="3056160336" sldId="273"/>
            <ac:spMk id="2" creationId="{35CA98AE-FC03-A279-4633-07D1AE5BB5D4}"/>
          </ac:spMkLst>
        </pc:spChg>
        <pc:spChg chg="del">
          <ac:chgData name="Medhat Elmasry" userId="405e238c19f61b9e" providerId="LiveId" clId="{FDECEA60-4432-5C1E-B4FA-7BC519CADCB5}" dt="2025-10-16T14:39:22.995" v="300" actId="700"/>
          <ac:spMkLst>
            <pc:docMk/>
            <pc:sldMk cId="3056160336" sldId="273"/>
            <ac:spMk id="3" creationId="{4DCE5F9A-3E39-A15E-7DC0-5CB028DCE657}"/>
          </ac:spMkLst>
        </pc:spChg>
        <pc:picChg chg="add mod">
          <ac:chgData name="Medhat Elmasry" userId="405e238c19f61b9e" providerId="LiveId" clId="{FDECEA60-4432-5C1E-B4FA-7BC519CADCB5}" dt="2025-10-16T14:39:32.861" v="302"/>
          <ac:picMkLst>
            <pc:docMk/>
            <pc:sldMk cId="3056160336" sldId="273"/>
            <ac:picMk id="4" creationId="{DD816938-CEBE-1A40-E870-B7BF4F2DFA23}"/>
          </ac:picMkLst>
        </pc:picChg>
        <pc:picChg chg="add mod">
          <ac:chgData name="Medhat Elmasry" userId="405e238c19f61b9e" providerId="LiveId" clId="{FDECEA60-4432-5C1E-B4FA-7BC519CADCB5}" dt="2025-10-16T14:39:32.861" v="302"/>
          <ac:picMkLst>
            <pc:docMk/>
            <pc:sldMk cId="3056160336" sldId="273"/>
            <ac:picMk id="5" creationId="{373B78A0-6941-ED63-0706-827C6AEE152B}"/>
          </ac:picMkLst>
        </pc:picChg>
        <pc:picChg chg="add mod">
          <ac:chgData name="Medhat Elmasry" userId="405e238c19f61b9e" providerId="LiveId" clId="{FDECEA60-4432-5C1E-B4FA-7BC519CADCB5}" dt="2025-10-16T14:39:32.861" v="302"/>
          <ac:picMkLst>
            <pc:docMk/>
            <pc:sldMk cId="3056160336" sldId="273"/>
            <ac:picMk id="6" creationId="{3D93005A-074A-48A4-506B-F1FF686101FF}"/>
          </ac:picMkLst>
        </pc:picChg>
        <pc:picChg chg="add mod">
          <ac:chgData name="Medhat Elmasry" userId="405e238c19f61b9e" providerId="LiveId" clId="{FDECEA60-4432-5C1E-B4FA-7BC519CADCB5}" dt="2025-10-16T14:41:15.737" v="308" actId="1076"/>
          <ac:picMkLst>
            <pc:docMk/>
            <pc:sldMk cId="3056160336" sldId="273"/>
            <ac:picMk id="7" creationId="{4C34B162-4853-9834-0B82-C5AAF41FF486}"/>
          </ac:picMkLst>
        </pc:picChg>
        <pc:picChg chg="add mod">
          <ac:chgData name="Medhat Elmasry" userId="405e238c19f61b9e" providerId="LiveId" clId="{FDECEA60-4432-5C1E-B4FA-7BC519CADCB5}" dt="2025-10-16T14:46:14.463" v="314" actId="1076"/>
          <ac:picMkLst>
            <pc:docMk/>
            <pc:sldMk cId="3056160336" sldId="273"/>
            <ac:picMk id="8" creationId="{ED437A87-2893-2D46-5B81-B83CC7DA5A46}"/>
          </ac:picMkLst>
        </pc:picChg>
        <pc:picChg chg="add mod">
          <ac:chgData name="Medhat Elmasry" userId="405e238c19f61b9e" providerId="LiveId" clId="{FDECEA60-4432-5C1E-B4FA-7BC519CADCB5}" dt="2025-10-16T14:41:18.367" v="309" actId="1076"/>
          <ac:picMkLst>
            <pc:docMk/>
            <pc:sldMk cId="3056160336" sldId="273"/>
            <ac:picMk id="9" creationId="{5CA0082D-3368-E184-C058-A4B528535321}"/>
          </ac:picMkLst>
        </pc:picChg>
        <pc:picChg chg="add mod">
          <ac:chgData name="Medhat Elmasry" userId="405e238c19f61b9e" providerId="LiveId" clId="{FDECEA60-4432-5C1E-B4FA-7BC519CADCB5}" dt="2025-10-16T14:41:11.625" v="306" actId="1076"/>
          <ac:picMkLst>
            <pc:docMk/>
            <pc:sldMk cId="3056160336" sldId="273"/>
            <ac:picMk id="10" creationId="{51A55380-F8C6-41C7-0C73-F9E17609FD56}"/>
          </ac:picMkLst>
        </pc:picChg>
        <pc:picChg chg="add mod">
          <ac:chgData name="Medhat Elmasry" userId="405e238c19f61b9e" providerId="LiveId" clId="{FDECEA60-4432-5C1E-B4FA-7BC519CADCB5}" dt="2025-10-16T14:46:12.779" v="313" actId="1076"/>
          <ac:picMkLst>
            <pc:docMk/>
            <pc:sldMk cId="3056160336" sldId="273"/>
            <ac:picMk id="11" creationId="{BE4DED42-8A39-9CF3-A847-21154832BE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42F2-C755-9387-87F3-196DC46CE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542EC-D86C-3B99-0BF2-F7700A212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516AE-1556-F13F-39F9-4D2CC84A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BAFEF-74EF-2303-96B5-95A4E3F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29D8C-961E-399F-8F3C-10595CE8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F670-FD0A-3A81-F9D0-492DF937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9F43-A6FC-11BC-D26F-AC984878B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768BB-9CF5-5658-0AE8-E7297D3E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A37EC-4F6F-76E0-2BAB-64A84971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9D941-3D59-88FA-BB5A-4AEFEA3F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2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985D-4386-46B0-A205-BD02F505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F3863-CF42-CE78-C59C-39890ECC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19DA5-A588-48B9-1F05-FC8E5486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F8433-E220-87B9-CC71-B8B20407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15E46-E4DA-958A-0416-311F9E27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5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6E9A-278C-4A87-2437-FA803E54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6C60-9D5F-1F0D-AFFC-D41734AA2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C8844-3CAF-0414-478B-DA44F4209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AE674-75CC-E227-1765-4FA24420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4CEB8-891E-D6DF-DB8A-7C693169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0D274-1463-8476-4164-5126582A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99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87E6-CD05-6101-E8D8-258532AB5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B9BB2-7171-C50B-A184-607D5196E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0A37-6CD7-B7D7-466A-F92C6FD6E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7F244-23B7-15E5-C9BC-D111A5F9A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82E6A-8FD2-10EF-D8DD-1A751DA2A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9A80F-256F-F8AA-6EC6-AE4CF9CF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8A61A-5DC5-3245-20C1-2AEBCB23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EF2FB-5EAE-B165-DC4C-5D0A62DF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3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645E-6575-9DFC-3AE5-62A46752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4EC32-985F-0196-743B-0639715D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955F3-EEEC-DC3F-8032-D1C2CFCA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E8E81-EFF6-560D-A85B-24C533A3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5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9E999-87C6-794A-6F83-5611CF84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916DC-08C4-7F65-ECF0-A754774E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188A-CA8E-EC1C-5165-6204ACD6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9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06E9-D1B6-FCC9-ACC6-43822FD2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35D0-FB33-5BD7-1273-442728C9C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3A48F-B06E-E251-A4DF-4C0C25E71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0A1A-346B-11E6-C9AF-4E475022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5D5DB-403C-C98F-ED45-EBCCCEAC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FC39C-5C76-7929-6E8D-694AA58E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1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6436-4BB3-CF00-32F7-55844D3C0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F4B83-EE21-AE29-5024-CB6AAD5B7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58675-408E-95E1-D694-5A191164F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81F62-665D-7375-7438-1D0A07B0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6B33A-E06A-DDAA-BD3B-400E37F3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49662-5F61-F114-7129-BEF261EA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4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E0BB6-2895-7957-779A-E95547C9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CF473-35AA-5BE8-595B-5759F06B5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199F9-8CD8-CAF2-5CA7-DDEFD8C2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FB73-011D-CA9F-76DE-932D012E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282D1-FDFA-78E4-60E8-8001A947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7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67408-3EAF-C30F-A1DB-054411A0E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8F8EA-08E8-0992-CD17-FD3FD95C7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4019-8288-6C88-D8C0-B4C10D36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593FD-3A34-7C74-360E-7AE235DD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32062-429A-7EC9-463D-7FBB247F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9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012D2-30D5-6C7E-695D-7895CE26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82D1A-ACD4-C5C6-CC94-3552FE05D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CD7D-04B6-FD2D-C249-B789523FF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C8D7D-C95D-4247-AA76-43A3FBC0A0D4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D65AA-A084-BB4D-7F7B-1C9759884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EB76-E3A8-B06B-84EC-6F2A25105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12BBE-5A9A-DB49-8FEF-C685A7D5A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75D0-B6A8-4EAF-828B-041EA329E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SLM 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(Small Language Models)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7FE74-A0BC-331D-F442-290E871EC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Medhat Elmasry</a:t>
            </a:r>
          </a:p>
        </p:txBody>
      </p:sp>
    </p:spTree>
    <p:extLst>
      <p:ext uri="{BB962C8B-B14F-4D97-AF65-F5344CB8AC3E}">
        <p14:creationId xmlns:p14="http://schemas.microsoft.com/office/powerpoint/2010/main" val="397517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816938-CEBE-1A40-E870-B7BF4F2D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93" y="760186"/>
            <a:ext cx="2730500" cy="850900"/>
          </a:xfrm>
          <a:prstGeom prst="rect">
            <a:avLst/>
          </a:prstGeom>
        </p:spPr>
      </p:pic>
      <p:pic>
        <p:nvPicPr>
          <p:cNvPr id="5" name="Picture 2" descr="LocalAI">
            <a:extLst>
              <a:ext uri="{FF2B5EF4-FFF2-40B4-BE49-F238E27FC236}">
                <a16:creationId xmlns:a16="http://schemas.microsoft.com/office/drawing/2014/main" id="{373B78A0-6941-ED63-0706-827C6AEE1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507" y="469901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3005A-074A-48A4-506B-F1FF68610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52" y="434232"/>
            <a:ext cx="1805908" cy="596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4B162-4853-9834-0B82-C5AAF41FF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807" y="3554803"/>
            <a:ext cx="2324100" cy="2603500"/>
          </a:xfrm>
          <a:prstGeom prst="rect">
            <a:avLst/>
          </a:prstGeom>
        </p:spPr>
      </p:pic>
      <p:pic>
        <p:nvPicPr>
          <p:cNvPr id="8" name="Picture 6" descr="Run AI/ML Models Locally with Docker Model Runner (No Training Needed) |  FAUN.dev — Developer Community 🐾">
            <a:extLst>
              <a:ext uri="{FF2B5EF4-FFF2-40B4-BE49-F238E27FC236}">
                <a16:creationId xmlns:a16="http://schemas.microsoft.com/office/drawing/2014/main" id="{ED437A87-2893-2D46-5B81-B83CC7DA5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215" y="2015672"/>
            <a:ext cx="2844053" cy="189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A0082D-3368-E184-C058-A4B5285353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258" y="5531547"/>
            <a:ext cx="2400300" cy="40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A55380-F8C6-41C7-0C73-F9E17609FD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9223" y="2265028"/>
            <a:ext cx="1788370" cy="1940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4DED42-8A39-9CF3-A847-21154832BE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977" y="4437788"/>
            <a:ext cx="3430410" cy="17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6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A57E-43E7-5B6F-D5A9-89C1B455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Small Language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B11B-E4C7-2E5F-972C-01D31FABF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SLMs are compact versions of large language models (LLMs), typically ranging from a few million to ~10 billion parameters. You can download these models onto your computer.</a:t>
            </a:r>
          </a:p>
          <a:p>
            <a:r>
              <a:rPr lang="en-US" b="1" dirty="0"/>
              <a:t>Purpose</a:t>
            </a:r>
            <a:r>
              <a:rPr lang="en-US" dirty="0"/>
              <a:t>: Designed for efficiency, they perform natural language tasks like summarization, translation, and Q&amp;A on resource-constrained devices.</a:t>
            </a:r>
          </a:p>
          <a:p>
            <a:r>
              <a:rPr lang="en-US" b="1" dirty="0"/>
              <a:t>Comparison</a:t>
            </a:r>
            <a:r>
              <a:rPr lang="en-US" dirty="0"/>
              <a:t>: While LLMs like GPT-5 may have trillions of parameters, SLMs focus on doing fewer things well.</a:t>
            </a:r>
          </a:p>
        </p:txBody>
      </p:sp>
    </p:spTree>
    <p:extLst>
      <p:ext uri="{BB962C8B-B14F-4D97-AF65-F5344CB8AC3E}">
        <p14:creationId xmlns:p14="http://schemas.microsoft.com/office/powerpoint/2010/main" val="339846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2385-6D5C-F633-565F-3BA0AC0A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SLMs Made Smaller?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E457-ECC2-4DB0-DA0C-506837A4A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Knowledge Distillation</a:t>
            </a:r>
            <a:r>
              <a:rPr lang="en-US" dirty="0"/>
              <a:t>: A smaller “student” model learns from a larger “teacher” model.</a:t>
            </a:r>
          </a:p>
          <a:p>
            <a:r>
              <a:rPr lang="en-US" b="1" dirty="0"/>
              <a:t>Pruning</a:t>
            </a:r>
            <a:r>
              <a:rPr lang="en-US" dirty="0"/>
              <a:t>: Removes redundant or less impactful parameters.</a:t>
            </a:r>
          </a:p>
          <a:p>
            <a:r>
              <a:rPr lang="en-US" b="1" dirty="0"/>
              <a:t>Quantization</a:t>
            </a:r>
            <a:r>
              <a:rPr lang="en-US" dirty="0"/>
              <a:t>: Reduces numerical precision to save memory and compute.</a:t>
            </a:r>
          </a:p>
          <a:p>
            <a:r>
              <a:rPr lang="en-US" b="1" dirty="0"/>
              <a:t>Architecture Tweaks</a:t>
            </a:r>
            <a:r>
              <a:rPr lang="en-US" dirty="0"/>
              <a:t>: Streamlined layers and tokenization strategies for faster inference.</a:t>
            </a:r>
          </a:p>
        </p:txBody>
      </p:sp>
    </p:spTree>
    <p:extLst>
      <p:ext uri="{BB962C8B-B14F-4D97-AF65-F5344CB8AC3E}">
        <p14:creationId xmlns:p14="http://schemas.microsoft.com/office/powerpoint/2010/main" val="172754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CA75-5B0C-564A-B710-47197464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&amp;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85A2D-6349-5C13-1F26-D77035DB9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Efficiency</a:t>
            </a:r>
            <a:r>
              <a:rPr lang="en-US" dirty="0"/>
              <a:t>: Lower latency, reduced energy use, and faster deployment.</a:t>
            </a:r>
          </a:p>
          <a:p>
            <a:r>
              <a:rPr lang="en-US" b="1" dirty="0"/>
              <a:t>Privacy</a:t>
            </a:r>
            <a:r>
              <a:rPr lang="en-US" dirty="0"/>
              <a:t>: Ideal for on-device applications where data shouldn’t leave the device.</a:t>
            </a:r>
          </a:p>
          <a:p>
            <a:r>
              <a:rPr lang="en-US" b="1" dirty="0"/>
              <a:t>Use Cases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Mobile assistants</a:t>
            </a:r>
          </a:p>
          <a:p>
            <a:pPr lvl="1"/>
            <a:r>
              <a:rPr lang="en-US" dirty="0"/>
              <a:t>Customer support bots</a:t>
            </a:r>
          </a:p>
          <a:p>
            <a:pPr lvl="1"/>
            <a:r>
              <a:rPr lang="en-US" dirty="0"/>
              <a:t>Real-time translation</a:t>
            </a:r>
          </a:p>
          <a:p>
            <a:pPr lvl="1"/>
            <a:r>
              <a:rPr lang="en-US" dirty="0"/>
              <a:t>Domain-specific tools (e.g., healthcare, finance)</a:t>
            </a:r>
          </a:p>
        </p:txBody>
      </p:sp>
    </p:spTree>
    <p:extLst>
      <p:ext uri="{BB962C8B-B14F-4D97-AF65-F5344CB8AC3E}">
        <p14:creationId xmlns:p14="http://schemas.microsoft.com/office/powerpoint/2010/main" val="267501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CF8E-FBFC-43D1-8DAF-3006B44D6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&amp; Future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9E512-F3EA-F7E8-5ED8-FA5EAA6A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Popular SLMs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Llama3.2-1B (Meta)</a:t>
            </a:r>
          </a:p>
          <a:p>
            <a:pPr lvl="1"/>
            <a:r>
              <a:rPr lang="en-US" dirty="0"/>
              <a:t>Qwen2.5-1.5B (Alibaba)</a:t>
            </a:r>
          </a:p>
          <a:p>
            <a:pPr lvl="1"/>
            <a:r>
              <a:rPr lang="en-US" dirty="0"/>
              <a:t>Phi-3.5-Mini-3.8B (Microsoft)</a:t>
            </a:r>
          </a:p>
          <a:p>
            <a:r>
              <a:rPr lang="en-US" b="1" dirty="0"/>
              <a:t>Trend</a:t>
            </a:r>
            <a:r>
              <a:rPr lang="en-US" dirty="0"/>
              <a:t>: SLMs are gaining traction as sustainable, customizable alternatives to LLMs.</a:t>
            </a:r>
          </a:p>
          <a:p>
            <a:r>
              <a:rPr lang="en-US" b="1" dirty="0"/>
              <a:t>Outlook</a:t>
            </a:r>
            <a:r>
              <a:rPr lang="en-US" dirty="0"/>
              <a:t>: Expect more open-source, task-tuned models optimized for edge and enterprise use.</a:t>
            </a:r>
          </a:p>
        </p:txBody>
      </p:sp>
    </p:spTree>
    <p:extLst>
      <p:ext uri="{BB962C8B-B14F-4D97-AF65-F5344CB8AC3E}">
        <p14:creationId xmlns:p14="http://schemas.microsoft.com/office/powerpoint/2010/main" val="422136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E1EB-E2A7-C947-9591-A5E201B9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3F51B-0659-4BBF-5973-3D9720BE0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C# client </a:t>
            </a:r>
            <a:r>
              <a:rPr lang="en-US"/>
              <a:t>for Phi-3 </a:t>
            </a:r>
            <a:r>
              <a:rPr lang="en-US" dirty="0"/>
              <a:t>SLM hosted by Ollama </a:t>
            </a:r>
          </a:p>
          <a:p>
            <a:r>
              <a:rPr lang="en-US" dirty="0"/>
              <a:t>(</a:t>
            </a:r>
            <a:r>
              <a:rPr lang="en-US" dirty="0" err="1"/>
              <a:t>OllamaSharp</a:t>
            </a:r>
            <a:r>
              <a:rPr lang="en-US" dirty="0"/>
              <a:t> SDK &amp; Sematic Kernel SDK)</a:t>
            </a:r>
          </a:p>
        </p:txBody>
      </p:sp>
    </p:spTree>
    <p:extLst>
      <p:ext uri="{BB962C8B-B14F-4D97-AF65-F5344CB8AC3E}">
        <p14:creationId xmlns:p14="http://schemas.microsoft.com/office/powerpoint/2010/main" val="175741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B421-8F17-5899-966A-3D673BC9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30BE-D730-943C-DFA8-884541BC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6A485-98C4-7565-FF05-641D9D738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Toolkit Extension in VS Code</a:t>
            </a:r>
          </a:p>
          <a:p>
            <a:r>
              <a:rPr lang="en-US" dirty="0"/>
              <a:t>(OpenAI SDK &amp; Sematic Kernel SDK)</a:t>
            </a:r>
          </a:p>
        </p:txBody>
      </p:sp>
    </p:spTree>
    <p:extLst>
      <p:ext uri="{BB962C8B-B14F-4D97-AF65-F5344CB8AC3E}">
        <p14:creationId xmlns:p14="http://schemas.microsoft.com/office/powerpoint/2010/main" val="1478485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3F24-5C40-D938-926F-1FD30F06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FEA6-079D-B560-7BCF-CDF7FDAF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6C749-D093-7380-115A-CFDD14783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with Docker AI Models from C#</a:t>
            </a:r>
          </a:p>
          <a:p>
            <a:r>
              <a:rPr lang="en-US" dirty="0"/>
              <a:t>(OpenAI SDK &amp; Sematic Kernel SDK)</a:t>
            </a:r>
          </a:p>
        </p:txBody>
      </p:sp>
    </p:spTree>
    <p:extLst>
      <p:ext uri="{BB962C8B-B14F-4D97-AF65-F5344CB8AC3E}">
        <p14:creationId xmlns:p14="http://schemas.microsoft.com/office/powerpoint/2010/main" val="224128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304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SLM  (Small Language Models)</vt:lpstr>
      <vt:lpstr>PowerPoint Presentation</vt:lpstr>
      <vt:lpstr>What Are Small Language Models?</vt:lpstr>
      <vt:lpstr>How Are SLMs Made Smaller?</vt:lpstr>
      <vt:lpstr>Benefits &amp; Use Cases</vt:lpstr>
      <vt:lpstr>Examples &amp; Future Outlook</vt:lpstr>
      <vt:lpstr>Demo #1</vt:lpstr>
      <vt:lpstr>Demo #2</vt:lpstr>
      <vt:lpstr>Demo 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Medhat Elmasry</dc:creator>
  <cp:lastModifiedBy>Medhat Elmasry</cp:lastModifiedBy>
  <cp:revision>1</cp:revision>
  <dcterms:created xsi:type="dcterms:W3CDTF">2025-10-15T20:48:53Z</dcterms:created>
  <dcterms:modified xsi:type="dcterms:W3CDTF">2025-10-16T14:46:17Z</dcterms:modified>
</cp:coreProperties>
</file>