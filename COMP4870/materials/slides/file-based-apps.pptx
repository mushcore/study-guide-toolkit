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54822-275D-9F4F-99D6-5323DD568626}" v="36" dt="2026-03-23T17:43:58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042"/>
  </p:normalViewPr>
  <p:slideViewPr>
    <p:cSldViewPr snapToGrid="0">
      <p:cViewPr varScale="1">
        <p:scale>
          <a:sx n="106" d="100"/>
          <a:sy n="106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6547F-8832-0B4C-BE81-3C03D59F882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AE594-1FC5-9C48-B8FE-CDA20A43C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5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.NET 10 is pushing toward simpler, more ergonomic development models. File‑based apps are a major step in reducing ceremony and making .NET more accessible for scripting, automation, and teaching. This is not a replacement for traditional projects — it’s an additional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2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File‑based apps are a new lightweight application model. They behave like C# scripts but run with full .NET capabilities. No project file, no boilerplate — just code. This lowers the barrier for beginners and speeds up prototyping for experienced developers.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62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pain points: too much ceremony for small utilities, too many files for simple tasks, and slow iteration. File‑based apps solve this by letting developers focus on logic. This benefits teaching — students can start coding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98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.NET infers everything from the file. This is like Python or Node.js scripts. This is part of a broader trend: simplifying developer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6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 run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myapp.cs</a:t>
            </a:r>
            <a:r>
              <a:rPr lang="en-CA" dirty="0"/>
              <a:t>. </a:t>
            </a:r>
            <a:br>
              <a:rPr lang="en-CA" dirty="0"/>
            </a:br>
            <a:br>
              <a:rPr lang="en-CA" dirty="0"/>
            </a:br>
            <a:r>
              <a:rPr lang="en-CA" dirty="0"/>
              <a:t>.NET compiles and runs the file behind the scenes. You can still publish a standalone executable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17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is clean. No Main, no namespaces, no project file. This is ideal for teaching fundamentals without overwhelming students with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44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NuGet references. This is a powerful feature — students can use real libraries without needing a 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csproj</a:t>
            </a:r>
            <a:r>
              <a:rPr lang="en-CA" dirty="0"/>
              <a:t>. Mention caching and restore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real examples: CSV processors, log analyzers, quick HTTP calls, JSON transformations. Emphasize that this is not meant for large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46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Be honest about the boundaries. Students should know when to switch to a full project. Mention debugging limitations and lack of project‑level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46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Wrap up by connecting this to .NET’s long‑term direction: simplicity, flexibility, and developer experience. </a:t>
            </a:r>
            <a:r>
              <a:rPr lang="en-CA"/>
              <a:t>Encourage students to experiment.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AE594-1FC5-9C48-B8FE-CDA20A43C1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46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4B04-0B45-F267-B122-0EA686C1E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0FACE-E04D-AA2B-B86C-8494A917B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E6210-738B-7815-ED46-1751319E3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B6E66-E75F-C0DB-45D1-3715A1CC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4AC2C-54BA-2BEC-DE45-E61BAB2A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3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DC2F-4D63-F69E-F72C-9BA6F058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7340-42E0-A16C-E6CF-F19A420F4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3E360-61BC-C7C3-586A-1C7AB884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7D386-49A2-CAA3-0C8F-9D021EF0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8E8AB-E256-F645-7D9D-815CAF6A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4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CD58-2511-73C1-C4F5-33ABE990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C3795-BFDF-3537-44DB-2BEE5C605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AE08F-9F15-D23C-AF36-EED17E6F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ABE9-6ABE-959F-7350-6F50E0B5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0157-07BF-AD54-AE6B-5BDD3768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6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ADAE-3AD6-089E-BB38-A27BB72D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B3C2D-78AC-1A8E-9779-28EF7CF8F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A46A7-7FE7-67C3-9A41-F52716627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FA9A7-FB35-6F5D-A1DF-5BB333F9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8D353-8344-3F6B-FCCC-C6403B57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65768-2541-475A-2AD7-E1A7331F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8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56FA-06A4-23C1-606D-3549AF001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1E316-B480-8AA3-C9CB-209D9D7E2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82339-4833-505C-835D-761165BD0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B9BBA-932E-B659-E311-6A635DA6D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E348A-D99C-65CE-5DCA-C559A8E6E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0FF64-142B-6FBD-2D53-46AA0FC6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9C7D94-2F29-CD31-C796-E9BAB853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7F2A8-EC8B-9620-7007-3A174337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4D44-CCB1-0A84-D6AC-9124286C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61F3A-6D87-3C9F-BF58-C3CEA5A3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9B453-38F1-ABC7-3FCB-04C01C36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90292-8893-BACE-6924-A6AD39DE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4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03DBE-50AD-D80E-80B4-389ECD0E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DE5BC-1152-8C23-BCA7-18742221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72567-7FAF-7474-19B2-E6AFC0BB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5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73D2-03B4-C8F9-DFDE-5E18274D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BAE24-3526-BF40-6A12-71E961DE6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2E49F-8F38-7BEE-C642-DC40F7096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C2EA3-FE69-62C0-B1CF-36F5C576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36A61-D8BC-8ACB-DDE5-0D4BAC89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175C5-7D5E-553E-D1E1-2F10D43B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4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FCBB-E67D-4487-8731-67E49D46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6983F-2DA2-7724-4FBC-322309959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FD3F1-2830-3F39-650F-D447DD983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B85F3-78D7-2A48-94FF-9D6447E0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8F37C-E9DB-ADA1-E5B5-03A4CFD5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B0CD3-6DD5-10DE-E1DB-BF3A95CC4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1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1986-1759-5703-3D27-CFDCA88F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77F50-34C8-B3C5-02F3-B613734C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37DD-A5FE-4A3F-2C6C-C75BC898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66925-B61A-87CC-2F5E-C10CF7376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D97A2-76B5-E57D-1E97-49D105F4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2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5E410-2B00-F851-E57F-56E9B16C2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58059-0039-6569-6A1D-37ACCE9DC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97018-BDC4-38B5-5CB5-B777B72F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48EE8-B8D2-115A-3F75-E7BFD27F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5816-4CC0-2A43-EC8D-6499D463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73FF3-3127-3CAB-AD2A-DE06A8E1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47DCC-848D-D5ED-86A2-78F46DD9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FB863-E762-907F-7C96-967D356E0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3EED7-2763-F04C-821A-7775618B0EE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3D707-1E80-CBC0-2B8D-F14C7A463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B4AE5-62B9-8117-8161-596A5C315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7DEBA-355D-054E-A85B-5EFBBB90E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31C3-ADB3-8A4D-DFAE-E6081B2F25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File‑Based Apps in .NET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E9FEB-F4E8-2A2E-6E97-5C4FA6741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new lightweight application model for modern .NET development</a:t>
            </a:r>
          </a:p>
        </p:txBody>
      </p:sp>
    </p:spTree>
    <p:extLst>
      <p:ext uri="{BB962C8B-B14F-4D97-AF65-F5344CB8AC3E}">
        <p14:creationId xmlns:p14="http://schemas.microsoft.com/office/powerpoint/2010/main" val="1792028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1152-756D-450B-0DF2-CD92C6B9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File‑Based Apps?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B7528-6226-CDCB-FC97-795AA24E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new app model introduced in .NET 10</a:t>
            </a:r>
          </a:p>
          <a:p>
            <a:r>
              <a:rPr lang="en-US" dirty="0"/>
              <a:t>Designed for simple, local, file‑centric applications</a:t>
            </a:r>
          </a:p>
          <a:p>
            <a:r>
              <a:rPr lang="en-US" dirty="0"/>
              <a:t>Minimal hosting, minimal ceremony</a:t>
            </a:r>
          </a:p>
          <a:p>
            <a:r>
              <a:rPr lang="en-US" dirty="0"/>
              <a:t>Ideal for tools, utilities, scripts, and small desktop workflows</a:t>
            </a:r>
          </a:p>
        </p:txBody>
      </p:sp>
    </p:spTree>
    <p:extLst>
      <p:ext uri="{BB962C8B-B14F-4D97-AF65-F5344CB8AC3E}">
        <p14:creationId xmlns:p14="http://schemas.microsoft.com/office/powerpoint/2010/main" val="184463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7E41-E459-FB72-C9DB-F34CEA6F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File‑Based Apps?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74641-1AF5-E506-2673-485237F89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boilerplate for small apps</a:t>
            </a:r>
          </a:p>
          <a:p>
            <a:r>
              <a:rPr lang="en-US" dirty="0"/>
              <a:t>Faster startup and simpler deployment</a:t>
            </a:r>
          </a:p>
          <a:p>
            <a:r>
              <a:rPr lang="en-US" dirty="0"/>
              <a:t>Great for teaching, prototyping, and automation</a:t>
            </a:r>
          </a:p>
          <a:p>
            <a:r>
              <a:rPr lang="en-US" dirty="0"/>
              <a:t>Aligns with .NET’s push toward developer ergonomics</a:t>
            </a:r>
          </a:p>
        </p:txBody>
      </p:sp>
    </p:spTree>
    <p:extLst>
      <p:ext uri="{BB962C8B-B14F-4D97-AF65-F5344CB8AC3E}">
        <p14:creationId xmlns:p14="http://schemas.microsoft.com/office/powerpoint/2010/main" val="349943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4AE8-20B1-84D3-B387-75A21F7E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8CC6B-D4C1-340D-257A-A2AF539A6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app is defined by a single file or a small set of files</a:t>
            </a:r>
          </a:p>
          <a:p>
            <a:r>
              <a:rPr lang="en-US" dirty="0"/>
              <a:t>No project file required</a:t>
            </a:r>
          </a:p>
          <a:p>
            <a:r>
              <a:rPr lang="en-US" dirty="0"/>
              <a:t>.NET infers:</a:t>
            </a:r>
          </a:p>
          <a:p>
            <a:pPr lvl="1"/>
            <a:r>
              <a:rPr lang="en-US" dirty="0"/>
              <a:t>Target framework</a:t>
            </a:r>
          </a:p>
          <a:p>
            <a:pPr lvl="1"/>
            <a:r>
              <a:rPr lang="en-US" dirty="0"/>
              <a:t>Dependencies</a:t>
            </a:r>
          </a:p>
          <a:p>
            <a:pPr lvl="1"/>
            <a:r>
              <a:rPr lang="en-US" dirty="0"/>
              <a:t>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108262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A1C5-7F1D-32B8-0A04-BEF2D15C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ABEE-06EC-FF0B-B7D1-A695E682E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 a </a:t>
            </a:r>
            <a:r>
              <a:rPr lang="en-US" i="1" dirty="0"/>
              <a:t>.cs </a:t>
            </a:r>
            <a:r>
              <a:rPr lang="en-US" dirty="0"/>
              <a:t>file in a folder</a:t>
            </a:r>
          </a:p>
          <a:p>
            <a:r>
              <a:rPr lang="en-US" dirty="0"/>
              <a:t>Run it directly:</a:t>
            </a:r>
          </a:p>
          <a:p>
            <a:endParaRPr lang="en-US" dirty="0"/>
          </a:p>
          <a:p>
            <a:r>
              <a:rPr lang="en-US" dirty="0"/>
              <a:t>Or build it into a standalone executable</a:t>
            </a:r>
          </a:p>
          <a:p>
            <a:r>
              <a:rPr lang="en-US" dirty="0"/>
              <a:t>Behaves similarly to C# scripting, but with full .NET capabilities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64557-FD8C-568E-3A27-1C26F7EE4B1F}"/>
              </a:ext>
            </a:extLst>
          </p:cNvPr>
          <p:cNvSpPr txBox="1"/>
          <p:nvPr/>
        </p:nvSpPr>
        <p:spPr>
          <a:xfrm>
            <a:off x="3835101" y="2812242"/>
            <a:ext cx="3229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dotnet run </a:t>
            </a:r>
            <a:r>
              <a:rPr lang="en-US" dirty="0" err="1">
                <a:latin typeface="Lucida Console" panose="020B0609040504020204" pitchFamily="49" charset="0"/>
              </a:rPr>
              <a:t>myapp.cs</a:t>
            </a:r>
            <a:endParaRPr 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013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1E98-8B6D-F3C7-C338-0ECE788E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App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9F5DB-ECC2-38BA-7E89-99D97455F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myapp.cs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 </a:t>
            </a:r>
            <a:r>
              <a:rPr lang="en-US" i="1" dirty="0" err="1"/>
              <a:t>Program.cs</a:t>
            </a:r>
            <a:endParaRPr lang="en-US" i="1" dirty="0"/>
          </a:p>
          <a:p>
            <a:r>
              <a:rPr lang="en-US" dirty="0"/>
              <a:t>No </a:t>
            </a:r>
            <a:r>
              <a:rPr lang="en-US" i="1" dirty="0"/>
              <a:t>Main</a:t>
            </a:r>
            <a:r>
              <a:rPr lang="en-US" dirty="0"/>
              <a:t> method</a:t>
            </a:r>
          </a:p>
          <a:p>
            <a:r>
              <a:rPr lang="en-US" dirty="0"/>
              <a:t>No </a:t>
            </a:r>
            <a:r>
              <a:rPr lang="en-US" i="1" dirty="0"/>
              <a:t>.</a:t>
            </a:r>
            <a:r>
              <a:rPr lang="en-US" i="1" dirty="0" err="1"/>
              <a:t>csproj</a:t>
            </a:r>
            <a:endParaRPr lang="en-US" i="1" dirty="0"/>
          </a:p>
          <a:p>
            <a:r>
              <a:rPr lang="en-US" dirty="0"/>
              <a:t>Just run it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446E7-8F64-05D5-FA12-02FB401BC61D}"/>
              </a:ext>
            </a:extLst>
          </p:cNvPr>
          <p:cNvSpPr txBox="1"/>
          <p:nvPr/>
        </p:nvSpPr>
        <p:spPr>
          <a:xfrm>
            <a:off x="2511014" y="2371180"/>
            <a:ext cx="7169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Console.WriteLine</a:t>
            </a:r>
            <a:r>
              <a:rPr lang="en-US" dirty="0">
                <a:latin typeface="Lucida Console" panose="020B0609040504020204" pitchFamily="49" charset="0"/>
              </a:rPr>
              <a:t>("Hello from a file‑based app!");</a:t>
            </a:r>
          </a:p>
        </p:txBody>
      </p:sp>
    </p:spTree>
    <p:extLst>
      <p:ext uri="{BB962C8B-B14F-4D97-AF65-F5344CB8AC3E}">
        <p14:creationId xmlns:p14="http://schemas.microsoft.com/office/powerpoint/2010/main" val="77791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E5F6-9686-B0C3-6590-E2278B8B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AC979-40B3-56A6-E648-2066CEFD9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dependencies using inline directives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.NET automatically restores and caches packages</a:t>
            </a:r>
          </a:p>
          <a:p>
            <a:r>
              <a:rPr lang="en-US" dirty="0"/>
              <a:t>Keeps the app self‑contained and portable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4A15B-6446-2554-2B49-25B808088B53}"/>
              </a:ext>
            </a:extLst>
          </p:cNvPr>
          <p:cNvSpPr txBox="1"/>
          <p:nvPr/>
        </p:nvSpPr>
        <p:spPr>
          <a:xfrm>
            <a:off x="2349649" y="2758456"/>
            <a:ext cx="7169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#r "</a:t>
            </a:r>
            <a:r>
              <a:rPr lang="en-US" dirty="0" err="1">
                <a:latin typeface="Lucida Console" panose="020B0609040504020204" pitchFamily="49" charset="0"/>
              </a:rPr>
              <a:t>nuget</a:t>
            </a:r>
            <a:r>
              <a:rPr lang="en-US" dirty="0">
                <a:latin typeface="Lucida Console" panose="020B0609040504020204" pitchFamily="49" charset="0"/>
              </a:rPr>
              <a:t>: Dapper, 2.1.0"</a:t>
            </a:r>
          </a:p>
        </p:txBody>
      </p:sp>
    </p:spTree>
    <p:extLst>
      <p:ext uri="{BB962C8B-B14F-4D97-AF65-F5344CB8AC3E}">
        <p14:creationId xmlns:p14="http://schemas.microsoft.com/office/powerpoint/2010/main" val="4076377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D95E-C5BE-87DB-03B3-C4F96A2B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B852E-BEA9-534A-4AF8-1F071DD9D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CLI utilities</a:t>
            </a:r>
          </a:p>
          <a:p>
            <a:r>
              <a:rPr lang="en-US" dirty="0"/>
              <a:t>File processors</a:t>
            </a:r>
          </a:p>
          <a:p>
            <a:r>
              <a:rPr lang="en-US" dirty="0"/>
              <a:t>Data transformation scripts</a:t>
            </a:r>
          </a:p>
          <a:p>
            <a:r>
              <a:rPr lang="en-US" dirty="0"/>
              <a:t>Teaching examples</a:t>
            </a:r>
          </a:p>
          <a:p>
            <a:r>
              <a:rPr lang="en-US" dirty="0"/>
              <a:t>Quick prototypes</a:t>
            </a:r>
          </a:p>
          <a:p>
            <a:r>
              <a:rPr lang="en-US" dirty="0"/>
              <a:t>Local automation tasks</a:t>
            </a:r>
          </a:p>
        </p:txBody>
      </p:sp>
    </p:spTree>
    <p:extLst>
      <p:ext uri="{BB962C8B-B14F-4D97-AF65-F5344CB8AC3E}">
        <p14:creationId xmlns:p14="http://schemas.microsoft.com/office/powerpoint/2010/main" val="23805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C0DE-FFD3-2821-3FF0-EEE96819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35C1C-06E4-DC5F-0537-D3B83C61D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intended for:</a:t>
            </a:r>
          </a:p>
          <a:p>
            <a:pPr lvl="1"/>
            <a:r>
              <a:rPr lang="en-US" dirty="0"/>
              <a:t>Large multi‑project solutions</a:t>
            </a:r>
          </a:p>
          <a:p>
            <a:pPr lvl="1"/>
            <a:r>
              <a:rPr lang="en-US" dirty="0"/>
              <a:t>Complex web apps</a:t>
            </a:r>
          </a:p>
          <a:p>
            <a:pPr lvl="1"/>
            <a:r>
              <a:rPr lang="en-US" dirty="0"/>
              <a:t>Enterprise‑scale architectures</a:t>
            </a:r>
          </a:p>
          <a:p>
            <a:r>
              <a:rPr lang="en-US" dirty="0"/>
              <a:t>Limited project‑level configuration</a:t>
            </a:r>
          </a:p>
          <a:p>
            <a:r>
              <a:rPr lang="en-US" dirty="0"/>
              <a:t>Still evolving with .NET 10 previews</a:t>
            </a:r>
          </a:p>
        </p:txBody>
      </p:sp>
    </p:spTree>
    <p:extLst>
      <p:ext uri="{BB962C8B-B14F-4D97-AF65-F5344CB8AC3E}">
        <p14:creationId xmlns:p14="http://schemas.microsoft.com/office/powerpoint/2010/main" val="164425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98BA9-6DAE-599E-4525-8DB3ACB1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59667-4B78-A6BF-AAA0-0F5CEA69B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of .NET’s move toward simpler, more flexible app models</a:t>
            </a:r>
          </a:p>
          <a:p>
            <a:r>
              <a:rPr lang="en-US" dirty="0"/>
              <a:t>Expected to grow with:</a:t>
            </a:r>
          </a:p>
          <a:p>
            <a:pPr lvl="1"/>
            <a:r>
              <a:rPr lang="en-US" dirty="0"/>
              <a:t>Better tooling</a:t>
            </a:r>
          </a:p>
          <a:p>
            <a:pPr lvl="1"/>
            <a:r>
              <a:rPr lang="en-US" dirty="0"/>
              <a:t>Debugging support</a:t>
            </a:r>
          </a:p>
          <a:p>
            <a:pPr lvl="1"/>
            <a:r>
              <a:rPr lang="en-US" dirty="0"/>
              <a:t>Editor templates</a:t>
            </a:r>
          </a:p>
          <a:p>
            <a:r>
              <a:rPr lang="en-US" dirty="0"/>
              <a:t>A great fit for modern scripting and lightweight development</a:t>
            </a:r>
          </a:p>
        </p:txBody>
      </p:sp>
    </p:spTree>
    <p:extLst>
      <p:ext uri="{BB962C8B-B14F-4D97-AF65-F5344CB8AC3E}">
        <p14:creationId xmlns:p14="http://schemas.microsoft.com/office/powerpoint/2010/main" val="192332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652</Words>
  <Application>Microsoft Macintosh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Lucida Console</vt:lpstr>
      <vt:lpstr>Office Theme</vt:lpstr>
      <vt:lpstr>File‑Based Apps in .NET 10</vt:lpstr>
      <vt:lpstr>What Are File‑Based Apps?</vt:lpstr>
      <vt:lpstr>Why File‑Based Apps?</vt:lpstr>
      <vt:lpstr>Core Concept</vt:lpstr>
      <vt:lpstr>How It Works</vt:lpstr>
      <vt:lpstr>Minimal App Example</vt:lpstr>
      <vt:lpstr>Dependencies</vt:lpstr>
      <vt:lpstr>Supported Scenarios</vt:lpstr>
      <vt:lpstr>Limitations</vt:lpstr>
      <vt:lpstr>The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Medhat Elmasry</dc:creator>
  <cp:lastModifiedBy>Medhat Elmasry</cp:lastModifiedBy>
  <cp:revision>1</cp:revision>
  <dcterms:created xsi:type="dcterms:W3CDTF">2026-03-23T17:27:39Z</dcterms:created>
  <dcterms:modified xsi:type="dcterms:W3CDTF">2026-03-23T17:43:59Z</dcterms:modified>
</cp:coreProperties>
</file>