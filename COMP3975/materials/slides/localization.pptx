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6"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70EF39-D6D9-5F4F-A799-F9DE5EFDA6BB}" v="38" dt="2026-04-12T03:36:57.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623"/>
  </p:normalViewPr>
  <p:slideViewPr>
    <p:cSldViewPr snapToGrid="0">
      <p:cViewPr varScale="1">
        <p:scale>
          <a:sx n="93" d="100"/>
          <a:sy n="93" d="100"/>
        </p:scale>
        <p:origin x="151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hat Elmasry" userId="405e238c19f61b9e" providerId="LiveId" clId="{FDECEA60-4432-5C1E-B4FA-7BC519CADCB5}"/>
    <pc:docChg chg="undo custSel addSld modSld">
      <pc:chgData name="Medhat Elmasry" userId="405e238c19f61b9e" providerId="LiveId" clId="{FDECEA60-4432-5C1E-B4FA-7BC519CADCB5}" dt="2026-04-12T03:37:04.476" v="254" actId="1076"/>
      <pc:docMkLst>
        <pc:docMk/>
      </pc:docMkLst>
      <pc:sldChg chg="modSp new mod">
        <pc:chgData name="Medhat Elmasry" userId="405e238c19f61b9e" providerId="LiveId" clId="{FDECEA60-4432-5C1E-B4FA-7BC519CADCB5}" dt="2026-04-12T02:19:05.312" v="2"/>
        <pc:sldMkLst>
          <pc:docMk/>
          <pc:sldMk cId="126717672" sldId="256"/>
        </pc:sldMkLst>
        <pc:spChg chg="mod">
          <ac:chgData name="Medhat Elmasry" userId="405e238c19f61b9e" providerId="LiveId" clId="{FDECEA60-4432-5C1E-B4FA-7BC519CADCB5}" dt="2026-04-12T02:19:05.312" v="2"/>
          <ac:spMkLst>
            <pc:docMk/>
            <pc:sldMk cId="126717672" sldId="256"/>
            <ac:spMk id="2" creationId="{ED0B8AB2-2444-0429-1072-E01627D0F1D1}"/>
          </ac:spMkLst>
        </pc:spChg>
      </pc:sldChg>
      <pc:sldChg chg="modSp new mod modNotesTx">
        <pc:chgData name="Medhat Elmasry" userId="405e238c19f61b9e" providerId="LiveId" clId="{FDECEA60-4432-5C1E-B4FA-7BC519CADCB5}" dt="2026-04-12T02:20:29.911" v="18" actId="20577"/>
        <pc:sldMkLst>
          <pc:docMk/>
          <pc:sldMk cId="3390183774" sldId="257"/>
        </pc:sldMkLst>
        <pc:spChg chg="mod">
          <ac:chgData name="Medhat Elmasry" userId="405e238c19f61b9e" providerId="LiveId" clId="{FDECEA60-4432-5C1E-B4FA-7BC519CADCB5}" dt="2026-04-12T02:19:50.650" v="5"/>
          <ac:spMkLst>
            <pc:docMk/>
            <pc:sldMk cId="3390183774" sldId="257"/>
            <ac:spMk id="2" creationId="{33197AE7-B735-CCCF-BD47-63FCB7E4CD3A}"/>
          </ac:spMkLst>
        </pc:spChg>
        <pc:spChg chg="mod">
          <ac:chgData name="Medhat Elmasry" userId="405e238c19f61b9e" providerId="LiveId" clId="{FDECEA60-4432-5C1E-B4FA-7BC519CADCB5}" dt="2026-04-12T02:20:06.709" v="10" actId="20577"/>
          <ac:spMkLst>
            <pc:docMk/>
            <pc:sldMk cId="3390183774" sldId="257"/>
            <ac:spMk id="3" creationId="{21EB06EA-5D8D-C4B8-ED1E-DBE4D24B42A2}"/>
          </ac:spMkLst>
        </pc:spChg>
      </pc:sldChg>
      <pc:sldChg chg="modSp new mod">
        <pc:chgData name="Medhat Elmasry" userId="405e238c19f61b9e" providerId="LiveId" clId="{FDECEA60-4432-5C1E-B4FA-7BC519CADCB5}" dt="2026-04-12T02:38:51.567" v="229" actId="20577"/>
        <pc:sldMkLst>
          <pc:docMk/>
          <pc:sldMk cId="2329755021" sldId="258"/>
        </pc:sldMkLst>
        <pc:spChg chg="mod">
          <ac:chgData name="Medhat Elmasry" userId="405e238c19f61b9e" providerId="LiveId" clId="{FDECEA60-4432-5C1E-B4FA-7BC519CADCB5}" dt="2026-04-12T02:21:04.782" v="21"/>
          <ac:spMkLst>
            <pc:docMk/>
            <pc:sldMk cId="2329755021" sldId="258"/>
            <ac:spMk id="2" creationId="{A9D9488B-A36D-20C3-DA1E-EF9D5544302A}"/>
          </ac:spMkLst>
        </pc:spChg>
        <pc:spChg chg="mod">
          <ac:chgData name="Medhat Elmasry" userId="405e238c19f61b9e" providerId="LiveId" clId="{FDECEA60-4432-5C1E-B4FA-7BC519CADCB5}" dt="2026-04-12T02:38:51.567" v="229" actId="20577"/>
          <ac:spMkLst>
            <pc:docMk/>
            <pc:sldMk cId="2329755021" sldId="258"/>
            <ac:spMk id="3" creationId="{40D87F68-EDC5-399D-4569-E36C1BDD1DC2}"/>
          </ac:spMkLst>
        </pc:spChg>
      </pc:sldChg>
      <pc:sldChg chg="addSp modSp new mod modNotesTx">
        <pc:chgData name="Medhat Elmasry" userId="405e238c19f61b9e" providerId="LiveId" clId="{FDECEA60-4432-5C1E-B4FA-7BC519CADCB5}" dt="2026-04-12T02:39:15.374" v="243" actId="20577"/>
        <pc:sldMkLst>
          <pc:docMk/>
          <pc:sldMk cId="1116369949" sldId="259"/>
        </pc:sldMkLst>
        <pc:spChg chg="mod">
          <ac:chgData name="Medhat Elmasry" userId="405e238c19f61b9e" providerId="LiveId" clId="{FDECEA60-4432-5C1E-B4FA-7BC519CADCB5}" dt="2026-04-12T02:39:15.374" v="243" actId="20577"/>
          <ac:spMkLst>
            <pc:docMk/>
            <pc:sldMk cId="1116369949" sldId="259"/>
            <ac:spMk id="2" creationId="{045D59DF-8B10-53B4-6D3D-CEC506B8D002}"/>
          </ac:spMkLst>
        </pc:spChg>
        <pc:spChg chg="mod">
          <ac:chgData name="Medhat Elmasry" userId="405e238c19f61b9e" providerId="LiveId" clId="{FDECEA60-4432-5C1E-B4FA-7BC519CADCB5}" dt="2026-04-12T02:23:46.155" v="71" actId="14100"/>
          <ac:spMkLst>
            <pc:docMk/>
            <pc:sldMk cId="1116369949" sldId="259"/>
            <ac:spMk id="3" creationId="{82E952FB-0204-D803-59AE-02A11735DB6C}"/>
          </ac:spMkLst>
        </pc:spChg>
        <pc:spChg chg="add mod">
          <ac:chgData name="Medhat Elmasry" userId="405e238c19f61b9e" providerId="LiveId" clId="{FDECEA60-4432-5C1E-B4FA-7BC519CADCB5}" dt="2026-04-12T02:24:49.954" v="78" actId="1076"/>
          <ac:spMkLst>
            <pc:docMk/>
            <pc:sldMk cId="1116369949" sldId="259"/>
            <ac:spMk id="4" creationId="{E6552C83-8E17-4368-6F40-7EC3F6293BDF}"/>
          </ac:spMkLst>
        </pc:spChg>
      </pc:sldChg>
      <pc:sldChg chg="modSp new mod">
        <pc:chgData name="Medhat Elmasry" userId="405e238c19f61b9e" providerId="LiveId" clId="{FDECEA60-4432-5C1E-B4FA-7BC519CADCB5}" dt="2026-04-12T02:26:54.247" v="93" actId="12"/>
        <pc:sldMkLst>
          <pc:docMk/>
          <pc:sldMk cId="1006068583" sldId="260"/>
        </pc:sldMkLst>
        <pc:spChg chg="mod">
          <ac:chgData name="Medhat Elmasry" userId="405e238c19f61b9e" providerId="LiveId" clId="{FDECEA60-4432-5C1E-B4FA-7BC519CADCB5}" dt="2026-04-12T02:25:26.438" v="82"/>
          <ac:spMkLst>
            <pc:docMk/>
            <pc:sldMk cId="1006068583" sldId="260"/>
            <ac:spMk id="2" creationId="{6B5226B8-199E-DB52-41CE-FDE618BE2A24}"/>
          </ac:spMkLst>
        </pc:spChg>
        <pc:spChg chg="mod">
          <ac:chgData name="Medhat Elmasry" userId="405e238c19f61b9e" providerId="LiveId" clId="{FDECEA60-4432-5C1E-B4FA-7BC519CADCB5}" dt="2026-04-12T02:26:54.247" v="93" actId="12"/>
          <ac:spMkLst>
            <pc:docMk/>
            <pc:sldMk cId="1006068583" sldId="260"/>
            <ac:spMk id="3" creationId="{DB2D8353-19D0-7BA4-2226-62A7A0A943BC}"/>
          </ac:spMkLst>
        </pc:spChg>
      </pc:sldChg>
      <pc:sldChg chg="addSp modSp new mod modNotesTx">
        <pc:chgData name="Medhat Elmasry" userId="405e238c19f61b9e" providerId="LiveId" clId="{FDECEA60-4432-5C1E-B4FA-7BC519CADCB5}" dt="2026-04-12T02:28:30.351" v="105"/>
        <pc:sldMkLst>
          <pc:docMk/>
          <pc:sldMk cId="2381152394" sldId="261"/>
        </pc:sldMkLst>
        <pc:spChg chg="mod">
          <ac:chgData name="Medhat Elmasry" userId="405e238c19f61b9e" providerId="LiveId" clId="{FDECEA60-4432-5C1E-B4FA-7BC519CADCB5}" dt="2026-04-12T02:27:23.074" v="96"/>
          <ac:spMkLst>
            <pc:docMk/>
            <pc:sldMk cId="2381152394" sldId="261"/>
            <ac:spMk id="2" creationId="{927FEB3C-8CB2-8700-FB1B-13F51C73927A}"/>
          </ac:spMkLst>
        </pc:spChg>
        <pc:spChg chg="mod">
          <ac:chgData name="Medhat Elmasry" userId="405e238c19f61b9e" providerId="LiveId" clId="{FDECEA60-4432-5C1E-B4FA-7BC519CADCB5}" dt="2026-04-12T02:27:42.194" v="99" actId="14100"/>
          <ac:spMkLst>
            <pc:docMk/>
            <pc:sldMk cId="2381152394" sldId="261"/>
            <ac:spMk id="3" creationId="{BFFA8FAA-251F-0817-D46A-244E73A986D5}"/>
          </ac:spMkLst>
        </pc:spChg>
        <pc:spChg chg="add mod">
          <ac:chgData name="Medhat Elmasry" userId="405e238c19f61b9e" providerId="LiveId" clId="{FDECEA60-4432-5C1E-B4FA-7BC519CADCB5}" dt="2026-04-12T02:28:14.291" v="104" actId="1076"/>
          <ac:spMkLst>
            <pc:docMk/>
            <pc:sldMk cId="2381152394" sldId="261"/>
            <ac:spMk id="5" creationId="{90066DCB-16DC-5E03-11D0-69FBC19D65D7}"/>
          </ac:spMkLst>
        </pc:spChg>
      </pc:sldChg>
      <pc:sldChg chg="addSp modSp new mod modNotesTx">
        <pc:chgData name="Medhat Elmasry" userId="405e238c19f61b9e" providerId="LiveId" clId="{FDECEA60-4432-5C1E-B4FA-7BC519CADCB5}" dt="2026-04-12T02:30:01.179" v="120"/>
        <pc:sldMkLst>
          <pc:docMk/>
          <pc:sldMk cId="2924432735" sldId="262"/>
        </pc:sldMkLst>
        <pc:spChg chg="mod">
          <ac:chgData name="Medhat Elmasry" userId="405e238c19f61b9e" providerId="LiveId" clId="{FDECEA60-4432-5C1E-B4FA-7BC519CADCB5}" dt="2026-04-12T02:29:01.593" v="108"/>
          <ac:spMkLst>
            <pc:docMk/>
            <pc:sldMk cId="2924432735" sldId="262"/>
            <ac:spMk id="2" creationId="{C9ADA25A-9F9B-E044-0CFD-2AA3DB30A712}"/>
          </ac:spMkLst>
        </pc:spChg>
        <pc:spChg chg="mod">
          <ac:chgData name="Medhat Elmasry" userId="405e238c19f61b9e" providerId="LiveId" clId="{FDECEA60-4432-5C1E-B4FA-7BC519CADCB5}" dt="2026-04-12T02:29:44.297" v="119" actId="20577"/>
          <ac:spMkLst>
            <pc:docMk/>
            <pc:sldMk cId="2924432735" sldId="262"/>
            <ac:spMk id="3" creationId="{76ED0E3F-13EC-55F7-EDFB-0190A6342A82}"/>
          </ac:spMkLst>
        </pc:spChg>
        <pc:spChg chg="add mod">
          <ac:chgData name="Medhat Elmasry" userId="405e238c19f61b9e" providerId="LiveId" clId="{FDECEA60-4432-5C1E-B4FA-7BC519CADCB5}" dt="2026-04-12T02:29:41.001" v="117" actId="1076"/>
          <ac:spMkLst>
            <pc:docMk/>
            <pc:sldMk cId="2924432735" sldId="262"/>
            <ac:spMk id="5" creationId="{E8929B77-174B-D7CC-F711-B572CB4819AD}"/>
          </ac:spMkLst>
        </pc:spChg>
      </pc:sldChg>
      <pc:sldChg chg="addSp modSp new mod modNotesTx">
        <pc:chgData name="Medhat Elmasry" userId="405e238c19f61b9e" providerId="LiveId" clId="{FDECEA60-4432-5C1E-B4FA-7BC519CADCB5}" dt="2026-04-12T02:32:02.981" v="152"/>
        <pc:sldMkLst>
          <pc:docMk/>
          <pc:sldMk cId="1004357528" sldId="263"/>
        </pc:sldMkLst>
        <pc:spChg chg="mod">
          <ac:chgData name="Medhat Elmasry" userId="405e238c19f61b9e" providerId="LiveId" clId="{FDECEA60-4432-5C1E-B4FA-7BC519CADCB5}" dt="2026-04-12T02:30:12.718" v="123"/>
          <ac:spMkLst>
            <pc:docMk/>
            <pc:sldMk cId="1004357528" sldId="263"/>
            <ac:spMk id="2" creationId="{6DDC9EB7-761F-2EEE-E96E-77E96FFF831A}"/>
          </ac:spMkLst>
        </pc:spChg>
        <pc:spChg chg="mod">
          <ac:chgData name="Medhat Elmasry" userId="405e238c19f61b9e" providerId="LiveId" clId="{FDECEA60-4432-5C1E-B4FA-7BC519CADCB5}" dt="2026-04-12T02:31:25.435" v="143" actId="14100"/>
          <ac:spMkLst>
            <pc:docMk/>
            <pc:sldMk cId="1004357528" sldId="263"/>
            <ac:spMk id="3" creationId="{2EAEC8EA-CE37-0123-DD57-BA9277621EDC}"/>
          </ac:spMkLst>
        </pc:spChg>
        <pc:spChg chg="add mod">
          <ac:chgData name="Medhat Elmasry" userId="405e238c19f61b9e" providerId="LiveId" clId="{FDECEA60-4432-5C1E-B4FA-7BC519CADCB5}" dt="2026-04-12T02:31:49.210" v="151" actId="1076"/>
          <ac:spMkLst>
            <pc:docMk/>
            <pc:sldMk cId="1004357528" sldId="263"/>
            <ac:spMk id="5" creationId="{74C774EF-59E1-53ED-6A0C-E001DF539798}"/>
          </ac:spMkLst>
        </pc:spChg>
      </pc:sldChg>
      <pc:sldChg chg="addSp modSp new mod modNotesTx">
        <pc:chgData name="Medhat Elmasry" userId="405e238c19f61b9e" providerId="LiveId" clId="{FDECEA60-4432-5C1E-B4FA-7BC519CADCB5}" dt="2026-04-12T02:35:44.260" v="164"/>
        <pc:sldMkLst>
          <pc:docMk/>
          <pc:sldMk cId="3565797640" sldId="264"/>
        </pc:sldMkLst>
        <pc:spChg chg="mod">
          <ac:chgData name="Medhat Elmasry" userId="405e238c19f61b9e" providerId="LiveId" clId="{FDECEA60-4432-5C1E-B4FA-7BC519CADCB5}" dt="2026-04-12T02:34:50.540" v="155"/>
          <ac:spMkLst>
            <pc:docMk/>
            <pc:sldMk cId="3565797640" sldId="264"/>
            <ac:spMk id="2" creationId="{3D048EAC-B9F5-E300-AB70-175C343A86B9}"/>
          </ac:spMkLst>
        </pc:spChg>
        <pc:spChg chg="mod">
          <ac:chgData name="Medhat Elmasry" userId="405e238c19f61b9e" providerId="LiveId" clId="{FDECEA60-4432-5C1E-B4FA-7BC519CADCB5}" dt="2026-04-12T02:35:09.661" v="158" actId="14100"/>
          <ac:spMkLst>
            <pc:docMk/>
            <pc:sldMk cId="3565797640" sldId="264"/>
            <ac:spMk id="3" creationId="{80C885A7-6AE5-111A-2E7B-631A5D6AA875}"/>
          </ac:spMkLst>
        </pc:spChg>
        <pc:spChg chg="add mod">
          <ac:chgData name="Medhat Elmasry" userId="405e238c19f61b9e" providerId="LiveId" clId="{FDECEA60-4432-5C1E-B4FA-7BC519CADCB5}" dt="2026-04-12T02:35:28.813" v="163" actId="1076"/>
          <ac:spMkLst>
            <pc:docMk/>
            <pc:sldMk cId="3565797640" sldId="264"/>
            <ac:spMk id="5" creationId="{B5521B56-7430-1942-C0D8-0FFE877F5020}"/>
          </ac:spMkLst>
        </pc:spChg>
      </pc:sldChg>
      <pc:sldChg chg="modSp new mod modNotesTx">
        <pc:chgData name="Medhat Elmasry" userId="405e238c19f61b9e" providerId="LiveId" clId="{FDECEA60-4432-5C1E-B4FA-7BC519CADCB5}" dt="2026-04-12T02:37:01.332" v="180"/>
        <pc:sldMkLst>
          <pc:docMk/>
          <pc:sldMk cId="890168184" sldId="265"/>
        </pc:sldMkLst>
        <pc:spChg chg="mod">
          <ac:chgData name="Medhat Elmasry" userId="405e238c19f61b9e" providerId="LiveId" clId="{FDECEA60-4432-5C1E-B4FA-7BC519CADCB5}" dt="2026-04-12T02:36:23.620" v="167"/>
          <ac:spMkLst>
            <pc:docMk/>
            <pc:sldMk cId="890168184" sldId="265"/>
            <ac:spMk id="2" creationId="{8841AD79-F963-EA77-54D3-C72273585D7A}"/>
          </ac:spMkLst>
        </pc:spChg>
        <pc:spChg chg="mod">
          <ac:chgData name="Medhat Elmasry" userId="405e238c19f61b9e" providerId="LiveId" clId="{FDECEA60-4432-5C1E-B4FA-7BC519CADCB5}" dt="2026-04-12T02:36:44.411" v="179" actId="20577"/>
          <ac:spMkLst>
            <pc:docMk/>
            <pc:sldMk cId="890168184" sldId="265"/>
            <ac:spMk id="3" creationId="{DE49A3D8-0355-2E61-E13B-AF11FC0F64F6}"/>
          </ac:spMkLst>
        </pc:spChg>
      </pc:sldChg>
      <pc:sldChg chg="modSp add mod">
        <pc:chgData name="Medhat Elmasry" userId="405e238c19f61b9e" providerId="LiveId" clId="{FDECEA60-4432-5C1E-B4FA-7BC519CADCB5}" dt="2026-04-12T03:37:04.476" v="254" actId="1076"/>
        <pc:sldMkLst>
          <pc:docMk/>
          <pc:sldMk cId="1849498816" sldId="266"/>
        </pc:sldMkLst>
        <pc:spChg chg="mod">
          <ac:chgData name="Medhat Elmasry" userId="405e238c19f61b9e" providerId="LiveId" clId="{FDECEA60-4432-5C1E-B4FA-7BC519CADCB5}" dt="2026-04-12T03:36:46.208" v="250" actId="27636"/>
          <ac:spMkLst>
            <pc:docMk/>
            <pc:sldMk cId="1849498816" sldId="266"/>
            <ac:spMk id="3" creationId="{6ED82903-AE02-2F1A-F988-AB8EB48A3F78}"/>
          </ac:spMkLst>
        </pc:spChg>
        <pc:spChg chg="mod">
          <ac:chgData name="Medhat Elmasry" userId="405e238c19f61b9e" providerId="LiveId" clId="{FDECEA60-4432-5C1E-B4FA-7BC519CADCB5}" dt="2026-04-12T03:37:04.476" v="254" actId="1076"/>
          <ac:spMkLst>
            <pc:docMk/>
            <pc:sldMk cId="1849498816" sldId="266"/>
            <ac:spMk id="4" creationId="{CE290BEC-770B-3DE5-C810-F43AA798F9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7244E0-1FAB-DE47-BC4E-2EE6DC4FD203}" type="datetimeFigureOut">
              <a:rPr lang="en-US" smtClean="0"/>
              <a:t>4/11/26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6CFBA-ADF1-EF4E-998C-DEC550E949DC}" type="slidenum">
              <a:rPr lang="en-US" smtClean="0"/>
              <a:t>‹#›</a:t>
            </a:fld>
            <a:endParaRPr lang="en-US"/>
          </a:p>
        </p:txBody>
      </p:sp>
    </p:spTree>
    <p:extLst>
      <p:ext uri="{BB962C8B-B14F-4D97-AF65-F5344CB8AC3E}">
        <p14:creationId xmlns:p14="http://schemas.microsoft.com/office/powerpoint/2010/main" val="3329353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Localization is about presenting the same functionality in different spoken languages. Laravel’s localization layer sits between the request and the rendered view, choosing the correct translation files based on the active locale.</a:t>
            </a:r>
          </a:p>
        </p:txBody>
      </p:sp>
      <p:sp>
        <p:nvSpPr>
          <p:cNvPr id="4" name="Slide Number Placeholder 3"/>
          <p:cNvSpPr>
            <a:spLocks noGrp="1"/>
          </p:cNvSpPr>
          <p:nvPr>
            <p:ph type="sldNum" sz="quarter" idx="5"/>
          </p:nvPr>
        </p:nvSpPr>
        <p:spPr/>
        <p:txBody>
          <a:bodyPr/>
          <a:lstStyle/>
          <a:p>
            <a:fld id="{AAA6CFBA-ADF1-EF4E-998C-DEC550E949DC}" type="slidenum">
              <a:rPr lang="en-US" smtClean="0"/>
              <a:t>2</a:t>
            </a:fld>
            <a:endParaRPr lang="en-US"/>
          </a:p>
        </p:txBody>
      </p:sp>
    </p:spTree>
    <p:extLst>
      <p:ext uri="{BB962C8B-B14F-4D97-AF65-F5344CB8AC3E}">
        <p14:creationId xmlns:p14="http://schemas.microsoft.com/office/powerpoint/2010/main" val="2663265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64B8-2308-48FA-6C4B-1D8FC44F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F0234-6F72-31E0-40F1-917585945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81182-00B4-A83D-15ED-AD3AB52D9DC4}"/>
              </a:ext>
            </a:extLst>
          </p:cNvPr>
          <p:cNvSpPr>
            <a:spLocks noGrp="1"/>
          </p:cNvSpPr>
          <p:nvPr>
            <p:ph type="body" idx="1"/>
          </p:nvPr>
        </p:nvSpPr>
        <p:spPr/>
        <p:txBody>
          <a:bodyPr/>
          <a:lstStyle/>
          <a:p>
            <a:r>
              <a:rPr lang="en-US" dirty="0"/>
              <a:t>JSON translations are perfect for simple UI strings. Laravel automatically uses the English phrase as the lookup key.</a:t>
            </a:r>
          </a:p>
        </p:txBody>
      </p:sp>
      <p:sp>
        <p:nvSpPr>
          <p:cNvPr id="4" name="Slide Number Placeholder 3">
            <a:extLst>
              <a:ext uri="{FF2B5EF4-FFF2-40B4-BE49-F238E27FC236}">
                <a16:creationId xmlns:a16="http://schemas.microsoft.com/office/drawing/2014/main" id="{D4A0CD0B-7EF3-59B4-49F5-5CE67050B291}"/>
              </a:ext>
            </a:extLst>
          </p:cNvPr>
          <p:cNvSpPr>
            <a:spLocks noGrp="1"/>
          </p:cNvSpPr>
          <p:nvPr>
            <p:ph type="sldNum" sz="quarter" idx="5"/>
          </p:nvPr>
        </p:nvSpPr>
        <p:spPr/>
        <p:txBody>
          <a:bodyPr/>
          <a:lstStyle/>
          <a:p>
            <a:fld id="{AAA6CFBA-ADF1-EF4E-998C-DEC550E949DC}" type="slidenum">
              <a:rPr lang="en-US" smtClean="0"/>
              <a:t>4</a:t>
            </a:fld>
            <a:endParaRPr lang="en-US"/>
          </a:p>
        </p:txBody>
      </p:sp>
    </p:spTree>
    <p:extLst>
      <p:ext uri="{BB962C8B-B14F-4D97-AF65-F5344CB8AC3E}">
        <p14:creationId xmlns:p14="http://schemas.microsoft.com/office/powerpoint/2010/main" val="2989786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translations are perfect for simple UI strings. Laravel automatically uses the English phrase as the lookup key.</a:t>
            </a:r>
          </a:p>
        </p:txBody>
      </p:sp>
      <p:sp>
        <p:nvSpPr>
          <p:cNvPr id="4" name="Slide Number Placeholder 3"/>
          <p:cNvSpPr>
            <a:spLocks noGrp="1"/>
          </p:cNvSpPr>
          <p:nvPr>
            <p:ph type="sldNum" sz="quarter" idx="5"/>
          </p:nvPr>
        </p:nvSpPr>
        <p:spPr/>
        <p:txBody>
          <a:bodyPr/>
          <a:lstStyle/>
          <a:p>
            <a:fld id="{AAA6CFBA-ADF1-EF4E-998C-DEC550E949DC}" type="slidenum">
              <a:rPr lang="en-US" smtClean="0"/>
              <a:t>5</a:t>
            </a:fld>
            <a:endParaRPr lang="en-US"/>
          </a:p>
        </p:txBody>
      </p:sp>
    </p:spTree>
    <p:extLst>
      <p:ext uri="{BB962C8B-B14F-4D97-AF65-F5344CB8AC3E}">
        <p14:creationId xmlns:p14="http://schemas.microsoft.com/office/powerpoint/2010/main" val="3102046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Pluralization is essential for natural language output. Laravel supports ranges, which is especially useful for languages with complex plural rules.</a:t>
            </a:r>
          </a:p>
        </p:txBody>
      </p:sp>
      <p:sp>
        <p:nvSpPr>
          <p:cNvPr id="4" name="Slide Number Placeholder 3"/>
          <p:cNvSpPr>
            <a:spLocks noGrp="1"/>
          </p:cNvSpPr>
          <p:nvPr>
            <p:ph type="sldNum" sz="quarter" idx="5"/>
          </p:nvPr>
        </p:nvSpPr>
        <p:spPr/>
        <p:txBody>
          <a:bodyPr/>
          <a:lstStyle/>
          <a:p>
            <a:fld id="{AAA6CFBA-ADF1-EF4E-998C-DEC550E949DC}" type="slidenum">
              <a:rPr lang="en-US" smtClean="0"/>
              <a:t>7</a:t>
            </a:fld>
            <a:endParaRPr lang="en-US"/>
          </a:p>
        </p:txBody>
      </p:sp>
    </p:spTree>
    <p:extLst>
      <p:ext uri="{BB962C8B-B14F-4D97-AF65-F5344CB8AC3E}">
        <p14:creationId xmlns:p14="http://schemas.microsoft.com/office/powerpoint/2010/main" val="1493257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Locale switching is often done via middleware or user preferences stored in the database. This is a good place to introduce a “language switcher” UI.</a:t>
            </a:r>
          </a:p>
        </p:txBody>
      </p:sp>
      <p:sp>
        <p:nvSpPr>
          <p:cNvPr id="4" name="Slide Number Placeholder 3"/>
          <p:cNvSpPr>
            <a:spLocks noGrp="1"/>
          </p:cNvSpPr>
          <p:nvPr>
            <p:ph type="sldNum" sz="quarter" idx="5"/>
          </p:nvPr>
        </p:nvSpPr>
        <p:spPr/>
        <p:txBody>
          <a:bodyPr/>
          <a:lstStyle/>
          <a:p>
            <a:fld id="{AAA6CFBA-ADF1-EF4E-998C-DEC550E949DC}" type="slidenum">
              <a:rPr lang="en-US" smtClean="0"/>
              <a:t>8</a:t>
            </a:fld>
            <a:endParaRPr lang="en-US"/>
          </a:p>
        </p:txBody>
      </p:sp>
    </p:spTree>
    <p:extLst>
      <p:ext uri="{BB962C8B-B14F-4D97-AF65-F5344CB8AC3E}">
        <p14:creationId xmlns:p14="http://schemas.microsoft.com/office/powerpoint/2010/main" val="3909005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 ensures the locale is set early in the request lifecycle. This is the recommended pattern for multi-language apps.</a:t>
            </a:r>
          </a:p>
        </p:txBody>
      </p:sp>
      <p:sp>
        <p:nvSpPr>
          <p:cNvPr id="4" name="Slide Number Placeholder 3"/>
          <p:cNvSpPr>
            <a:spLocks noGrp="1"/>
          </p:cNvSpPr>
          <p:nvPr>
            <p:ph type="sldNum" sz="quarter" idx="5"/>
          </p:nvPr>
        </p:nvSpPr>
        <p:spPr/>
        <p:txBody>
          <a:bodyPr/>
          <a:lstStyle/>
          <a:p>
            <a:fld id="{AAA6CFBA-ADF1-EF4E-998C-DEC550E949DC}" type="slidenum">
              <a:rPr lang="en-US" smtClean="0"/>
              <a:t>9</a:t>
            </a:fld>
            <a:endParaRPr lang="en-US"/>
          </a:p>
        </p:txBody>
      </p:sp>
    </p:spTree>
    <p:extLst>
      <p:ext uri="{BB962C8B-B14F-4D97-AF65-F5344CB8AC3E}">
        <p14:creationId xmlns:p14="http://schemas.microsoft.com/office/powerpoint/2010/main" val="2613271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Localized routes improve SEO and user experience. Students should understand the tradeoff between localized URLs and maintaining a single canonical structure.</a:t>
            </a:r>
          </a:p>
        </p:txBody>
      </p:sp>
      <p:sp>
        <p:nvSpPr>
          <p:cNvPr id="4" name="Slide Number Placeholder 3"/>
          <p:cNvSpPr>
            <a:spLocks noGrp="1"/>
          </p:cNvSpPr>
          <p:nvPr>
            <p:ph type="sldNum" sz="quarter" idx="5"/>
          </p:nvPr>
        </p:nvSpPr>
        <p:spPr/>
        <p:txBody>
          <a:bodyPr/>
          <a:lstStyle/>
          <a:p>
            <a:fld id="{AAA6CFBA-ADF1-EF4E-998C-DEC550E949DC}" type="slidenum">
              <a:rPr lang="en-US" smtClean="0"/>
              <a:t>10</a:t>
            </a:fld>
            <a:endParaRPr lang="en-US"/>
          </a:p>
        </p:txBody>
      </p:sp>
    </p:spTree>
    <p:extLst>
      <p:ext uri="{BB962C8B-B14F-4D97-AF65-F5344CB8AC3E}">
        <p14:creationId xmlns:p14="http://schemas.microsoft.com/office/powerpoint/2010/main" val="1159571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Localization is not just technical—it’s a workflow. Encourage students to treat translations as part of the development pipeline, not an afterthought.</a:t>
            </a:r>
          </a:p>
        </p:txBody>
      </p:sp>
      <p:sp>
        <p:nvSpPr>
          <p:cNvPr id="4" name="Slide Number Placeholder 3"/>
          <p:cNvSpPr>
            <a:spLocks noGrp="1"/>
          </p:cNvSpPr>
          <p:nvPr>
            <p:ph type="sldNum" sz="quarter" idx="5"/>
          </p:nvPr>
        </p:nvSpPr>
        <p:spPr/>
        <p:txBody>
          <a:bodyPr/>
          <a:lstStyle/>
          <a:p>
            <a:fld id="{AAA6CFBA-ADF1-EF4E-998C-DEC550E949DC}" type="slidenum">
              <a:rPr lang="en-US" smtClean="0"/>
              <a:t>11</a:t>
            </a:fld>
            <a:endParaRPr lang="en-US"/>
          </a:p>
        </p:txBody>
      </p:sp>
    </p:spTree>
    <p:extLst>
      <p:ext uri="{BB962C8B-B14F-4D97-AF65-F5344CB8AC3E}">
        <p14:creationId xmlns:p14="http://schemas.microsoft.com/office/powerpoint/2010/main" val="124637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1921-552F-0719-004F-BC55D9D5E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6C20F5-8340-B517-5D8B-333600AD6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4A773C-8BDA-0772-9E3A-05983A1827A5}"/>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623225B1-3D2A-F54C-99B2-6C7FF439A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BBEA1-3362-F257-B0AD-0C2CEBA84CB4}"/>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168960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41D85-3A52-645B-DA48-FFA23E8A5B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3BE3AA-3505-E17F-C5DC-B61112D8D3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56ADD-41BA-D010-CAB8-0FDF2C2E74BB}"/>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D7A20E20-B717-6195-9E8E-7D6DE24EF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EED83-EC71-311F-788E-A4C4C3726197}"/>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3075475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22309-59DA-78F8-A0E8-3A9803855C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5593F-9E1B-D91D-D0B5-6255D4AB7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340D32-C328-0564-E9A5-D1105509640C}"/>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A2DBDDB1-E731-F4C3-7B37-BC8DD19E5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9E82AC-53F9-279A-D958-2960E7B4041C}"/>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3347959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2F2C-FABC-FD39-D4B7-DC9F8F73DA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ACD5A0-7BB1-EA81-2CF4-F70A2149C9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0816A0-0B11-8598-F49B-D7CE4F47A3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308AB0-2085-F453-5790-3361B92CD25A}"/>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6" name="Footer Placeholder 5">
            <a:extLst>
              <a:ext uri="{FF2B5EF4-FFF2-40B4-BE49-F238E27FC236}">
                <a16:creationId xmlns:a16="http://schemas.microsoft.com/office/drawing/2014/main" id="{7A76BA25-ED7A-B7BF-541A-4101CA3E41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B193EA-279C-A688-B3D0-58440C2A0710}"/>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172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BDA3-A685-E451-0CA6-01EE1CFF28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39B26F-B860-222B-B7AA-C3DA9C047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063ACD-21EC-EE33-7B2F-FC1253A4B0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1375BD-602A-7A15-90A4-07A8A7DB77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0E04FC-926E-0A05-BA64-9B8DB4A981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F02836-5EE4-E1EA-67EF-63F71158A735}"/>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8" name="Footer Placeholder 7">
            <a:extLst>
              <a:ext uri="{FF2B5EF4-FFF2-40B4-BE49-F238E27FC236}">
                <a16:creationId xmlns:a16="http://schemas.microsoft.com/office/drawing/2014/main" id="{A5BCE461-3E44-DA64-C38C-32C684BE6E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4A27FE-48A7-5D23-9FEC-944588FA89A1}"/>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3849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6F1A-0EFB-7415-6C7D-B64D03C4DE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01EF58-4F30-E661-6E67-EFA8DF959434}"/>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4" name="Footer Placeholder 3">
            <a:extLst>
              <a:ext uri="{FF2B5EF4-FFF2-40B4-BE49-F238E27FC236}">
                <a16:creationId xmlns:a16="http://schemas.microsoft.com/office/drawing/2014/main" id="{A5453769-062F-56F7-0A1B-CF3FD600DB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9A7EFF-E5D7-DE01-8FD1-CE89A9A21D87}"/>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266178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E0C29-B6A4-A023-1F23-3956459B0D61}"/>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3" name="Footer Placeholder 2">
            <a:extLst>
              <a:ext uri="{FF2B5EF4-FFF2-40B4-BE49-F238E27FC236}">
                <a16:creationId xmlns:a16="http://schemas.microsoft.com/office/drawing/2014/main" id="{4DB0F2B5-0371-9754-6A30-68174DB5C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3D1F03-1793-B889-4B88-DDACFBF5DDCA}"/>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1752528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3CB0-252F-84C5-7E72-8F755EA94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CDA6CD-40A0-9FA2-5656-0EE349ED25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CB7072-A372-D291-6A1C-FD62857B0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CF849-0B9D-7159-1931-1F20FEE63377}"/>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6" name="Footer Placeholder 5">
            <a:extLst>
              <a:ext uri="{FF2B5EF4-FFF2-40B4-BE49-F238E27FC236}">
                <a16:creationId xmlns:a16="http://schemas.microsoft.com/office/drawing/2014/main" id="{F69007F6-7EF1-8729-6B59-218EEBA5B1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765F4A-2245-C8F8-9CD4-2CEB3A7EA9AB}"/>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242864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F3DB-9D93-5C9C-E436-C638D94B6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C22B6A-F37D-FB4B-484C-A516716A3F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821AAE-4499-6401-3327-F3D9DCA6E9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BA4AC-39DD-8EEC-1198-DC955FD9DAF5}"/>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6" name="Footer Placeholder 5">
            <a:extLst>
              <a:ext uri="{FF2B5EF4-FFF2-40B4-BE49-F238E27FC236}">
                <a16:creationId xmlns:a16="http://schemas.microsoft.com/office/drawing/2014/main" id="{2540301C-619E-5A5B-7EF2-95D9A4CC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34E0D5-5DA7-B31A-C70F-F46484863836}"/>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2655492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8D241-724B-7936-9ECF-42A19A9F7F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BA536F-9AF5-C144-E32B-9280616DC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8AECDC-DD84-DAE4-98AB-5656BA4D1DB1}"/>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EDDDDCFF-6759-CA41-07D0-F8112E185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2C4A6-CF50-1E38-75D3-5883803AA1F2}"/>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3734789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8AE96F-26E3-055B-2E2A-664F75EBCE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272B68-382B-C12B-CE76-15EEAFE774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FB2E26-4B12-A14F-0E8E-01BCBD9A4337}"/>
              </a:ext>
            </a:extLst>
          </p:cNvPr>
          <p:cNvSpPr>
            <a:spLocks noGrp="1"/>
          </p:cNvSpPr>
          <p:nvPr>
            <p:ph type="dt" sz="half" idx="10"/>
          </p:nvPr>
        </p:nvSpPr>
        <p:spPr/>
        <p:txBody>
          <a:body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7A9D728A-7D82-C298-6534-F8025E365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DBEC6-B7A6-2845-DA20-A04C9A4EC1A8}"/>
              </a:ext>
            </a:extLst>
          </p:cNvPr>
          <p:cNvSpPr>
            <a:spLocks noGrp="1"/>
          </p:cNvSpPr>
          <p:nvPr>
            <p:ph type="sldNum" sz="quarter" idx="12"/>
          </p:nvPr>
        </p:nvSpPr>
        <p:spPr/>
        <p:txBody>
          <a:bodyPr/>
          <a:lstStyle/>
          <a:p>
            <a:fld id="{07B88108-89F9-854A-8F3A-8AE8D79A7A93}" type="slidenum">
              <a:rPr lang="en-US" smtClean="0"/>
              <a:t>‹#›</a:t>
            </a:fld>
            <a:endParaRPr lang="en-US"/>
          </a:p>
        </p:txBody>
      </p:sp>
    </p:spTree>
    <p:extLst>
      <p:ext uri="{BB962C8B-B14F-4D97-AF65-F5344CB8AC3E}">
        <p14:creationId xmlns:p14="http://schemas.microsoft.com/office/powerpoint/2010/main" val="2339773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423A6-1E7E-2690-31C5-EA4EE594C1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F477E8-28A5-0097-976A-3491EE8EE6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75742C-FC9F-6C44-C82D-E3FE21F2A2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015A3B-E1D6-5244-989F-F3AB8D6EDB96}" type="datetimeFigureOut">
              <a:rPr lang="en-US" smtClean="0"/>
              <a:t>4/11/26</a:t>
            </a:fld>
            <a:endParaRPr lang="en-US"/>
          </a:p>
        </p:txBody>
      </p:sp>
      <p:sp>
        <p:nvSpPr>
          <p:cNvPr id="5" name="Footer Placeholder 4">
            <a:extLst>
              <a:ext uri="{FF2B5EF4-FFF2-40B4-BE49-F238E27FC236}">
                <a16:creationId xmlns:a16="http://schemas.microsoft.com/office/drawing/2014/main" id="{9308159D-D2E7-92BA-D9D5-323CA918B8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6AC5BD-588B-179F-6A29-89B287937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B88108-89F9-854A-8F3A-8AE8D79A7A93}" type="slidenum">
              <a:rPr lang="en-US" smtClean="0"/>
              <a:t>‹#›</a:t>
            </a:fld>
            <a:endParaRPr lang="en-US"/>
          </a:p>
        </p:txBody>
      </p:sp>
    </p:spTree>
    <p:extLst>
      <p:ext uri="{BB962C8B-B14F-4D97-AF65-F5344CB8AC3E}">
        <p14:creationId xmlns:p14="http://schemas.microsoft.com/office/powerpoint/2010/main" val="57942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8AB2-2444-0429-1072-E01627D0F1D1}"/>
              </a:ext>
            </a:extLst>
          </p:cNvPr>
          <p:cNvSpPr>
            <a:spLocks noGrp="1"/>
          </p:cNvSpPr>
          <p:nvPr>
            <p:ph type="ctrTitle"/>
          </p:nvPr>
        </p:nvSpPr>
        <p:spPr/>
        <p:txBody>
          <a:bodyPr/>
          <a:lstStyle/>
          <a:p>
            <a:r>
              <a:rPr lang="en-US" dirty="0"/>
              <a:t>Localization in Laravel</a:t>
            </a:r>
          </a:p>
        </p:txBody>
      </p:sp>
      <p:sp>
        <p:nvSpPr>
          <p:cNvPr id="3" name="Subtitle 2">
            <a:extLst>
              <a:ext uri="{FF2B5EF4-FFF2-40B4-BE49-F238E27FC236}">
                <a16:creationId xmlns:a16="http://schemas.microsoft.com/office/drawing/2014/main" id="{4507CCF0-7A74-6A96-269E-48D83789F96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671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7AE7-B735-CCCF-BD47-63FCB7E4CD3A}"/>
              </a:ext>
            </a:extLst>
          </p:cNvPr>
          <p:cNvSpPr>
            <a:spLocks noGrp="1"/>
          </p:cNvSpPr>
          <p:nvPr>
            <p:ph type="title"/>
          </p:nvPr>
        </p:nvSpPr>
        <p:spPr/>
        <p:txBody>
          <a:bodyPr/>
          <a:lstStyle/>
          <a:p>
            <a:r>
              <a:rPr lang="en-US" dirty="0"/>
              <a:t>What Is Localization in Laravel</a:t>
            </a:r>
          </a:p>
        </p:txBody>
      </p:sp>
      <p:sp>
        <p:nvSpPr>
          <p:cNvPr id="3" name="Content Placeholder 2">
            <a:extLst>
              <a:ext uri="{FF2B5EF4-FFF2-40B4-BE49-F238E27FC236}">
                <a16:creationId xmlns:a16="http://schemas.microsoft.com/office/drawing/2014/main" id="{21EB06EA-5D8D-C4B8-ED1E-DBE4D24B42A2}"/>
              </a:ext>
            </a:extLst>
          </p:cNvPr>
          <p:cNvSpPr>
            <a:spLocks noGrp="1"/>
          </p:cNvSpPr>
          <p:nvPr>
            <p:ph idx="1"/>
          </p:nvPr>
        </p:nvSpPr>
        <p:spPr/>
        <p:txBody>
          <a:bodyPr/>
          <a:lstStyle/>
          <a:p>
            <a:r>
              <a:rPr lang="en-US" dirty="0"/>
              <a:t>Localization = adapting your app to different languages, regions, and cultures</a:t>
            </a:r>
          </a:p>
          <a:p>
            <a:r>
              <a:rPr lang="en-US" dirty="0"/>
              <a:t>Laravel provides a clean, file‑based translation system</a:t>
            </a:r>
          </a:p>
          <a:p>
            <a:r>
              <a:rPr lang="en-US" dirty="0"/>
              <a:t>Supports strings, pluralization, JSON translations, and runtime switching</a:t>
            </a:r>
          </a:p>
        </p:txBody>
      </p:sp>
    </p:spTree>
    <p:extLst>
      <p:ext uri="{BB962C8B-B14F-4D97-AF65-F5344CB8AC3E}">
        <p14:creationId xmlns:p14="http://schemas.microsoft.com/office/powerpoint/2010/main" val="3390183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9488B-A36D-20C3-DA1E-EF9D5544302A}"/>
              </a:ext>
            </a:extLst>
          </p:cNvPr>
          <p:cNvSpPr>
            <a:spLocks noGrp="1"/>
          </p:cNvSpPr>
          <p:nvPr>
            <p:ph type="title"/>
          </p:nvPr>
        </p:nvSpPr>
        <p:spPr/>
        <p:txBody>
          <a:bodyPr/>
          <a:lstStyle/>
          <a:p>
            <a:r>
              <a:rPr lang="en-US" dirty="0"/>
              <a:t>Laravel Localization Directory Structure</a:t>
            </a:r>
          </a:p>
        </p:txBody>
      </p:sp>
      <p:sp>
        <p:nvSpPr>
          <p:cNvPr id="3" name="Content Placeholder 2">
            <a:extLst>
              <a:ext uri="{FF2B5EF4-FFF2-40B4-BE49-F238E27FC236}">
                <a16:creationId xmlns:a16="http://schemas.microsoft.com/office/drawing/2014/main" id="{40D87F68-EDC5-399D-4569-E36C1BDD1DC2}"/>
              </a:ext>
            </a:extLst>
          </p:cNvPr>
          <p:cNvSpPr>
            <a:spLocks noGrp="1"/>
          </p:cNvSpPr>
          <p:nvPr>
            <p:ph idx="1"/>
          </p:nvPr>
        </p:nvSpPr>
        <p:spPr/>
        <p:txBody>
          <a:bodyPr>
            <a:normAutofit/>
          </a:bodyPr>
          <a:lstStyle/>
          <a:p>
            <a:r>
              <a:rPr lang="en-US" dirty="0"/>
              <a:t>All language files live in resources/lang/</a:t>
            </a:r>
          </a:p>
          <a:p>
            <a:r>
              <a:rPr lang="en-US" dirty="0"/>
              <a:t>Each locale has its own folder:</a:t>
            </a:r>
          </a:p>
          <a:p>
            <a:pPr marL="457200" lvl="1" indent="0">
              <a:buNone/>
            </a:pPr>
            <a:r>
              <a:rPr lang="en-US" dirty="0"/>
              <a:t>resources/lang/</a:t>
            </a:r>
            <a:r>
              <a:rPr lang="en-US" dirty="0" err="1"/>
              <a:t>en</a:t>
            </a:r>
            <a:endParaRPr lang="en-US" dirty="0"/>
          </a:p>
          <a:p>
            <a:pPr marL="457200" lvl="1" indent="0">
              <a:buNone/>
            </a:pPr>
            <a:r>
              <a:rPr lang="en-US" dirty="0"/>
              <a:t>resources/lang/</a:t>
            </a:r>
            <a:r>
              <a:rPr lang="en-US" dirty="0" err="1"/>
              <a:t>fr</a:t>
            </a:r>
            <a:endParaRPr lang="en-US" dirty="0"/>
          </a:p>
          <a:p>
            <a:pPr marL="457200" lvl="1" indent="0">
              <a:buNone/>
            </a:pPr>
            <a:r>
              <a:rPr lang="en-US" dirty="0"/>
              <a:t>resources/lang/de</a:t>
            </a:r>
          </a:p>
          <a:p>
            <a:r>
              <a:rPr lang="en-US" dirty="0"/>
              <a:t>Each locale has its own file with JSON translations:</a:t>
            </a:r>
          </a:p>
          <a:p>
            <a:pPr marL="457200" lvl="1" indent="0">
              <a:buNone/>
            </a:pPr>
            <a:r>
              <a:rPr lang="en-US" dirty="0"/>
              <a:t>resources/lang/</a:t>
            </a:r>
            <a:r>
              <a:rPr lang="en-US" dirty="0" err="1"/>
              <a:t>en.json</a:t>
            </a:r>
            <a:endParaRPr lang="en-US" dirty="0"/>
          </a:p>
          <a:p>
            <a:pPr marL="457200" lvl="1" indent="0">
              <a:buNone/>
            </a:pPr>
            <a:r>
              <a:rPr lang="en-US" dirty="0"/>
              <a:t>resources/lang/</a:t>
            </a:r>
            <a:r>
              <a:rPr lang="en-US" dirty="0" err="1"/>
              <a:t>fr.json</a:t>
            </a:r>
            <a:endParaRPr lang="en-US" dirty="0"/>
          </a:p>
          <a:p>
            <a:pPr marL="457200" lvl="1" indent="0">
              <a:buNone/>
            </a:pPr>
            <a:r>
              <a:rPr lang="en-US" dirty="0"/>
              <a:t>resources/lang/</a:t>
            </a:r>
            <a:r>
              <a:rPr lang="en-US" dirty="0" err="1"/>
              <a:t>de.json</a:t>
            </a:r>
            <a:endParaRPr lang="en-US" dirty="0"/>
          </a:p>
        </p:txBody>
      </p:sp>
    </p:spTree>
    <p:extLst>
      <p:ext uri="{BB962C8B-B14F-4D97-AF65-F5344CB8AC3E}">
        <p14:creationId xmlns:p14="http://schemas.microsoft.com/office/powerpoint/2010/main" val="232975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D110-1398-1A02-BB92-C02DE8645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C9794-5F97-79EE-C50E-6B3F7AA892A7}"/>
              </a:ext>
            </a:extLst>
          </p:cNvPr>
          <p:cNvSpPr>
            <a:spLocks noGrp="1"/>
          </p:cNvSpPr>
          <p:nvPr>
            <p:ph type="title"/>
          </p:nvPr>
        </p:nvSpPr>
        <p:spPr/>
        <p:txBody>
          <a:bodyPr/>
          <a:lstStyle/>
          <a:p>
            <a:r>
              <a:rPr lang="en-US" dirty="0"/>
              <a:t>Using JSON Translation Files</a:t>
            </a:r>
          </a:p>
        </p:txBody>
      </p:sp>
      <p:sp>
        <p:nvSpPr>
          <p:cNvPr id="3" name="Content Placeholder 2">
            <a:extLst>
              <a:ext uri="{FF2B5EF4-FFF2-40B4-BE49-F238E27FC236}">
                <a16:creationId xmlns:a16="http://schemas.microsoft.com/office/drawing/2014/main" id="{6ED82903-AE02-2F1A-F988-AB8EB48A3F78}"/>
              </a:ext>
            </a:extLst>
          </p:cNvPr>
          <p:cNvSpPr>
            <a:spLocks noGrp="1"/>
          </p:cNvSpPr>
          <p:nvPr>
            <p:ph idx="1"/>
          </p:nvPr>
        </p:nvSpPr>
        <p:spPr>
          <a:xfrm>
            <a:off x="838200" y="1825625"/>
            <a:ext cx="10515600" cy="1325563"/>
          </a:xfrm>
        </p:spPr>
        <p:txBody>
          <a:bodyPr>
            <a:normAutofit/>
          </a:bodyPr>
          <a:lstStyle/>
          <a:p>
            <a:r>
              <a:rPr lang="en-US" dirty="0"/>
              <a:t>PHP translation files return associative arrays</a:t>
            </a:r>
          </a:p>
          <a:p>
            <a:r>
              <a:rPr lang="en-US" dirty="0"/>
              <a:t>Example: resources/lang/</a:t>
            </a:r>
            <a:r>
              <a:rPr lang="en-US" dirty="0" err="1"/>
              <a:t>en</a:t>
            </a:r>
            <a:r>
              <a:rPr lang="en-US" dirty="0"/>
              <a:t>/</a:t>
            </a:r>
            <a:r>
              <a:rPr lang="en-US" dirty="0" err="1"/>
              <a:t>messages.php</a:t>
            </a:r>
            <a:endParaRPr lang="en-US" dirty="0"/>
          </a:p>
        </p:txBody>
      </p:sp>
      <p:sp>
        <p:nvSpPr>
          <p:cNvPr id="4" name="TextBox 3">
            <a:extLst>
              <a:ext uri="{FF2B5EF4-FFF2-40B4-BE49-F238E27FC236}">
                <a16:creationId xmlns:a16="http://schemas.microsoft.com/office/drawing/2014/main" id="{CE290BEC-770B-3DE5-C810-F43AA798F936}"/>
              </a:ext>
            </a:extLst>
          </p:cNvPr>
          <p:cNvSpPr txBox="1"/>
          <p:nvPr/>
        </p:nvSpPr>
        <p:spPr>
          <a:xfrm>
            <a:off x="2680854" y="3429000"/>
            <a:ext cx="6830291" cy="923330"/>
          </a:xfrm>
          <a:prstGeom prst="rect">
            <a:avLst/>
          </a:prstGeom>
          <a:noFill/>
        </p:spPr>
        <p:txBody>
          <a:bodyPr wrap="square" rtlCol="0">
            <a:spAutoFit/>
          </a:bodyPr>
          <a:lstStyle/>
          <a:p>
            <a:r>
              <a:rPr lang="en-US" dirty="0">
                <a:latin typeface="Lucida Console" panose="020B0609040504020204" pitchFamily="49" charset="0"/>
              </a:rPr>
              <a:t>return [</a:t>
            </a:r>
          </a:p>
          <a:p>
            <a:r>
              <a:rPr lang="en-US" dirty="0">
                <a:latin typeface="Lucida Console" panose="020B0609040504020204" pitchFamily="49" charset="0"/>
              </a:rPr>
              <a:t>    'welcome' =&gt; 'Welcome to our application',</a:t>
            </a:r>
          </a:p>
          <a:p>
            <a:r>
              <a:rPr lang="en-US" dirty="0">
                <a:latin typeface="Lucida Console" panose="020B0609040504020204" pitchFamily="49" charset="0"/>
              </a:rPr>
              <a:t>];</a:t>
            </a:r>
          </a:p>
        </p:txBody>
      </p:sp>
    </p:spTree>
    <p:extLst>
      <p:ext uri="{BB962C8B-B14F-4D97-AF65-F5344CB8AC3E}">
        <p14:creationId xmlns:p14="http://schemas.microsoft.com/office/powerpoint/2010/main" val="1849498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D59DF-8B10-53B4-6D3D-CEC506B8D002}"/>
              </a:ext>
            </a:extLst>
          </p:cNvPr>
          <p:cNvSpPr>
            <a:spLocks noGrp="1"/>
          </p:cNvSpPr>
          <p:nvPr>
            <p:ph type="title"/>
          </p:nvPr>
        </p:nvSpPr>
        <p:spPr/>
        <p:txBody>
          <a:bodyPr/>
          <a:lstStyle/>
          <a:p>
            <a:r>
              <a:rPr lang="en-US" dirty="0"/>
              <a:t>Using JSON Translation Files</a:t>
            </a:r>
          </a:p>
        </p:txBody>
      </p:sp>
      <p:sp>
        <p:nvSpPr>
          <p:cNvPr id="3" name="Content Placeholder 2">
            <a:extLst>
              <a:ext uri="{FF2B5EF4-FFF2-40B4-BE49-F238E27FC236}">
                <a16:creationId xmlns:a16="http://schemas.microsoft.com/office/drawing/2014/main" id="{82E952FB-0204-D803-59AE-02A11735DB6C}"/>
              </a:ext>
            </a:extLst>
          </p:cNvPr>
          <p:cNvSpPr>
            <a:spLocks noGrp="1"/>
          </p:cNvSpPr>
          <p:nvPr>
            <p:ph idx="1"/>
          </p:nvPr>
        </p:nvSpPr>
        <p:spPr>
          <a:xfrm>
            <a:off x="838200" y="1825625"/>
            <a:ext cx="10515600" cy="1325563"/>
          </a:xfrm>
        </p:spPr>
        <p:txBody>
          <a:bodyPr/>
          <a:lstStyle/>
          <a:p>
            <a:r>
              <a:rPr lang="en-US" dirty="0"/>
              <a:t>JSON files allow key‑less translations</a:t>
            </a:r>
          </a:p>
          <a:p>
            <a:r>
              <a:rPr lang="en-US" dirty="0"/>
              <a:t>Example: resources/lang/</a:t>
            </a:r>
            <a:r>
              <a:rPr lang="en-US" dirty="0" err="1"/>
              <a:t>es.json</a:t>
            </a:r>
            <a:endParaRPr lang="en-US" dirty="0"/>
          </a:p>
        </p:txBody>
      </p:sp>
      <p:sp>
        <p:nvSpPr>
          <p:cNvPr id="4" name="TextBox 3">
            <a:extLst>
              <a:ext uri="{FF2B5EF4-FFF2-40B4-BE49-F238E27FC236}">
                <a16:creationId xmlns:a16="http://schemas.microsoft.com/office/drawing/2014/main" id="{E6552C83-8E17-4368-6F40-7EC3F6293BDF}"/>
              </a:ext>
            </a:extLst>
          </p:cNvPr>
          <p:cNvSpPr txBox="1"/>
          <p:nvPr/>
        </p:nvSpPr>
        <p:spPr>
          <a:xfrm>
            <a:off x="3283527" y="3429000"/>
            <a:ext cx="5624946" cy="1200329"/>
          </a:xfrm>
          <a:prstGeom prst="rect">
            <a:avLst/>
          </a:prstGeom>
          <a:noFill/>
        </p:spPr>
        <p:txBody>
          <a:bodyPr wrap="square" rtlCol="0">
            <a:spAutoFit/>
          </a:bodyPr>
          <a:lstStyle/>
          <a:p>
            <a:r>
              <a:rPr lang="en-US" dirty="0">
                <a:latin typeface="Lucida Console" panose="020B0609040504020204" pitchFamily="49" charset="0"/>
              </a:rPr>
              <a:t>{</a:t>
            </a:r>
          </a:p>
          <a:p>
            <a:r>
              <a:rPr lang="en-US" dirty="0">
                <a:latin typeface="Lucida Console" panose="020B0609040504020204" pitchFamily="49" charset="0"/>
              </a:rPr>
              <a:t>    "Login": "</a:t>
            </a:r>
            <a:r>
              <a:rPr lang="en-US" dirty="0" err="1">
                <a:latin typeface="Lucida Console" panose="020B0609040504020204" pitchFamily="49" charset="0"/>
              </a:rPr>
              <a:t>Iniciar</a:t>
            </a:r>
            <a:r>
              <a:rPr lang="en-US" dirty="0">
                <a:latin typeface="Lucida Console" panose="020B0609040504020204" pitchFamily="49" charset="0"/>
              </a:rPr>
              <a:t> </a:t>
            </a:r>
            <a:r>
              <a:rPr lang="en-US" dirty="0" err="1">
                <a:latin typeface="Lucida Console" panose="020B0609040504020204" pitchFamily="49" charset="0"/>
              </a:rPr>
              <a:t>sesión</a:t>
            </a:r>
            <a:r>
              <a:rPr lang="en-US" dirty="0">
                <a:latin typeface="Lucida Console" panose="020B0609040504020204" pitchFamily="49" charset="0"/>
              </a:rPr>
              <a:t>",</a:t>
            </a:r>
          </a:p>
          <a:p>
            <a:r>
              <a:rPr lang="en-US" dirty="0">
                <a:latin typeface="Lucida Console" panose="020B0609040504020204" pitchFamily="49" charset="0"/>
              </a:rPr>
              <a:t>    "Logout": "</a:t>
            </a:r>
            <a:r>
              <a:rPr lang="en-US" dirty="0" err="1">
                <a:latin typeface="Lucida Console" panose="020B0609040504020204" pitchFamily="49" charset="0"/>
              </a:rPr>
              <a:t>Cerrar</a:t>
            </a:r>
            <a:r>
              <a:rPr lang="en-US" dirty="0">
                <a:latin typeface="Lucida Console" panose="020B0609040504020204" pitchFamily="49" charset="0"/>
              </a:rPr>
              <a:t> </a:t>
            </a:r>
            <a:r>
              <a:rPr lang="en-US" dirty="0" err="1">
                <a:latin typeface="Lucida Console" panose="020B0609040504020204" pitchFamily="49" charset="0"/>
              </a:rPr>
              <a:t>sesión</a:t>
            </a:r>
            <a:r>
              <a:rPr lang="en-US" dirty="0">
                <a:latin typeface="Lucida Console" panose="020B0609040504020204" pitchFamily="49" charset="0"/>
              </a:rPr>
              <a:t>"</a:t>
            </a:r>
          </a:p>
          <a:p>
            <a:r>
              <a:rPr lang="en-US" dirty="0">
                <a:latin typeface="Lucida Console" panose="020B0609040504020204" pitchFamily="49" charset="0"/>
              </a:rPr>
              <a:t>}</a:t>
            </a:r>
          </a:p>
        </p:txBody>
      </p:sp>
    </p:spTree>
    <p:extLst>
      <p:ext uri="{BB962C8B-B14F-4D97-AF65-F5344CB8AC3E}">
        <p14:creationId xmlns:p14="http://schemas.microsoft.com/office/powerpoint/2010/main" val="1116369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226B8-199E-DB52-41CE-FDE618BE2A24}"/>
              </a:ext>
            </a:extLst>
          </p:cNvPr>
          <p:cNvSpPr>
            <a:spLocks noGrp="1"/>
          </p:cNvSpPr>
          <p:nvPr>
            <p:ph type="title"/>
          </p:nvPr>
        </p:nvSpPr>
        <p:spPr/>
        <p:txBody>
          <a:bodyPr/>
          <a:lstStyle/>
          <a:p>
            <a:r>
              <a:rPr lang="en-US" dirty="0"/>
              <a:t>Retrieving Translations</a:t>
            </a:r>
          </a:p>
        </p:txBody>
      </p:sp>
      <p:sp>
        <p:nvSpPr>
          <p:cNvPr id="3" name="Content Placeholder 2">
            <a:extLst>
              <a:ext uri="{FF2B5EF4-FFF2-40B4-BE49-F238E27FC236}">
                <a16:creationId xmlns:a16="http://schemas.microsoft.com/office/drawing/2014/main" id="{DB2D8353-19D0-7BA4-2226-62A7A0A943BC}"/>
              </a:ext>
            </a:extLst>
          </p:cNvPr>
          <p:cNvSpPr>
            <a:spLocks noGrp="1"/>
          </p:cNvSpPr>
          <p:nvPr>
            <p:ph idx="1"/>
          </p:nvPr>
        </p:nvSpPr>
        <p:spPr/>
        <p:txBody>
          <a:bodyPr/>
          <a:lstStyle/>
          <a:p>
            <a:r>
              <a:rPr lang="en-US" dirty="0"/>
              <a:t>Blade: </a:t>
            </a:r>
            <a:r>
              <a:rPr lang="en-US" dirty="0">
                <a:latin typeface="Lucida Console" panose="020B0609040504020204" pitchFamily="49" charset="0"/>
              </a:rPr>
              <a:t>{{ __('</a:t>
            </a:r>
            <a:r>
              <a:rPr lang="en-US" dirty="0" err="1">
                <a:latin typeface="Lucida Console" panose="020B0609040504020204" pitchFamily="49" charset="0"/>
              </a:rPr>
              <a:t>messages.welcome</a:t>
            </a:r>
            <a:r>
              <a:rPr lang="en-US" dirty="0">
                <a:latin typeface="Lucida Console" panose="020B0609040504020204" pitchFamily="49" charset="0"/>
              </a:rPr>
              <a:t>') }}</a:t>
            </a:r>
          </a:p>
          <a:p>
            <a:r>
              <a:rPr lang="en-US" dirty="0"/>
              <a:t>PHP: </a:t>
            </a:r>
            <a:r>
              <a:rPr lang="en-US" dirty="0">
                <a:latin typeface="Lucida Console" panose="020B0609040504020204" pitchFamily="49" charset="0"/>
              </a:rPr>
              <a:t>__('</a:t>
            </a:r>
            <a:r>
              <a:rPr lang="en-US" dirty="0" err="1">
                <a:latin typeface="Lucida Console" panose="020B0609040504020204" pitchFamily="49" charset="0"/>
              </a:rPr>
              <a:t>messages.welcome</a:t>
            </a:r>
            <a:r>
              <a:rPr lang="en-US" dirty="0">
                <a:latin typeface="Lucida Console" panose="020B0609040504020204" pitchFamily="49" charset="0"/>
              </a:rPr>
              <a:t>')</a:t>
            </a:r>
          </a:p>
          <a:p>
            <a:r>
              <a:rPr lang="en-US" dirty="0"/>
              <a:t>Choice-based pluralization: </a:t>
            </a:r>
          </a:p>
          <a:p>
            <a:pPr marL="0" indent="0">
              <a:buNone/>
            </a:pPr>
            <a:r>
              <a:rPr lang="en-US" dirty="0" err="1">
                <a:latin typeface="Lucida Console" panose="020B0609040504020204" pitchFamily="49" charset="0"/>
              </a:rPr>
              <a:t>trans_choice</a:t>
            </a:r>
            <a:r>
              <a:rPr lang="en-US" dirty="0">
                <a:latin typeface="Lucida Console" panose="020B0609040504020204" pitchFamily="49" charset="0"/>
              </a:rPr>
              <a:t>('</a:t>
            </a:r>
            <a:r>
              <a:rPr lang="en-US" dirty="0" err="1">
                <a:latin typeface="Lucida Console" panose="020B0609040504020204" pitchFamily="49" charset="0"/>
              </a:rPr>
              <a:t>messages.apples</a:t>
            </a:r>
            <a:r>
              <a:rPr lang="en-US" dirty="0">
                <a:latin typeface="Lucida Console" panose="020B0609040504020204" pitchFamily="49" charset="0"/>
              </a:rPr>
              <a:t>', $count)</a:t>
            </a:r>
          </a:p>
        </p:txBody>
      </p:sp>
    </p:spTree>
    <p:extLst>
      <p:ext uri="{BB962C8B-B14F-4D97-AF65-F5344CB8AC3E}">
        <p14:creationId xmlns:p14="http://schemas.microsoft.com/office/powerpoint/2010/main" val="100606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EB3C-8CB2-8700-FB1B-13F51C73927A}"/>
              </a:ext>
            </a:extLst>
          </p:cNvPr>
          <p:cNvSpPr>
            <a:spLocks noGrp="1"/>
          </p:cNvSpPr>
          <p:nvPr>
            <p:ph type="title"/>
          </p:nvPr>
        </p:nvSpPr>
        <p:spPr/>
        <p:txBody>
          <a:bodyPr/>
          <a:lstStyle/>
          <a:p>
            <a:r>
              <a:rPr lang="en-US" dirty="0"/>
              <a:t>Pluralization</a:t>
            </a:r>
          </a:p>
        </p:txBody>
      </p:sp>
      <p:sp>
        <p:nvSpPr>
          <p:cNvPr id="3" name="Content Placeholder 2">
            <a:extLst>
              <a:ext uri="{FF2B5EF4-FFF2-40B4-BE49-F238E27FC236}">
                <a16:creationId xmlns:a16="http://schemas.microsoft.com/office/drawing/2014/main" id="{BFFA8FAA-251F-0817-D46A-244E73A986D5}"/>
              </a:ext>
            </a:extLst>
          </p:cNvPr>
          <p:cNvSpPr>
            <a:spLocks noGrp="1"/>
          </p:cNvSpPr>
          <p:nvPr>
            <p:ph idx="1"/>
          </p:nvPr>
        </p:nvSpPr>
        <p:spPr>
          <a:xfrm>
            <a:off x="838200" y="1825625"/>
            <a:ext cx="10515600" cy="779030"/>
          </a:xfrm>
        </p:spPr>
        <p:txBody>
          <a:bodyPr/>
          <a:lstStyle/>
          <a:p>
            <a:r>
              <a:rPr lang="en-US" dirty="0"/>
              <a:t>Laravel supports plural rules using | syntax</a:t>
            </a:r>
          </a:p>
        </p:txBody>
      </p:sp>
      <p:sp>
        <p:nvSpPr>
          <p:cNvPr id="5" name="TextBox 4">
            <a:extLst>
              <a:ext uri="{FF2B5EF4-FFF2-40B4-BE49-F238E27FC236}">
                <a16:creationId xmlns:a16="http://schemas.microsoft.com/office/drawing/2014/main" id="{90066DCB-16DC-5E03-11D0-69FBC19D65D7}"/>
              </a:ext>
            </a:extLst>
          </p:cNvPr>
          <p:cNvSpPr txBox="1"/>
          <p:nvPr/>
        </p:nvSpPr>
        <p:spPr>
          <a:xfrm>
            <a:off x="1662545" y="3244334"/>
            <a:ext cx="8866909" cy="369332"/>
          </a:xfrm>
          <a:prstGeom prst="rect">
            <a:avLst/>
          </a:prstGeom>
          <a:noFill/>
        </p:spPr>
        <p:txBody>
          <a:bodyPr wrap="square">
            <a:spAutoFit/>
          </a:bodyPr>
          <a:lstStyle/>
          <a:p>
            <a:r>
              <a:rPr lang="en-US" dirty="0">
                <a:latin typeface="Lucida Console" panose="020B0609040504020204" pitchFamily="49" charset="0"/>
              </a:rPr>
              <a:t>'apples' =&gt; '{0} No apples|{1} One apple|[2,*] :count apples'</a:t>
            </a:r>
          </a:p>
        </p:txBody>
      </p:sp>
    </p:spTree>
    <p:extLst>
      <p:ext uri="{BB962C8B-B14F-4D97-AF65-F5344CB8AC3E}">
        <p14:creationId xmlns:p14="http://schemas.microsoft.com/office/powerpoint/2010/main" val="238115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A25A-9F9B-E044-0CFD-2AA3DB30A712}"/>
              </a:ext>
            </a:extLst>
          </p:cNvPr>
          <p:cNvSpPr>
            <a:spLocks noGrp="1"/>
          </p:cNvSpPr>
          <p:nvPr>
            <p:ph type="title"/>
          </p:nvPr>
        </p:nvSpPr>
        <p:spPr/>
        <p:txBody>
          <a:bodyPr/>
          <a:lstStyle/>
          <a:p>
            <a:r>
              <a:rPr lang="en-US" dirty="0"/>
              <a:t>Setting and Switching Locales</a:t>
            </a:r>
          </a:p>
        </p:txBody>
      </p:sp>
      <p:sp>
        <p:nvSpPr>
          <p:cNvPr id="3" name="Content Placeholder 2">
            <a:extLst>
              <a:ext uri="{FF2B5EF4-FFF2-40B4-BE49-F238E27FC236}">
                <a16:creationId xmlns:a16="http://schemas.microsoft.com/office/drawing/2014/main" id="{76ED0E3F-13EC-55F7-EDFB-0190A6342A82}"/>
              </a:ext>
            </a:extLst>
          </p:cNvPr>
          <p:cNvSpPr>
            <a:spLocks noGrp="1"/>
          </p:cNvSpPr>
          <p:nvPr>
            <p:ph idx="1"/>
          </p:nvPr>
        </p:nvSpPr>
        <p:spPr>
          <a:xfrm>
            <a:off x="838200" y="1825625"/>
            <a:ext cx="10515600" cy="1942811"/>
          </a:xfrm>
        </p:spPr>
        <p:txBody>
          <a:bodyPr/>
          <a:lstStyle/>
          <a:p>
            <a:r>
              <a:rPr lang="en-US" dirty="0"/>
              <a:t>Default locale: config/</a:t>
            </a:r>
            <a:r>
              <a:rPr lang="en-US" dirty="0" err="1"/>
              <a:t>app.php</a:t>
            </a:r>
            <a:endParaRPr lang="en-US" dirty="0"/>
          </a:p>
          <a:p>
            <a:r>
              <a:rPr lang="en-US" dirty="0"/>
              <a:t>Change locale at runtime:</a:t>
            </a:r>
          </a:p>
        </p:txBody>
      </p:sp>
      <p:sp>
        <p:nvSpPr>
          <p:cNvPr id="5" name="TextBox 4">
            <a:extLst>
              <a:ext uri="{FF2B5EF4-FFF2-40B4-BE49-F238E27FC236}">
                <a16:creationId xmlns:a16="http://schemas.microsoft.com/office/drawing/2014/main" id="{E8929B77-174B-D7CC-F711-B572CB4819AD}"/>
              </a:ext>
            </a:extLst>
          </p:cNvPr>
          <p:cNvSpPr txBox="1"/>
          <p:nvPr/>
        </p:nvSpPr>
        <p:spPr>
          <a:xfrm>
            <a:off x="4412672" y="3718707"/>
            <a:ext cx="3366655" cy="369332"/>
          </a:xfrm>
          <a:prstGeom prst="rect">
            <a:avLst/>
          </a:prstGeom>
          <a:noFill/>
        </p:spPr>
        <p:txBody>
          <a:bodyPr wrap="square">
            <a:spAutoFit/>
          </a:bodyPr>
          <a:lstStyle/>
          <a:p>
            <a:r>
              <a:rPr lang="en-US" dirty="0">
                <a:latin typeface="Lucida Console" panose="020B0609040504020204" pitchFamily="49" charset="0"/>
              </a:rPr>
              <a:t>App::</a:t>
            </a:r>
            <a:r>
              <a:rPr lang="en-US" dirty="0" err="1">
                <a:latin typeface="Lucida Console" panose="020B0609040504020204" pitchFamily="49" charset="0"/>
              </a:rPr>
              <a:t>setLocale</a:t>
            </a:r>
            <a:r>
              <a:rPr lang="en-US" dirty="0">
                <a:latin typeface="Lucida Console" panose="020B0609040504020204" pitchFamily="49" charset="0"/>
              </a:rPr>
              <a:t>('</a:t>
            </a:r>
            <a:r>
              <a:rPr lang="en-US" dirty="0" err="1">
                <a:latin typeface="Lucida Console" panose="020B0609040504020204" pitchFamily="49" charset="0"/>
              </a:rPr>
              <a:t>fr</a:t>
            </a:r>
            <a:r>
              <a:rPr lang="en-US" dirty="0">
                <a:latin typeface="Lucida Console" panose="020B0609040504020204" pitchFamily="49" charset="0"/>
              </a:rPr>
              <a:t>');</a:t>
            </a:r>
          </a:p>
        </p:txBody>
      </p:sp>
    </p:spTree>
    <p:extLst>
      <p:ext uri="{BB962C8B-B14F-4D97-AF65-F5344CB8AC3E}">
        <p14:creationId xmlns:p14="http://schemas.microsoft.com/office/powerpoint/2010/main" val="2924432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9EB7-761F-2EEE-E96E-77E96FFF831A}"/>
              </a:ext>
            </a:extLst>
          </p:cNvPr>
          <p:cNvSpPr>
            <a:spLocks noGrp="1"/>
          </p:cNvSpPr>
          <p:nvPr>
            <p:ph type="title"/>
          </p:nvPr>
        </p:nvSpPr>
        <p:spPr/>
        <p:txBody>
          <a:bodyPr/>
          <a:lstStyle/>
          <a:p>
            <a:r>
              <a:rPr lang="en-US" dirty="0"/>
              <a:t>Localization Middleware</a:t>
            </a:r>
          </a:p>
        </p:txBody>
      </p:sp>
      <p:sp>
        <p:nvSpPr>
          <p:cNvPr id="3" name="Content Placeholder 2">
            <a:extLst>
              <a:ext uri="{FF2B5EF4-FFF2-40B4-BE49-F238E27FC236}">
                <a16:creationId xmlns:a16="http://schemas.microsoft.com/office/drawing/2014/main" id="{2EAEC8EA-CE37-0123-DD57-BA9277621EDC}"/>
              </a:ext>
            </a:extLst>
          </p:cNvPr>
          <p:cNvSpPr>
            <a:spLocks noGrp="1"/>
          </p:cNvSpPr>
          <p:nvPr>
            <p:ph idx="1"/>
          </p:nvPr>
        </p:nvSpPr>
        <p:spPr>
          <a:xfrm>
            <a:off x="838200" y="1825625"/>
            <a:ext cx="10515600" cy="1603375"/>
          </a:xfrm>
        </p:spPr>
        <p:txBody>
          <a:bodyPr/>
          <a:lstStyle/>
          <a:p>
            <a:r>
              <a:rPr lang="en-US" dirty="0"/>
              <a:t>Create middleware: </a:t>
            </a:r>
          </a:p>
          <a:p>
            <a:pPr marL="457200" lvl="1" indent="0">
              <a:buNone/>
            </a:pPr>
            <a:r>
              <a:rPr lang="en-US" dirty="0" err="1">
                <a:latin typeface="Lucida Console" panose="020B0609040504020204" pitchFamily="49" charset="0"/>
              </a:rPr>
              <a:t>php</a:t>
            </a:r>
            <a:r>
              <a:rPr lang="en-US" dirty="0">
                <a:latin typeface="Lucida Console" panose="020B0609040504020204" pitchFamily="49" charset="0"/>
              </a:rPr>
              <a:t> artisan </a:t>
            </a:r>
            <a:r>
              <a:rPr lang="en-US" dirty="0" err="1">
                <a:latin typeface="Lucida Console" panose="020B0609040504020204" pitchFamily="49" charset="0"/>
              </a:rPr>
              <a:t>make:middleware</a:t>
            </a:r>
            <a:r>
              <a:rPr lang="en-US" dirty="0">
                <a:latin typeface="Lucida Console" panose="020B0609040504020204" pitchFamily="49" charset="0"/>
              </a:rPr>
              <a:t> </a:t>
            </a:r>
            <a:r>
              <a:rPr lang="en-US" dirty="0" err="1">
                <a:latin typeface="Lucida Console" panose="020B0609040504020204" pitchFamily="49" charset="0"/>
              </a:rPr>
              <a:t>SetLocale</a:t>
            </a:r>
            <a:endParaRPr lang="en-US" dirty="0">
              <a:latin typeface="Lucida Console" panose="020B0609040504020204" pitchFamily="49" charset="0"/>
            </a:endParaRPr>
          </a:p>
          <a:p>
            <a:r>
              <a:rPr lang="en-US" dirty="0"/>
              <a:t>Example: </a:t>
            </a:r>
          </a:p>
          <a:p>
            <a:pPr marL="457200" lvl="1" indent="0">
              <a:buNone/>
            </a:pPr>
            <a:endParaRPr lang="en-US" dirty="0">
              <a:latin typeface="Lucida Console" panose="020B0609040504020204" pitchFamily="49" charset="0"/>
            </a:endParaRPr>
          </a:p>
        </p:txBody>
      </p:sp>
      <p:sp>
        <p:nvSpPr>
          <p:cNvPr id="5" name="TextBox 4">
            <a:extLst>
              <a:ext uri="{FF2B5EF4-FFF2-40B4-BE49-F238E27FC236}">
                <a16:creationId xmlns:a16="http://schemas.microsoft.com/office/drawing/2014/main" id="{74C774EF-59E1-53ED-6A0C-E001DF539798}"/>
              </a:ext>
            </a:extLst>
          </p:cNvPr>
          <p:cNvSpPr txBox="1"/>
          <p:nvPr/>
        </p:nvSpPr>
        <p:spPr>
          <a:xfrm>
            <a:off x="2473036" y="3743282"/>
            <a:ext cx="7245928" cy="1477328"/>
          </a:xfrm>
          <a:prstGeom prst="rect">
            <a:avLst/>
          </a:prstGeom>
          <a:noFill/>
        </p:spPr>
        <p:txBody>
          <a:bodyPr wrap="square">
            <a:spAutoFit/>
          </a:bodyPr>
          <a:lstStyle/>
          <a:p>
            <a:r>
              <a:rPr lang="en-US" dirty="0">
                <a:latin typeface="Lucida Console" panose="020B0609040504020204" pitchFamily="49" charset="0"/>
              </a:rPr>
              <a:t>public function handle($request, Closure $next)</a:t>
            </a:r>
          </a:p>
          <a:p>
            <a:r>
              <a:rPr lang="en-US" dirty="0">
                <a:latin typeface="Lucida Console" panose="020B0609040504020204" pitchFamily="49" charset="0"/>
              </a:rPr>
              <a:t>{</a:t>
            </a:r>
          </a:p>
          <a:p>
            <a:r>
              <a:rPr lang="en-US" dirty="0">
                <a:latin typeface="Lucida Console" panose="020B0609040504020204" pitchFamily="49" charset="0"/>
              </a:rPr>
              <a:t>    App::</a:t>
            </a:r>
            <a:r>
              <a:rPr lang="en-US" dirty="0" err="1">
                <a:latin typeface="Lucida Console" panose="020B0609040504020204" pitchFamily="49" charset="0"/>
              </a:rPr>
              <a:t>setLocale</a:t>
            </a:r>
            <a:r>
              <a:rPr lang="en-US" dirty="0">
                <a:latin typeface="Lucida Console" panose="020B0609040504020204" pitchFamily="49" charset="0"/>
              </a:rPr>
              <a:t>(session('locale', '</a:t>
            </a:r>
            <a:r>
              <a:rPr lang="en-US" dirty="0" err="1">
                <a:latin typeface="Lucida Console" panose="020B0609040504020204" pitchFamily="49" charset="0"/>
              </a:rPr>
              <a:t>en</a:t>
            </a:r>
            <a:r>
              <a:rPr lang="en-US" dirty="0">
                <a:latin typeface="Lucida Console" panose="020B0609040504020204" pitchFamily="49" charset="0"/>
              </a:rPr>
              <a:t>'));</a:t>
            </a:r>
          </a:p>
          <a:p>
            <a:r>
              <a:rPr lang="en-US" dirty="0">
                <a:latin typeface="Lucida Console" panose="020B0609040504020204" pitchFamily="49" charset="0"/>
              </a:rPr>
              <a:t>    return $next($request);</a:t>
            </a:r>
          </a:p>
          <a:p>
            <a:r>
              <a:rPr lang="en-US" dirty="0">
                <a:latin typeface="Lucida Console" panose="020B0609040504020204" pitchFamily="49" charset="0"/>
              </a:rPr>
              <a:t>}</a:t>
            </a:r>
          </a:p>
        </p:txBody>
      </p:sp>
    </p:spTree>
    <p:extLst>
      <p:ext uri="{BB962C8B-B14F-4D97-AF65-F5344CB8AC3E}">
        <p14:creationId xmlns:p14="http://schemas.microsoft.com/office/powerpoint/2010/main" val="1004357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8EAC-B9F5-E300-AB70-175C343A86B9}"/>
              </a:ext>
            </a:extLst>
          </p:cNvPr>
          <p:cNvSpPr>
            <a:spLocks noGrp="1"/>
          </p:cNvSpPr>
          <p:nvPr>
            <p:ph type="title"/>
          </p:nvPr>
        </p:nvSpPr>
        <p:spPr/>
        <p:txBody>
          <a:bodyPr/>
          <a:lstStyle/>
          <a:p>
            <a:r>
              <a:rPr lang="en-US" dirty="0"/>
              <a:t>Localizing Routes</a:t>
            </a:r>
          </a:p>
        </p:txBody>
      </p:sp>
      <p:sp>
        <p:nvSpPr>
          <p:cNvPr id="3" name="Content Placeholder 2">
            <a:extLst>
              <a:ext uri="{FF2B5EF4-FFF2-40B4-BE49-F238E27FC236}">
                <a16:creationId xmlns:a16="http://schemas.microsoft.com/office/drawing/2014/main" id="{80C885A7-6AE5-111A-2E7B-631A5D6AA875}"/>
              </a:ext>
            </a:extLst>
          </p:cNvPr>
          <p:cNvSpPr>
            <a:spLocks noGrp="1"/>
          </p:cNvSpPr>
          <p:nvPr>
            <p:ph idx="1"/>
          </p:nvPr>
        </p:nvSpPr>
        <p:spPr>
          <a:xfrm>
            <a:off x="838200" y="1825625"/>
            <a:ext cx="10515600" cy="709757"/>
          </a:xfrm>
        </p:spPr>
        <p:txBody>
          <a:bodyPr/>
          <a:lstStyle/>
          <a:p>
            <a:r>
              <a:rPr lang="en-US" dirty="0"/>
              <a:t>Laravel supports localized route groups</a:t>
            </a:r>
          </a:p>
        </p:txBody>
      </p:sp>
      <p:sp>
        <p:nvSpPr>
          <p:cNvPr id="5" name="TextBox 4">
            <a:extLst>
              <a:ext uri="{FF2B5EF4-FFF2-40B4-BE49-F238E27FC236}">
                <a16:creationId xmlns:a16="http://schemas.microsoft.com/office/drawing/2014/main" id="{B5521B56-7430-1942-C0D8-0FFE877F5020}"/>
              </a:ext>
            </a:extLst>
          </p:cNvPr>
          <p:cNvSpPr txBox="1"/>
          <p:nvPr/>
        </p:nvSpPr>
        <p:spPr>
          <a:xfrm>
            <a:off x="2687782" y="2995136"/>
            <a:ext cx="6816436" cy="1477328"/>
          </a:xfrm>
          <a:prstGeom prst="rect">
            <a:avLst/>
          </a:prstGeom>
          <a:noFill/>
        </p:spPr>
        <p:txBody>
          <a:bodyPr wrap="square">
            <a:spAutoFit/>
          </a:bodyPr>
          <a:lstStyle/>
          <a:p>
            <a:r>
              <a:rPr lang="en-US" dirty="0">
                <a:latin typeface="Lucida Console" panose="020B0609040504020204" pitchFamily="49" charset="0"/>
              </a:rPr>
              <a:t>Route::prefix('{locale}')</a:t>
            </a:r>
          </a:p>
          <a:p>
            <a:r>
              <a:rPr lang="en-US" dirty="0">
                <a:latin typeface="Lucida Console" panose="020B0609040504020204" pitchFamily="49" charset="0"/>
              </a:rPr>
              <a:t>    -&gt;middleware('</a:t>
            </a:r>
            <a:r>
              <a:rPr lang="en-US" dirty="0" err="1">
                <a:latin typeface="Lucida Console" panose="020B0609040504020204" pitchFamily="49" charset="0"/>
              </a:rPr>
              <a:t>setLocale</a:t>
            </a:r>
            <a:r>
              <a:rPr lang="en-US" dirty="0">
                <a:latin typeface="Lucida Console" panose="020B0609040504020204" pitchFamily="49" charset="0"/>
              </a:rPr>
              <a:t>')</a:t>
            </a:r>
          </a:p>
          <a:p>
            <a:r>
              <a:rPr lang="en-US" dirty="0">
                <a:latin typeface="Lucida Console" panose="020B0609040504020204" pitchFamily="49" charset="0"/>
              </a:rPr>
              <a:t>    -&gt;group(function () {</a:t>
            </a:r>
          </a:p>
          <a:p>
            <a:r>
              <a:rPr lang="en-US" dirty="0">
                <a:latin typeface="Lucida Console" panose="020B0609040504020204" pitchFamily="49" charset="0"/>
              </a:rPr>
              <a:t>        Route::get('/', </a:t>
            </a:r>
            <a:r>
              <a:rPr lang="en-US" dirty="0" err="1">
                <a:latin typeface="Lucida Console" panose="020B0609040504020204" pitchFamily="49" charset="0"/>
              </a:rPr>
              <a:t>HomeController</a:t>
            </a:r>
            <a:r>
              <a:rPr lang="en-US" dirty="0">
                <a:latin typeface="Lucida Console" panose="020B0609040504020204" pitchFamily="49" charset="0"/>
              </a:rPr>
              <a:t>::class);</a:t>
            </a:r>
          </a:p>
          <a:p>
            <a:r>
              <a:rPr lang="en-US" dirty="0">
                <a:latin typeface="Lucida Console" panose="020B0609040504020204" pitchFamily="49" charset="0"/>
              </a:rPr>
              <a:t>    });</a:t>
            </a:r>
          </a:p>
        </p:txBody>
      </p:sp>
    </p:spTree>
    <p:extLst>
      <p:ext uri="{BB962C8B-B14F-4D97-AF65-F5344CB8AC3E}">
        <p14:creationId xmlns:p14="http://schemas.microsoft.com/office/powerpoint/2010/main" val="3565797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AD79-F963-EA77-54D3-C72273585D7A}"/>
              </a:ext>
            </a:extLst>
          </p:cNvPr>
          <p:cNvSpPr>
            <a:spLocks noGrp="1"/>
          </p:cNvSpPr>
          <p:nvPr>
            <p:ph type="title"/>
          </p:nvPr>
        </p:nvSpPr>
        <p:spPr/>
        <p:txBody>
          <a:bodyPr/>
          <a:lstStyle/>
          <a:p>
            <a:r>
              <a:rPr lang="en-US" dirty="0"/>
              <a:t>Best Practices for Localization</a:t>
            </a:r>
          </a:p>
        </p:txBody>
      </p:sp>
      <p:sp>
        <p:nvSpPr>
          <p:cNvPr id="3" name="Content Placeholder 2">
            <a:extLst>
              <a:ext uri="{FF2B5EF4-FFF2-40B4-BE49-F238E27FC236}">
                <a16:creationId xmlns:a16="http://schemas.microsoft.com/office/drawing/2014/main" id="{DE49A3D8-0355-2E61-E13B-AF11FC0F64F6}"/>
              </a:ext>
            </a:extLst>
          </p:cNvPr>
          <p:cNvSpPr>
            <a:spLocks noGrp="1"/>
          </p:cNvSpPr>
          <p:nvPr>
            <p:ph idx="1"/>
          </p:nvPr>
        </p:nvSpPr>
        <p:spPr/>
        <p:txBody>
          <a:bodyPr>
            <a:normAutofit/>
          </a:bodyPr>
          <a:lstStyle/>
          <a:p>
            <a:r>
              <a:rPr lang="en-US" dirty="0"/>
              <a:t>Never hardcode UI text in Blade or controllers</a:t>
            </a:r>
          </a:p>
          <a:p>
            <a:r>
              <a:rPr lang="en-US" dirty="0"/>
              <a:t>Use JSON for simple UI strings</a:t>
            </a:r>
          </a:p>
          <a:p>
            <a:r>
              <a:rPr lang="en-US" dirty="0"/>
              <a:t>Use PHP files for structured domain-specific translations</a:t>
            </a:r>
          </a:p>
          <a:p>
            <a:r>
              <a:rPr lang="en-US" dirty="0"/>
              <a:t>Keep translations consistent and reviewed</a:t>
            </a:r>
          </a:p>
          <a:p>
            <a:r>
              <a:rPr lang="en-US" dirty="0"/>
              <a:t>Use tools like Laravel Localization packages for advanced features</a:t>
            </a:r>
          </a:p>
        </p:txBody>
      </p:sp>
    </p:spTree>
    <p:extLst>
      <p:ext uri="{BB962C8B-B14F-4D97-AF65-F5344CB8AC3E}">
        <p14:creationId xmlns:p14="http://schemas.microsoft.com/office/powerpoint/2010/main" val="890168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586</Words>
  <Application>Microsoft Macintosh PowerPoint</Application>
  <PresentationFormat>Widescreen</PresentationFormat>
  <Paragraphs>78</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Lucida Console</vt:lpstr>
      <vt:lpstr>Office Theme</vt:lpstr>
      <vt:lpstr>Localization in Laravel</vt:lpstr>
      <vt:lpstr>What Is Localization in Laravel</vt:lpstr>
      <vt:lpstr>Laravel Localization Directory Structure</vt:lpstr>
      <vt:lpstr>Using JSON Translation Files</vt:lpstr>
      <vt:lpstr>Using JSON Translation Files</vt:lpstr>
      <vt:lpstr>Retrieving Translations</vt:lpstr>
      <vt:lpstr>Pluralization</vt:lpstr>
      <vt:lpstr>Setting and Switching Locales</vt:lpstr>
      <vt:lpstr>Localization Middleware</vt:lpstr>
      <vt:lpstr>Localizing Routes</vt:lpstr>
      <vt:lpstr>Best Practices for Localization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Medhat Elmasry</dc:creator>
  <cp:lastModifiedBy>Medhat Elmasry</cp:lastModifiedBy>
  <cp:revision>1</cp:revision>
  <dcterms:created xsi:type="dcterms:W3CDTF">2026-04-12T02:18:47Z</dcterms:created>
  <dcterms:modified xsi:type="dcterms:W3CDTF">2026-04-12T03:37:12Z</dcterms:modified>
</cp:coreProperties>
</file>