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61" r:id="rId4"/>
    <p:sldId id="258" r:id="rId5"/>
    <p:sldId id="259" r:id="rId6"/>
    <p:sldId id="260" r:id="rId7"/>
    <p:sldId id="261" r:id="rId8"/>
    <p:sldId id="262" r:id="rId9"/>
    <p:sldId id="35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60" r:id="rId18"/>
    <p:sldId id="270" r:id="rId19"/>
    <p:sldId id="273" r:id="rId20"/>
    <p:sldId id="275" r:id="rId21"/>
    <p:sldId id="276" r:id="rId22"/>
    <p:sldId id="279" r:id="rId23"/>
    <p:sldId id="280" r:id="rId24"/>
    <p:sldId id="355" r:id="rId25"/>
    <p:sldId id="281" r:id="rId26"/>
    <p:sldId id="282" r:id="rId27"/>
    <p:sldId id="356" r:id="rId28"/>
    <p:sldId id="357" r:id="rId29"/>
    <p:sldId id="358" r:id="rId3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 autoAdjust="0"/>
    <p:restoredTop sz="86773" autoAdjust="0"/>
  </p:normalViewPr>
  <p:slideViewPr>
    <p:cSldViewPr snapToGrid="0">
      <p:cViewPr varScale="1">
        <p:scale>
          <a:sx n="108" d="100"/>
          <a:sy n="108" d="100"/>
        </p:scale>
        <p:origin x="146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modSld">
      <pc:chgData name="Medhat Elmasry" userId="405e238c19f61b9e" providerId="LiveId" clId="{FDECEA60-4432-5C1E-B4FA-7BC519CADCB5}" dt="2026-02-27T16:48:10.953" v="8" actId="20577"/>
      <pc:docMkLst>
        <pc:docMk/>
      </pc:docMkLst>
      <pc:sldChg chg="modSp mod">
        <pc:chgData name="Medhat Elmasry" userId="405e238c19f61b9e" providerId="LiveId" clId="{FDECEA60-4432-5C1E-B4FA-7BC519CADCB5}" dt="2026-02-27T16:48:10.953" v="8" actId="20577"/>
        <pc:sldMkLst>
          <pc:docMk/>
          <pc:sldMk cId="2350257309" sldId="257"/>
        </pc:sldMkLst>
        <pc:spChg chg="mod">
          <ac:chgData name="Medhat Elmasry" userId="405e238c19f61b9e" providerId="LiveId" clId="{FDECEA60-4432-5C1E-B4FA-7BC519CADCB5}" dt="2026-02-27T16:47:59.017" v="4" actId="20577"/>
          <ac:spMkLst>
            <pc:docMk/>
            <pc:sldMk cId="2350257309" sldId="257"/>
            <ac:spMk id="10" creationId="{1459D2CA-4F8C-4C39-B888-C7E196343929}"/>
          </ac:spMkLst>
        </pc:spChg>
        <pc:spChg chg="mod">
          <ac:chgData name="Medhat Elmasry" userId="405e238c19f61b9e" providerId="LiveId" clId="{FDECEA60-4432-5C1E-B4FA-7BC519CADCB5}" dt="2026-02-27T16:48:05.180" v="6" actId="20577"/>
          <ac:spMkLst>
            <pc:docMk/>
            <pc:sldMk cId="2350257309" sldId="257"/>
            <ac:spMk id="11" creationId="{39BE3E20-6EFA-440A-BC9B-AC3933FA4E07}"/>
          </ac:spMkLst>
        </pc:spChg>
        <pc:spChg chg="mod">
          <ac:chgData name="Medhat Elmasry" userId="405e238c19f61b9e" providerId="LiveId" clId="{FDECEA60-4432-5C1E-B4FA-7BC519CADCB5}" dt="2026-02-27T16:47:50.453" v="0" actId="20577"/>
          <ac:spMkLst>
            <pc:docMk/>
            <pc:sldMk cId="2350257309" sldId="257"/>
            <ac:spMk id="12" creationId="{8DB03CDB-5DC5-46E7-97BE-85DCDAA23E12}"/>
          </ac:spMkLst>
        </pc:spChg>
        <pc:spChg chg="mod">
          <ac:chgData name="Medhat Elmasry" userId="405e238c19f61b9e" providerId="LiveId" clId="{FDECEA60-4432-5C1E-B4FA-7BC519CADCB5}" dt="2026-02-27T16:48:10.953" v="8" actId="20577"/>
          <ac:spMkLst>
            <pc:docMk/>
            <pc:sldMk cId="2350257309" sldId="257"/>
            <ac:spMk id="13" creationId="{C5CAFD4D-C0D5-4EF6-ACF2-E38220713D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82A50-8B44-4596-9DDD-076FEF6D647D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081096-9FBD-4625-9C5B-31A5CA17A3EE}">
      <dgm:prSet phldrT="[Text]"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Service container</a:t>
          </a:r>
        </a:p>
      </dgm:t>
    </dgm:pt>
    <dgm:pt modelId="{116C0F24-EEBD-4EF9-9B44-570657C7C5BB}" type="parTrans" cxnId="{30F015B8-C886-42FA-831F-441ACE56E4AF}">
      <dgm:prSet/>
      <dgm:spPr/>
      <dgm:t>
        <a:bodyPr/>
        <a:lstStyle/>
        <a:p>
          <a:endParaRPr lang="en-US"/>
        </a:p>
      </dgm:t>
    </dgm:pt>
    <dgm:pt modelId="{D8C3A69B-BBAE-4AF9-AEFC-5DB4CDE818C9}" type="sibTrans" cxnId="{30F015B8-C886-42FA-831F-441ACE56E4AF}">
      <dgm:prSet/>
      <dgm:spPr/>
      <dgm:t>
        <a:bodyPr/>
        <a:lstStyle/>
        <a:p>
          <a:endParaRPr lang="en-US"/>
        </a:p>
      </dgm:t>
    </dgm:pt>
    <dgm:pt modelId="{1A0D3ABC-9484-49CE-BAE8-3E110CC37254}">
      <dgm:prSet phldrT="[Text]"/>
      <dgm:spPr/>
      <dgm:t>
        <a:bodyPr/>
        <a:lstStyle/>
        <a:p>
          <a:r>
            <a:rPr lang="en-US" dirty="0"/>
            <a:t>Session</a:t>
          </a:r>
        </a:p>
      </dgm:t>
    </dgm:pt>
    <dgm:pt modelId="{24F1476F-3821-440F-8E30-8AAC362E5899}" type="parTrans" cxnId="{819B605F-8E8D-4CE3-B1F9-0F298A2BD115}">
      <dgm:prSet/>
      <dgm:spPr/>
      <dgm:t>
        <a:bodyPr/>
        <a:lstStyle/>
        <a:p>
          <a:endParaRPr lang="en-US"/>
        </a:p>
      </dgm:t>
    </dgm:pt>
    <dgm:pt modelId="{9BB190D2-B51E-430E-B76B-CFA188B9B690}" type="sibTrans" cxnId="{819B605F-8E8D-4CE3-B1F9-0F298A2BD115}">
      <dgm:prSet/>
      <dgm:spPr/>
      <dgm:t>
        <a:bodyPr/>
        <a:lstStyle/>
        <a:p>
          <a:endParaRPr lang="en-US"/>
        </a:p>
      </dgm:t>
    </dgm:pt>
    <dgm:pt modelId="{635E9BF9-8B9F-4560-8923-6D9384F83DB0}">
      <dgm:prSet phldrT="[Text]"/>
      <dgm:spPr/>
      <dgm:t>
        <a:bodyPr/>
        <a:lstStyle/>
        <a:p>
          <a:r>
            <a:rPr lang="en-US" dirty="0"/>
            <a:t>Response</a:t>
          </a:r>
        </a:p>
      </dgm:t>
    </dgm:pt>
    <dgm:pt modelId="{CDBCDCB6-9076-4E57-871F-BE1BDBF1F6AC}" type="parTrans" cxnId="{C4FE61AE-F250-4365-8222-336F19B32256}">
      <dgm:prSet/>
      <dgm:spPr/>
      <dgm:t>
        <a:bodyPr/>
        <a:lstStyle/>
        <a:p>
          <a:endParaRPr lang="en-US"/>
        </a:p>
      </dgm:t>
    </dgm:pt>
    <dgm:pt modelId="{13E7C9AA-775D-4FC7-B18E-C746886D0B52}" type="sibTrans" cxnId="{C4FE61AE-F250-4365-8222-336F19B32256}">
      <dgm:prSet/>
      <dgm:spPr/>
      <dgm:t>
        <a:bodyPr/>
        <a:lstStyle/>
        <a:p>
          <a:endParaRPr lang="en-US"/>
        </a:p>
      </dgm:t>
    </dgm:pt>
    <dgm:pt modelId="{26FA10A9-2505-4AD5-8D63-206C8C6CC184}">
      <dgm:prSet phldrT="[Text]"/>
      <dgm:spPr/>
      <dgm:t>
        <a:bodyPr/>
        <a:lstStyle/>
        <a:p>
          <a:r>
            <a:rPr lang="en-US" dirty="0"/>
            <a:t>URL</a:t>
          </a:r>
        </a:p>
      </dgm:t>
    </dgm:pt>
    <dgm:pt modelId="{DCAFD1CA-F4A6-4EF6-9B64-8B75500A3F99}" type="parTrans" cxnId="{06724C83-DF70-45B4-AFC5-6ECC2DEA5222}">
      <dgm:prSet/>
      <dgm:spPr/>
      <dgm:t>
        <a:bodyPr/>
        <a:lstStyle/>
        <a:p>
          <a:endParaRPr lang="en-US"/>
        </a:p>
      </dgm:t>
    </dgm:pt>
    <dgm:pt modelId="{884999D6-A651-4B42-AC76-E3CB329E158A}" type="sibTrans" cxnId="{06724C83-DF70-45B4-AFC5-6ECC2DEA5222}">
      <dgm:prSet/>
      <dgm:spPr/>
      <dgm:t>
        <a:bodyPr/>
        <a:lstStyle/>
        <a:p>
          <a:endParaRPr lang="en-US"/>
        </a:p>
      </dgm:t>
    </dgm:pt>
    <dgm:pt modelId="{2A3E21A3-BEBE-4A21-BECE-9C7E5F83018D}">
      <dgm:prSet phldrT="[Text]"/>
      <dgm:spPr/>
      <dgm:t>
        <a:bodyPr/>
        <a:lstStyle/>
        <a:p>
          <a:r>
            <a:rPr lang="en-US" dirty="0"/>
            <a:t>Request</a:t>
          </a:r>
        </a:p>
      </dgm:t>
    </dgm:pt>
    <dgm:pt modelId="{F9CC5917-61AC-4A42-8F86-00F8AF4AACDA}" type="parTrans" cxnId="{E3349684-F8D1-4F49-AE71-17EDBC11140C}">
      <dgm:prSet/>
      <dgm:spPr/>
      <dgm:t>
        <a:bodyPr/>
        <a:lstStyle/>
        <a:p>
          <a:endParaRPr lang="en-US"/>
        </a:p>
      </dgm:t>
    </dgm:pt>
    <dgm:pt modelId="{6F8D91E3-63E6-4056-81FD-E8E98CBC5AB6}" type="sibTrans" cxnId="{E3349684-F8D1-4F49-AE71-17EDBC11140C}">
      <dgm:prSet/>
      <dgm:spPr/>
      <dgm:t>
        <a:bodyPr/>
        <a:lstStyle/>
        <a:p>
          <a:endParaRPr lang="en-US"/>
        </a:p>
      </dgm:t>
    </dgm:pt>
    <dgm:pt modelId="{E82E5196-48AF-408E-BFB0-D37F9CB0B923}">
      <dgm:prSet phldrT="[Text]"/>
      <dgm:spPr/>
      <dgm:t>
        <a:bodyPr/>
        <a:lstStyle/>
        <a:p>
          <a:r>
            <a:rPr lang="en-US" dirty="0"/>
            <a:t>Route</a:t>
          </a:r>
        </a:p>
      </dgm:t>
    </dgm:pt>
    <dgm:pt modelId="{1AE344EB-EB9C-4154-B140-3B90B8D72790}" type="parTrans" cxnId="{A5513956-AD14-430D-8EF6-089D328174B0}">
      <dgm:prSet/>
      <dgm:spPr/>
      <dgm:t>
        <a:bodyPr/>
        <a:lstStyle/>
        <a:p>
          <a:endParaRPr lang="en-US"/>
        </a:p>
      </dgm:t>
    </dgm:pt>
    <dgm:pt modelId="{0268B699-A6FC-48AE-AA52-98C91DE785EB}" type="sibTrans" cxnId="{A5513956-AD14-430D-8EF6-089D328174B0}">
      <dgm:prSet/>
      <dgm:spPr/>
      <dgm:t>
        <a:bodyPr/>
        <a:lstStyle/>
        <a:p>
          <a:endParaRPr lang="en-US"/>
        </a:p>
      </dgm:t>
    </dgm:pt>
    <dgm:pt modelId="{BCB12D5B-7AC9-4038-A4BA-95A660FC00E3}">
      <dgm:prSet phldrT="[Text]"/>
      <dgm:spPr/>
      <dgm:t>
        <a:bodyPr/>
        <a:lstStyle/>
        <a:p>
          <a:r>
            <a:rPr lang="en-US" dirty="0"/>
            <a:t>……</a:t>
          </a:r>
        </a:p>
      </dgm:t>
    </dgm:pt>
    <dgm:pt modelId="{4C2353C4-A7DA-4BBD-9E59-E183AAC38FE0}" type="parTrans" cxnId="{B868D5D1-F533-48D1-9066-CC39AB40F73D}">
      <dgm:prSet/>
      <dgm:spPr/>
      <dgm:t>
        <a:bodyPr/>
        <a:lstStyle/>
        <a:p>
          <a:endParaRPr lang="en-US"/>
        </a:p>
      </dgm:t>
    </dgm:pt>
    <dgm:pt modelId="{4F78CD8A-FDF1-440F-9F77-7FB320807AB5}" type="sibTrans" cxnId="{B868D5D1-F533-48D1-9066-CC39AB40F73D}">
      <dgm:prSet/>
      <dgm:spPr/>
      <dgm:t>
        <a:bodyPr/>
        <a:lstStyle/>
        <a:p>
          <a:endParaRPr lang="en-US"/>
        </a:p>
      </dgm:t>
    </dgm:pt>
    <dgm:pt modelId="{A876A243-CCB9-40A4-92E3-6F665F87C518}" type="pres">
      <dgm:prSet presAssocID="{AC782A50-8B44-4596-9DDD-076FEF6D647D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AE12268-1835-42BB-8232-42E8CB134D68}" type="pres">
      <dgm:prSet presAssocID="{91081096-9FBD-4625-9C5B-31A5CA17A3EE}" presName="hierRoot1" presStyleCnt="0">
        <dgm:presLayoutVars>
          <dgm:hierBranch val="init"/>
        </dgm:presLayoutVars>
      </dgm:prSet>
      <dgm:spPr/>
    </dgm:pt>
    <dgm:pt modelId="{90EE91FF-3030-402B-BF57-DD4EF40A3D83}" type="pres">
      <dgm:prSet presAssocID="{91081096-9FBD-4625-9C5B-31A5CA17A3EE}" presName="rootComposite1" presStyleCnt="0"/>
      <dgm:spPr/>
    </dgm:pt>
    <dgm:pt modelId="{971ED79A-90C6-4F11-9CF2-2890F8BE977E}" type="pres">
      <dgm:prSet presAssocID="{91081096-9FBD-4625-9C5B-31A5CA17A3EE}" presName="rootText1" presStyleLbl="alignAcc1" presStyleIdx="0" presStyleCnt="0">
        <dgm:presLayoutVars>
          <dgm:chPref val="3"/>
        </dgm:presLayoutVars>
      </dgm:prSet>
      <dgm:spPr/>
    </dgm:pt>
    <dgm:pt modelId="{8019FA5F-5DBD-4CC8-99A8-F0727241FDC3}" type="pres">
      <dgm:prSet presAssocID="{91081096-9FBD-4625-9C5B-31A5CA17A3EE}" presName="topArc1" presStyleLbl="parChTrans1D1" presStyleIdx="0" presStyleCnt="14"/>
      <dgm:spPr/>
    </dgm:pt>
    <dgm:pt modelId="{81DF59CF-108E-4076-9631-66F456545FCE}" type="pres">
      <dgm:prSet presAssocID="{91081096-9FBD-4625-9C5B-31A5CA17A3EE}" presName="bottomArc1" presStyleLbl="parChTrans1D1" presStyleIdx="1" presStyleCnt="14"/>
      <dgm:spPr/>
    </dgm:pt>
    <dgm:pt modelId="{37AAEBEE-03F3-493B-B541-E4AFAB18D076}" type="pres">
      <dgm:prSet presAssocID="{91081096-9FBD-4625-9C5B-31A5CA17A3EE}" presName="topConnNode1" presStyleLbl="node1" presStyleIdx="0" presStyleCnt="0"/>
      <dgm:spPr/>
    </dgm:pt>
    <dgm:pt modelId="{B308A573-944A-4B12-836C-FE72E4812F0B}" type="pres">
      <dgm:prSet presAssocID="{91081096-9FBD-4625-9C5B-31A5CA17A3EE}" presName="hierChild2" presStyleCnt="0"/>
      <dgm:spPr/>
    </dgm:pt>
    <dgm:pt modelId="{2FC346A5-3AD6-4D58-AF37-B10FE83ECDF8}" type="pres">
      <dgm:prSet presAssocID="{24F1476F-3821-440F-8E30-8AAC362E5899}" presName="Name28" presStyleLbl="parChTrans1D2" presStyleIdx="0" presStyleCnt="6"/>
      <dgm:spPr/>
    </dgm:pt>
    <dgm:pt modelId="{9CAF385F-C940-4686-91EA-640D5EAAA361}" type="pres">
      <dgm:prSet presAssocID="{1A0D3ABC-9484-49CE-BAE8-3E110CC37254}" presName="hierRoot2" presStyleCnt="0">
        <dgm:presLayoutVars>
          <dgm:hierBranch val="init"/>
        </dgm:presLayoutVars>
      </dgm:prSet>
      <dgm:spPr/>
    </dgm:pt>
    <dgm:pt modelId="{96D4A661-41D3-4991-8566-048DBFB856EB}" type="pres">
      <dgm:prSet presAssocID="{1A0D3ABC-9484-49CE-BAE8-3E110CC37254}" presName="rootComposite2" presStyleCnt="0"/>
      <dgm:spPr/>
    </dgm:pt>
    <dgm:pt modelId="{DA19ADEB-768B-4A7E-85FA-CB6F5EEF4966}" type="pres">
      <dgm:prSet presAssocID="{1A0D3ABC-9484-49CE-BAE8-3E110CC37254}" presName="rootText2" presStyleLbl="alignAcc1" presStyleIdx="0" presStyleCnt="0">
        <dgm:presLayoutVars>
          <dgm:chPref val="3"/>
        </dgm:presLayoutVars>
      </dgm:prSet>
      <dgm:spPr/>
    </dgm:pt>
    <dgm:pt modelId="{9B17E16F-3C79-4015-B6D5-68AF22613DF1}" type="pres">
      <dgm:prSet presAssocID="{1A0D3ABC-9484-49CE-BAE8-3E110CC37254}" presName="topArc2" presStyleLbl="parChTrans1D1" presStyleIdx="2" presStyleCnt="14"/>
      <dgm:spPr/>
    </dgm:pt>
    <dgm:pt modelId="{99215EBE-610E-475B-902F-B2721A263858}" type="pres">
      <dgm:prSet presAssocID="{1A0D3ABC-9484-49CE-BAE8-3E110CC37254}" presName="bottomArc2" presStyleLbl="parChTrans1D1" presStyleIdx="3" presStyleCnt="14"/>
      <dgm:spPr/>
    </dgm:pt>
    <dgm:pt modelId="{AAAF0F77-775C-4A20-A153-CCF4499A3B03}" type="pres">
      <dgm:prSet presAssocID="{1A0D3ABC-9484-49CE-BAE8-3E110CC37254}" presName="topConnNode2" presStyleLbl="node2" presStyleIdx="0" presStyleCnt="0"/>
      <dgm:spPr/>
    </dgm:pt>
    <dgm:pt modelId="{BC9C2071-A057-481F-8C68-FB5B9A9E87B4}" type="pres">
      <dgm:prSet presAssocID="{1A0D3ABC-9484-49CE-BAE8-3E110CC37254}" presName="hierChild4" presStyleCnt="0"/>
      <dgm:spPr/>
    </dgm:pt>
    <dgm:pt modelId="{216EAE9B-9151-428D-80CF-AF614791A12D}" type="pres">
      <dgm:prSet presAssocID="{1A0D3ABC-9484-49CE-BAE8-3E110CC37254}" presName="hierChild5" presStyleCnt="0"/>
      <dgm:spPr/>
    </dgm:pt>
    <dgm:pt modelId="{AD375488-C368-487B-9C22-9FC4E69D8B35}" type="pres">
      <dgm:prSet presAssocID="{CDBCDCB6-9076-4E57-871F-BE1BDBF1F6AC}" presName="Name28" presStyleLbl="parChTrans1D2" presStyleIdx="1" presStyleCnt="6"/>
      <dgm:spPr/>
    </dgm:pt>
    <dgm:pt modelId="{2E8C995A-B51C-4918-8661-BC392321BE5B}" type="pres">
      <dgm:prSet presAssocID="{635E9BF9-8B9F-4560-8923-6D9384F83DB0}" presName="hierRoot2" presStyleCnt="0">
        <dgm:presLayoutVars>
          <dgm:hierBranch val="init"/>
        </dgm:presLayoutVars>
      </dgm:prSet>
      <dgm:spPr/>
    </dgm:pt>
    <dgm:pt modelId="{D9FC64D0-DD0C-46AC-8C21-44048B39435B}" type="pres">
      <dgm:prSet presAssocID="{635E9BF9-8B9F-4560-8923-6D9384F83DB0}" presName="rootComposite2" presStyleCnt="0"/>
      <dgm:spPr/>
    </dgm:pt>
    <dgm:pt modelId="{6F9F479F-1860-4D16-B66F-A81832834A2A}" type="pres">
      <dgm:prSet presAssocID="{635E9BF9-8B9F-4560-8923-6D9384F83DB0}" presName="rootText2" presStyleLbl="alignAcc1" presStyleIdx="0" presStyleCnt="0">
        <dgm:presLayoutVars>
          <dgm:chPref val="3"/>
        </dgm:presLayoutVars>
      </dgm:prSet>
      <dgm:spPr/>
    </dgm:pt>
    <dgm:pt modelId="{B011361F-AD13-4FE0-9404-333B25C45005}" type="pres">
      <dgm:prSet presAssocID="{635E9BF9-8B9F-4560-8923-6D9384F83DB0}" presName="topArc2" presStyleLbl="parChTrans1D1" presStyleIdx="4" presStyleCnt="14"/>
      <dgm:spPr/>
    </dgm:pt>
    <dgm:pt modelId="{09FA5A4F-E2D5-4B8F-BE1D-2D4CDDEAC860}" type="pres">
      <dgm:prSet presAssocID="{635E9BF9-8B9F-4560-8923-6D9384F83DB0}" presName="bottomArc2" presStyleLbl="parChTrans1D1" presStyleIdx="5" presStyleCnt="14"/>
      <dgm:spPr/>
    </dgm:pt>
    <dgm:pt modelId="{FC424322-5403-40B9-B87D-CD7221026180}" type="pres">
      <dgm:prSet presAssocID="{635E9BF9-8B9F-4560-8923-6D9384F83DB0}" presName="topConnNode2" presStyleLbl="node2" presStyleIdx="0" presStyleCnt="0"/>
      <dgm:spPr/>
    </dgm:pt>
    <dgm:pt modelId="{F07D8CFC-06DF-4CC7-9623-E12D3616FE4B}" type="pres">
      <dgm:prSet presAssocID="{635E9BF9-8B9F-4560-8923-6D9384F83DB0}" presName="hierChild4" presStyleCnt="0"/>
      <dgm:spPr/>
    </dgm:pt>
    <dgm:pt modelId="{E10E8120-E9E2-49AA-99FC-2589C1A80111}" type="pres">
      <dgm:prSet presAssocID="{635E9BF9-8B9F-4560-8923-6D9384F83DB0}" presName="hierChild5" presStyleCnt="0"/>
      <dgm:spPr/>
    </dgm:pt>
    <dgm:pt modelId="{B7676CC9-AEAA-43D3-AE8F-B88DD5816DD0}" type="pres">
      <dgm:prSet presAssocID="{DCAFD1CA-F4A6-4EF6-9B64-8B75500A3F99}" presName="Name28" presStyleLbl="parChTrans1D2" presStyleIdx="2" presStyleCnt="6"/>
      <dgm:spPr/>
    </dgm:pt>
    <dgm:pt modelId="{227C7F3A-D98B-4039-B598-367966FD4DCA}" type="pres">
      <dgm:prSet presAssocID="{26FA10A9-2505-4AD5-8D63-206C8C6CC184}" presName="hierRoot2" presStyleCnt="0">
        <dgm:presLayoutVars>
          <dgm:hierBranch val="init"/>
        </dgm:presLayoutVars>
      </dgm:prSet>
      <dgm:spPr/>
    </dgm:pt>
    <dgm:pt modelId="{3600BF75-C643-4B9C-8C54-71C640AC486E}" type="pres">
      <dgm:prSet presAssocID="{26FA10A9-2505-4AD5-8D63-206C8C6CC184}" presName="rootComposite2" presStyleCnt="0"/>
      <dgm:spPr/>
    </dgm:pt>
    <dgm:pt modelId="{994C16B5-BB52-4B39-AD66-1E77FDA2241E}" type="pres">
      <dgm:prSet presAssocID="{26FA10A9-2505-4AD5-8D63-206C8C6CC184}" presName="rootText2" presStyleLbl="alignAcc1" presStyleIdx="0" presStyleCnt="0">
        <dgm:presLayoutVars>
          <dgm:chPref val="3"/>
        </dgm:presLayoutVars>
      </dgm:prSet>
      <dgm:spPr/>
    </dgm:pt>
    <dgm:pt modelId="{87209134-5CCE-4E61-A963-6B09D860E5C5}" type="pres">
      <dgm:prSet presAssocID="{26FA10A9-2505-4AD5-8D63-206C8C6CC184}" presName="topArc2" presStyleLbl="parChTrans1D1" presStyleIdx="6" presStyleCnt="14"/>
      <dgm:spPr/>
    </dgm:pt>
    <dgm:pt modelId="{C337D63A-C558-42CA-8DF9-AF86CB21BDB9}" type="pres">
      <dgm:prSet presAssocID="{26FA10A9-2505-4AD5-8D63-206C8C6CC184}" presName="bottomArc2" presStyleLbl="parChTrans1D1" presStyleIdx="7" presStyleCnt="14"/>
      <dgm:spPr/>
    </dgm:pt>
    <dgm:pt modelId="{640C2AE9-3BA3-4B62-BC29-1FEBECE243ED}" type="pres">
      <dgm:prSet presAssocID="{26FA10A9-2505-4AD5-8D63-206C8C6CC184}" presName="topConnNode2" presStyleLbl="node2" presStyleIdx="0" presStyleCnt="0"/>
      <dgm:spPr/>
    </dgm:pt>
    <dgm:pt modelId="{8BE1CC5E-2DB5-4750-BF18-F5A2138319E8}" type="pres">
      <dgm:prSet presAssocID="{26FA10A9-2505-4AD5-8D63-206C8C6CC184}" presName="hierChild4" presStyleCnt="0"/>
      <dgm:spPr/>
    </dgm:pt>
    <dgm:pt modelId="{01B72B6A-C94F-4A3C-BDE5-AB38C1C061B3}" type="pres">
      <dgm:prSet presAssocID="{26FA10A9-2505-4AD5-8D63-206C8C6CC184}" presName="hierChild5" presStyleCnt="0"/>
      <dgm:spPr/>
    </dgm:pt>
    <dgm:pt modelId="{EB2B7C26-6A62-42F8-A060-3942504C5A4E}" type="pres">
      <dgm:prSet presAssocID="{F9CC5917-61AC-4A42-8F86-00F8AF4AACDA}" presName="Name28" presStyleLbl="parChTrans1D2" presStyleIdx="3" presStyleCnt="6"/>
      <dgm:spPr/>
    </dgm:pt>
    <dgm:pt modelId="{FFF78250-EE0C-4AE3-9F92-5AA427607A05}" type="pres">
      <dgm:prSet presAssocID="{2A3E21A3-BEBE-4A21-BECE-9C7E5F83018D}" presName="hierRoot2" presStyleCnt="0">
        <dgm:presLayoutVars>
          <dgm:hierBranch val="init"/>
        </dgm:presLayoutVars>
      </dgm:prSet>
      <dgm:spPr/>
    </dgm:pt>
    <dgm:pt modelId="{E646F523-B8E2-49FE-9649-D5DA5C4CF0ED}" type="pres">
      <dgm:prSet presAssocID="{2A3E21A3-BEBE-4A21-BECE-9C7E5F83018D}" presName="rootComposite2" presStyleCnt="0"/>
      <dgm:spPr/>
    </dgm:pt>
    <dgm:pt modelId="{9766A20C-4D0E-4F50-875A-30C61A289171}" type="pres">
      <dgm:prSet presAssocID="{2A3E21A3-BEBE-4A21-BECE-9C7E5F83018D}" presName="rootText2" presStyleLbl="alignAcc1" presStyleIdx="0" presStyleCnt="0">
        <dgm:presLayoutVars>
          <dgm:chPref val="3"/>
        </dgm:presLayoutVars>
      </dgm:prSet>
      <dgm:spPr/>
    </dgm:pt>
    <dgm:pt modelId="{E1040F95-0243-4068-BCFE-16F42E464C1A}" type="pres">
      <dgm:prSet presAssocID="{2A3E21A3-BEBE-4A21-BECE-9C7E5F83018D}" presName="topArc2" presStyleLbl="parChTrans1D1" presStyleIdx="8" presStyleCnt="14"/>
      <dgm:spPr/>
    </dgm:pt>
    <dgm:pt modelId="{1BB3A6BF-0071-4527-A3F2-D81EC8E511D8}" type="pres">
      <dgm:prSet presAssocID="{2A3E21A3-BEBE-4A21-BECE-9C7E5F83018D}" presName="bottomArc2" presStyleLbl="parChTrans1D1" presStyleIdx="9" presStyleCnt="14"/>
      <dgm:spPr/>
    </dgm:pt>
    <dgm:pt modelId="{1AC5F418-1481-43E8-B9B1-3B46DF58E612}" type="pres">
      <dgm:prSet presAssocID="{2A3E21A3-BEBE-4A21-BECE-9C7E5F83018D}" presName="topConnNode2" presStyleLbl="node2" presStyleIdx="0" presStyleCnt="0"/>
      <dgm:spPr/>
    </dgm:pt>
    <dgm:pt modelId="{00347AB1-CB89-49B0-89AD-7BFC360F5D64}" type="pres">
      <dgm:prSet presAssocID="{2A3E21A3-BEBE-4A21-BECE-9C7E5F83018D}" presName="hierChild4" presStyleCnt="0"/>
      <dgm:spPr/>
    </dgm:pt>
    <dgm:pt modelId="{BDC6E860-E1D1-461D-ADBE-ABD463121ABE}" type="pres">
      <dgm:prSet presAssocID="{2A3E21A3-BEBE-4A21-BECE-9C7E5F83018D}" presName="hierChild5" presStyleCnt="0"/>
      <dgm:spPr/>
    </dgm:pt>
    <dgm:pt modelId="{B423B29D-503E-4A79-BEB5-14A084164CE6}" type="pres">
      <dgm:prSet presAssocID="{1AE344EB-EB9C-4154-B140-3B90B8D72790}" presName="Name28" presStyleLbl="parChTrans1D2" presStyleIdx="4" presStyleCnt="6"/>
      <dgm:spPr/>
    </dgm:pt>
    <dgm:pt modelId="{ED50D183-BAEA-4FE3-95D8-EADB94C6A182}" type="pres">
      <dgm:prSet presAssocID="{E82E5196-48AF-408E-BFB0-D37F9CB0B923}" presName="hierRoot2" presStyleCnt="0">
        <dgm:presLayoutVars>
          <dgm:hierBranch val="init"/>
        </dgm:presLayoutVars>
      </dgm:prSet>
      <dgm:spPr/>
    </dgm:pt>
    <dgm:pt modelId="{831C7B74-5DDF-46E1-BEF0-D5B5E8E052A8}" type="pres">
      <dgm:prSet presAssocID="{E82E5196-48AF-408E-BFB0-D37F9CB0B923}" presName="rootComposite2" presStyleCnt="0"/>
      <dgm:spPr/>
    </dgm:pt>
    <dgm:pt modelId="{9D322861-A47B-4E38-A702-5006230661F1}" type="pres">
      <dgm:prSet presAssocID="{E82E5196-48AF-408E-BFB0-D37F9CB0B923}" presName="rootText2" presStyleLbl="alignAcc1" presStyleIdx="0" presStyleCnt="0">
        <dgm:presLayoutVars>
          <dgm:chPref val="3"/>
        </dgm:presLayoutVars>
      </dgm:prSet>
      <dgm:spPr/>
    </dgm:pt>
    <dgm:pt modelId="{A6878E9E-7756-4BBD-BD3A-B24E94CB3D9C}" type="pres">
      <dgm:prSet presAssocID="{E82E5196-48AF-408E-BFB0-D37F9CB0B923}" presName="topArc2" presStyleLbl="parChTrans1D1" presStyleIdx="10" presStyleCnt="14"/>
      <dgm:spPr/>
    </dgm:pt>
    <dgm:pt modelId="{46272B4C-0135-4118-957D-0179E777CD73}" type="pres">
      <dgm:prSet presAssocID="{E82E5196-48AF-408E-BFB0-D37F9CB0B923}" presName="bottomArc2" presStyleLbl="parChTrans1D1" presStyleIdx="11" presStyleCnt="14"/>
      <dgm:spPr/>
    </dgm:pt>
    <dgm:pt modelId="{5C619746-2FC0-4836-9310-A967E05BC92F}" type="pres">
      <dgm:prSet presAssocID="{E82E5196-48AF-408E-BFB0-D37F9CB0B923}" presName="topConnNode2" presStyleLbl="node2" presStyleIdx="0" presStyleCnt="0"/>
      <dgm:spPr/>
    </dgm:pt>
    <dgm:pt modelId="{C444D961-95C2-4D64-9BB5-254038D796E6}" type="pres">
      <dgm:prSet presAssocID="{E82E5196-48AF-408E-BFB0-D37F9CB0B923}" presName="hierChild4" presStyleCnt="0"/>
      <dgm:spPr/>
    </dgm:pt>
    <dgm:pt modelId="{2F62E5CC-2867-4FB4-B2B0-3211D74EC666}" type="pres">
      <dgm:prSet presAssocID="{E82E5196-48AF-408E-BFB0-D37F9CB0B923}" presName="hierChild5" presStyleCnt="0"/>
      <dgm:spPr/>
    </dgm:pt>
    <dgm:pt modelId="{F57C4296-63EB-47E1-9A47-2C6577F12636}" type="pres">
      <dgm:prSet presAssocID="{4C2353C4-A7DA-4BBD-9E59-E183AAC38FE0}" presName="Name28" presStyleLbl="parChTrans1D2" presStyleIdx="5" presStyleCnt="6"/>
      <dgm:spPr/>
    </dgm:pt>
    <dgm:pt modelId="{F9BA570E-CB96-4AF6-A68F-4741C835777F}" type="pres">
      <dgm:prSet presAssocID="{BCB12D5B-7AC9-4038-A4BA-95A660FC00E3}" presName="hierRoot2" presStyleCnt="0">
        <dgm:presLayoutVars>
          <dgm:hierBranch val="init"/>
        </dgm:presLayoutVars>
      </dgm:prSet>
      <dgm:spPr/>
    </dgm:pt>
    <dgm:pt modelId="{A9C18B1E-B7DA-4AD6-89E2-9D6D1FFFB187}" type="pres">
      <dgm:prSet presAssocID="{BCB12D5B-7AC9-4038-A4BA-95A660FC00E3}" presName="rootComposite2" presStyleCnt="0"/>
      <dgm:spPr/>
    </dgm:pt>
    <dgm:pt modelId="{BC625056-EE03-4F86-A6D0-E3FEA974F6AC}" type="pres">
      <dgm:prSet presAssocID="{BCB12D5B-7AC9-4038-A4BA-95A660FC00E3}" presName="rootText2" presStyleLbl="alignAcc1" presStyleIdx="0" presStyleCnt="0">
        <dgm:presLayoutVars>
          <dgm:chPref val="3"/>
        </dgm:presLayoutVars>
      </dgm:prSet>
      <dgm:spPr/>
    </dgm:pt>
    <dgm:pt modelId="{89CAB9E0-B13F-492F-B25F-ADF56D0DD8D6}" type="pres">
      <dgm:prSet presAssocID="{BCB12D5B-7AC9-4038-A4BA-95A660FC00E3}" presName="topArc2" presStyleLbl="parChTrans1D1" presStyleIdx="12" presStyleCnt="14"/>
      <dgm:spPr/>
    </dgm:pt>
    <dgm:pt modelId="{249963B8-E226-4295-AC0D-E465DF9EB0A6}" type="pres">
      <dgm:prSet presAssocID="{BCB12D5B-7AC9-4038-A4BA-95A660FC00E3}" presName="bottomArc2" presStyleLbl="parChTrans1D1" presStyleIdx="13" presStyleCnt="14"/>
      <dgm:spPr/>
    </dgm:pt>
    <dgm:pt modelId="{10A835DF-7E28-4593-A460-8CC269501E10}" type="pres">
      <dgm:prSet presAssocID="{BCB12D5B-7AC9-4038-A4BA-95A660FC00E3}" presName="topConnNode2" presStyleLbl="node2" presStyleIdx="0" presStyleCnt="0"/>
      <dgm:spPr/>
    </dgm:pt>
    <dgm:pt modelId="{D100834E-60EC-4598-9179-BE25A9DBA30E}" type="pres">
      <dgm:prSet presAssocID="{BCB12D5B-7AC9-4038-A4BA-95A660FC00E3}" presName="hierChild4" presStyleCnt="0"/>
      <dgm:spPr/>
    </dgm:pt>
    <dgm:pt modelId="{749A8391-8E69-4BB1-BE1A-9036A47C311E}" type="pres">
      <dgm:prSet presAssocID="{BCB12D5B-7AC9-4038-A4BA-95A660FC00E3}" presName="hierChild5" presStyleCnt="0"/>
      <dgm:spPr/>
    </dgm:pt>
    <dgm:pt modelId="{F3290297-377A-4197-B04F-605FF6D1DCF2}" type="pres">
      <dgm:prSet presAssocID="{91081096-9FBD-4625-9C5B-31A5CA17A3EE}" presName="hierChild3" presStyleCnt="0"/>
      <dgm:spPr/>
    </dgm:pt>
  </dgm:ptLst>
  <dgm:cxnLst>
    <dgm:cxn modelId="{E8DBA118-6C12-446B-8F72-279B30D78F3B}" type="presOf" srcId="{BCB12D5B-7AC9-4038-A4BA-95A660FC00E3}" destId="{10A835DF-7E28-4593-A460-8CC269501E10}" srcOrd="1" destOrd="0" presId="urn:microsoft.com/office/officeart/2008/layout/HalfCircleOrganizationChart"/>
    <dgm:cxn modelId="{698EE41C-9C6E-4BC4-A6FE-44406E238D3E}" type="presOf" srcId="{91081096-9FBD-4625-9C5B-31A5CA17A3EE}" destId="{971ED79A-90C6-4F11-9CF2-2890F8BE977E}" srcOrd="0" destOrd="0" presId="urn:microsoft.com/office/officeart/2008/layout/HalfCircleOrganizationChart"/>
    <dgm:cxn modelId="{88EF792C-C6EA-4211-B43D-66D75525ACF8}" type="presOf" srcId="{26FA10A9-2505-4AD5-8D63-206C8C6CC184}" destId="{640C2AE9-3BA3-4B62-BC29-1FEBECE243ED}" srcOrd="1" destOrd="0" presId="urn:microsoft.com/office/officeart/2008/layout/HalfCircleOrganizationChart"/>
    <dgm:cxn modelId="{EAB44035-77E2-418E-843B-7497DD68FC43}" type="presOf" srcId="{BCB12D5B-7AC9-4038-A4BA-95A660FC00E3}" destId="{BC625056-EE03-4F86-A6D0-E3FEA974F6AC}" srcOrd="0" destOrd="0" presId="urn:microsoft.com/office/officeart/2008/layout/HalfCircleOrganizationChart"/>
    <dgm:cxn modelId="{1D2A6036-5C36-4EE7-A5F5-459380BEAC8C}" type="presOf" srcId="{1AE344EB-EB9C-4154-B140-3B90B8D72790}" destId="{B423B29D-503E-4A79-BEB5-14A084164CE6}" srcOrd="0" destOrd="0" presId="urn:microsoft.com/office/officeart/2008/layout/HalfCircleOrganizationChart"/>
    <dgm:cxn modelId="{CE15F137-A4A0-41A0-86EA-D1B4F57F6CE2}" type="presOf" srcId="{1A0D3ABC-9484-49CE-BAE8-3E110CC37254}" destId="{AAAF0F77-775C-4A20-A153-CCF4499A3B03}" srcOrd="1" destOrd="0" presId="urn:microsoft.com/office/officeart/2008/layout/HalfCircleOrganizationChart"/>
    <dgm:cxn modelId="{889C3D47-3C44-4986-B10E-BA0F40B817A0}" type="presOf" srcId="{2A3E21A3-BEBE-4A21-BECE-9C7E5F83018D}" destId="{1AC5F418-1481-43E8-B9B1-3B46DF58E612}" srcOrd="1" destOrd="0" presId="urn:microsoft.com/office/officeart/2008/layout/HalfCircleOrganizationChart"/>
    <dgm:cxn modelId="{AEBCA54D-11C0-4CE4-AC81-5312F601E492}" type="presOf" srcId="{E82E5196-48AF-408E-BFB0-D37F9CB0B923}" destId="{5C619746-2FC0-4836-9310-A967E05BC92F}" srcOrd="1" destOrd="0" presId="urn:microsoft.com/office/officeart/2008/layout/HalfCircleOrganizationChart"/>
    <dgm:cxn modelId="{DDA21551-CA04-4E1D-B578-3EC6B06B0ACA}" type="presOf" srcId="{24F1476F-3821-440F-8E30-8AAC362E5899}" destId="{2FC346A5-3AD6-4D58-AF37-B10FE83ECDF8}" srcOrd="0" destOrd="0" presId="urn:microsoft.com/office/officeart/2008/layout/HalfCircleOrganizationChart"/>
    <dgm:cxn modelId="{A693F553-492F-4D1C-95DD-D516532AB460}" type="presOf" srcId="{26FA10A9-2505-4AD5-8D63-206C8C6CC184}" destId="{994C16B5-BB52-4B39-AD66-1E77FDA2241E}" srcOrd="0" destOrd="0" presId="urn:microsoft.com/office/officeart/2008/layout/HalfCircleOrganizationChart"/>
    <dgm:cxn modelId="{02BE9A55-D78B-40DB-BDC4-BA5B397DEDDA}" type="presOf" srcId="{91081096-9FBD-4625-9C5B-31A5CA17A3EE}" destId="{37AAEBEE-03F3-493B-B541-E4AFAB18D076}" srcOrd="1" destOrd="0" presId="urn:microsoft.com/office/officeart/2008/layout/HalfCircleOrganizationChart"/>
    <dgm:cxn modelId="{A5513956-AD14-430D-8EF6-089D328174B0}" srcId="{91081096-9FBD-4625-9C5B-31A5CA17A3EE}" destId="{E82E5196-48AF-408E-BFB0-D37F9CB0B923}" srcOrd="4" destOrd="0" parTransId="{1AE344EB-EB9C-4154-B140-3B90B8D72790}" sibTransId="{0268B699-A6FC-48AE-AA52-98C91DE785EB}"/>
    <dgm:cxn modelId="{8276A456-26DD-43A5-8432-E89D22AC75D2}" type="presOf" srcId="{F9CC5917-61AC-4A42-8F86-00F8AF4AACDA}" destId="{EB2B7C26-6A62-42F8-A060-3942504C5A4E}" srcOrd="0" destOrd="0" presId="urn:microsoft.com/office/officeart/2008/layout/HalfCircleOrganizationChart"/>
    <dgm:cxn modelId="{819B605F-8E8D-4CE3-B1F9-0F298A2BD115}" srcId="{91081096-9FBD-4625-9C5B-31A5CA17A3EE}" destId="{1A0D3ABC-9484-49CE-BAE8-3E110CC37254}" srcOrd="0" destOrd="0" parTransId="{24F1476F-3821-440F-8E30-8AAC362E5899}" sibTransId="{9BB190D2-B51E-430E-B76B-CFA188B9B690}"/>
    <dgm:cxn modelId="{AFB9EA67-8E36-4602-95F3-DBC4AE5D6F98}" type="presOf" srcId="{CDBCDCB6-9076-4E57-871F-BE1BDBF1F6AC}" destId="{AD375488-C368-487B-9C22-9FC4E69D8B35}" srcOrd="0" destOrd="0" presId="urn:microsoft.com/office/officeart/2008/layout/HalfCircleOrganizationChart"/>
    <dgm:cxn modelId="{B1CAE67E-01C9-4860-8FF2-A92EEA4F83AC}" type="presOf" srcId="{635E9BF9-8B9F-4560-8923-6D9384F83DB0}" destId="{FC424322-5403-40B9-B87D-CD7221026180}" srcOrd="1" destOrd="0" presId="urn:microsoft.com/office/officeart/2008/layout/HalfCircleOrganizationChart"/>
    <dgm:cxn modelId="{AD901E82-F5A4-4AF6-8189-52F3324FB8EB}" type="presOf" srcId="{AC782A50-8B44-4596-9DDD-076FEF6D647D}" destId="{A876A243-CCB9-40A4-92E3-6F665F87C518}" srcOrd="0" destOrd="0" presId="urn:microsoft.com/office/officeart/2008/layout/HalfCircleOrganizationChart"/>
    <dgm:cxn modelId="{06724C83-DF70-45B4-AFC5-6ECC2DEA5222}" srcId="{91081096-9FBD-4625-9C5B-31A5CA17A3EE}" destId="{26FA10A9-2505-4AD5-8D63-206C8C6CC184}" srcOrd="2" destOrd="0" parTransId="{DCAFD1CA-F4A6-4EF6-9B64-8B75500A3F99}" sibTransId="{884999D6-A651-4B42-AC76-E3CB329E158A}"/>
    <dgm:cxn modelId="{E3349684-F8D1-4F49-AE71-17EDBC11140C}" srcId="{91081096-9FBD-4625-9C5B-31A5CA17A3EE}" destId="{2A3E21A3-BEBE-4A21-BECE-9C7E5F83018D}" srcOrd="3" destOrd="0" parTransId="{F9CC5917-61AC-4A42-8F86-00F8AF4AACDA}" sibTransId="{6F8D91E3-63E6-4056-81FD-E8E98CBC5AB6}"/>
    <dgm:cxn modelId="{403AA786-7A10-4DC5-B9F8-9ACCB8795F83}" type="presOf" srcId="{635E9BF9-8B9F-4560-8923-6D9384F83DB0}" destId="{6F9F479F-1860-4D16-B66F-A81832834A2A}" srcOrd="0" destOrd="0" presId="urn:microsoft.com/office/officeart/2008/layout/HalfCircleOrganizationChart"/>
    <dgm:cxn modelId="{BF1CEB98-83DD-4C0B-AA11-FCD1CD75AF5D}" type="presOf" srcId="{1A0D3ABC-9484-49CE-BAE8-3E110CC37254}" destId="{DA19ADEB-768B-4A7E-85FA-CB6F5EEF4966}" srcOrd="0" destOrd="0" presId="urn:microsoft.com/office/officeart/2008/layout/HalfCircleOrganizationChart"/>
    <dgm:cxn modelId="{C4FE61AE-F250-4365-8222-336F19B32256}" srcId="{91081096-9FBD-4625-9C5B-31A5CA17A3EE}" destId="{635E9BF9-8B9F-4560-8923-6D9384F83DB0}" srcOrd="1" destOrd="0" parTransId="{CDBCDCB6-9076-4E57-871F-BE1BDBF1F6AC}" sibTransId="{13E7C9AA-775D-4FC7-B18E-C746886D0B52}"/>
    <dgm:cxn modelId="{30F015B8-C886-42FA-831F-441ACE56E4AF}" srcId="{AC782A50-8B44-4596-9DDD-076FEF6D647D}" destId="{91081096-9FBD-4625-9C5B-31A5CA17A3EE}" srcOrd="0" destOrd="0" parTransId="{116C0F24-EEBD-4EF9-9B44-570657C7C5BB}" sibTransId="{D8C3A69B-BBAE-4AF9-AEFC-5DB4CDE818C9}"/>
    <dgm:cxn modelId="{EDC6E8BF-7B0E-4D5C-B307-D69844389CD7}" type="presOf" srcId="{4C2353C4-A7DA-4BBD-9E59-E183AAC38FE0}" destId="{F57C4296-63EB-47E1-9A47-2C6577F12636}" srcOrd="0" destOrd="0" presId="urn:microsoft.com/office/officeart/2008/layout/HalfCircleOrganizationChart"/>
    <dgm:cxn modelId="{15EEAAC3-EFF7-4BCB-BC9F-2E02576B9695}" type="presOf" srcId="{2A3E21A3-BEBE-4A21-BECE-9C7E5F83018D}" destId="{9766A20C-4D0E-4F50-875A-30C61A289171}" srcOrd="0" destOrd="0" presId="urn:microsoft.com/office/officeart/2008/layout/HalfCircleOrganizationChart"/>
    <dgm:cxn modelId="{B868D5D1-F533-48D1-9066-CC39AB40F73D}" srcId="{91081096-9FBD-4625-9C5B-31A5CA17A3EE}" destId="{BCB12D5B-7AC9-4038-A4BA-95A660FC00E3}" srcOrd="5" destOrd="0" parTransId="{4C2353C4-A7DA-4BBD-9E59-E183AAC38FE0}" sibTransId="{4F78CD8A-FDF1-440F-9F77-7FB320807AB5}"/>
    <dgm:cxn modelId="{2EEF14D8-EF8A-48F6-B7E9-CC6B4F9F5507}" type="presOf" srcId="{E82E5196-48AF-408E-BFB0-D37F9CB0B923}" destId="{9D322861-A47B-4E38-A702-5006230661F1}" srcOrd="0" destOrd="0" presId="urn:microsoft.com/office/officeart/2008/layout/HalfCircleOrganizationChart"/>
    <dgm:cxn modelId="{C4A781DD-C6C1-4293-BA4C-7A2126C68AF5}" type="presOf" srcId="{DCAFD1CA-F4A6-4EF6-9B64-8B75500A3F99}" destId="{B7676CC9-AEAA-43D3-AE8F-B88DD5816DD0}" srcOrd="0" destOrd="0" presId="urn:microsoft.com/office/officeart/2008/layout/HalfCircleOrganizationChart"/>
    <dgm:cxn modelId="{AFFB8E17-9BDE-4A0A-87FB-1088A4E52DCC}" type="presParOf" srcId="{A876A243-CCB9-40A4-92E3-6F665F87C518}" destId="{DAE12268-1835-42BB-8232-42E8CB134D68}" srcOrd="0" destOrd="0" presId="urn:microsoft.com/office/officeart/2008/layout/HalfCircleOrganizationChart"/>
    <dgm:cxn modelId="{15463918-F207-409B-87FD-C76FE57B4265}" type="presParOf" srcId="{DAE12268-1835-42BB-8232-42E8CB134D68}" destId="{90EE91FF-3030-402B-BF57-DD4EF40A3D83}" srcOrd="0" destOrd="0" presId="urn:microsoft.com/office/officeart/2008/layout/HalfCircleOrganizationChart"/>
    <dgm:cxn modelId="{8C05BE32-C5AE-42A1-97DD-394E90295026}" type="presParOf" srcId="{90EE91FF-3030-402B-BF57-DD4EF40A3D83}" destId="{971ED79A-90C6-4F11-9CF2-2890F8BE977E}" srcOrd="0" destOrd="0" presId="urn:microsoft.com/office/officeart/2008/layout/HalfCircleOrganizationChart"/>
    <dgm:cxn modelId="{1E6C7D5B-382D-43ED-BA97-C809CAC7A26E}" type="presParOf" srcId="{90EE91FF-3030-402B-BF57-DD4EF40A3D83}" destId="{8019FA5F-5DBD-4CC8-99A8-F0727241FDC3}" srcOrd="1" destOrd="0" presId="urn:microsoft.com/office/officeart/2008/layout/HalfCircleOrganizationChart"/>
    <dgm:cxn modelId="{D5FB9AB4-CA15-4630-A573-2DD8C52E5B87}" type="presParOf" srcId="{90EE91FF-3030-402B-BF57-DD4EF40A3D83}" destId="{81DF59CF-108E-4076-9631-66F456545FCE}" srcOrd="2" destOrd="0" presId="urn:microsoft.com/office/officeart/2008/layout/HalfCircleOrganizationChart"/>
    <dgm:cxn modelId="{ACA68051-A204-4E1B-AFFA-1E0C4BBAAFA2}" type="presParOf" srcId="{90EE91FF-3030-402B-BF57-DD4EF40A3D83}" destId="{37AAEBEE-03F3-493B-B541-E4AFAB18D076}" srcOrd="3" destOrd="0" presId="urn:microsoft.com/office/officeart/2008/layout/HalfCircleOrganizationChart"/>
    <dgm:cxn modelId="{5835DD1E-DE5A-4C82-893E-5A4CB9E4C0FD}" type="presParOf" srcId="{DAE12268-1835-42BB-8232-42E8CB134D68}" destId="{B308A573-944A-4B12-836C-FE72E4812F0B}" srcOrd="1" destOrd="0" presId="urn:microsoft.com/office/officeart/2008/layout/HalfCircleOrganizationChart"/>
    <dgm:cxn modelId="{C5350AA2-51F7-4C30-8BC1-1E35700B770F}" type="presParOf" srcId="{B308A573-944A-4B12-836C-FE72E4812F0B}" destId="{2FC346A5-3AD6-4D58-AF37-B10FE83ECDF8}" srcOrd="0" destOrd="0" presId="urn:microsoft.com/office/officeart/2008/layout/HalfCircleOrganizationChart"/>
    <dgm:cxn modelId="{3169F4BE-261F-4492-A1A4-4037230EA860}" type="presParOf" srcId="{B308A573-944A-4B12-836C-FE72E4812F0B}" destId="{9CAF385F-C940-4686-91EA-640D5EAAA361}" srcOrd="1" destOrd="0" presId="urn:microsoft.com/office/officeart/2008/layout/HalfCircleOrganizationChart"/>
    <dgm:cxn modelId="{9125BFDC-8129-48B1-993A-C7B52A786724}" type="presParOf" srcId="{9CAF385F-C940-4686-91EA-640D5EAAA361}" destId="{96D4A661-41D3-4991-8566-048DBFB856EB}" srcOrd="0" destOrd="0" presId="urn:microsoft.com/office/officeart/2008/layout/HalfCircleOrganizationChart"/>
    <dgm:cxn modelId="{B7C693A3-4F6D-4EFD-8260-A53CC757B1AE}" type="presParOf" srcId="{96D4A661-41D3-4991-8566-048DBFB856EB}" destId="{DA19ADEB-768B-4A7E-85FA-CB6F5EEF4966}" srcOrd="0" destOrd="0" presId="urn:microsoft.com/office/officeart/2008/layout/HalfCircleOrganizationChart"/>
    <dgm:cxn modelId="{B6CDAC3E-193E-4488-BC0F-D99F5F15693E}" type="presParOf" srcId="{96D4A661-41D3-4991-8566-048DBFB856EB}" destId="{9B17E16F-3C79-4015-B6D5-68AF22613DF1}" srcOrd="1" destOrd="0" presId="urn:microsoft.com/office/officeart/2008/layout/HalfCircleOrganizationChart"/>
    <dgm:cxn modelId="{40527A66-D33F-4ED5-9216-BAD63BA5CCBF}" type="presParOf" srcId="{96D4A661-41D3-4991-8566-048DBFB856EB}" destId="{99215EBE-610E-475B-902F-B2721A263858}" srcOrd="2" destOrd="0" presId="urn:microsoft.com/office/officeart/2008/layout/HalfCircleOrganizationChart"/>
    <dgm:cxn modelId="{E611EF53-095A-4D9F-81BA-AA120807DA1B}" type="presParOf" srcId="{96D4A661-41D3-4991-8566-048DBFB856EB}" destId="{AAAF0F77-775C-4A20-A153-CCF4499A3B03}" srcOrd="3" destOrd="0" presId="urn:microsoft.com/office/officeart/2008/layout/HalfCircleOrganizationChart"/>
    <dgm:cxn modelId="{C014466A-092B-40B8-8184-FB9D39878DED}" type="presParOf" srcId="{9CAF385F-C940-4686-91EA-640D5EAAA361}" destId="{BC9C2071-A057-481F-8C68-FB5B9A9E87B4}" srcOrd="1" destOrd="0" presId="urn:microsoft.com/office/officeart/2008/layout/HalfCircleOrganizationChart"/>
    <dgm:cxn modelId="{7877460F-8231-4D6C-B54A-DAD6907FA93B}" type="presParOf" srcId="{9CAF385F-C940-4686-91EA-640D5EAAA361}" destId="{216EAE9B-9151-428D-80CF-AF614791A12D}" srcOrd="2" destOrd="0" presId="urn:microsoft.com/office/officeart/2008/layout/HalfCircleOrganizationChart"/>
    <dgm:cxn modelId="{A12E61DC-E235-425A-BB3E-2B3102B88C74}" type="presParOf" srcId="{B308A573-944A-4B12-836C-FE72E4812F0B}" destId="{AD375488-C368-487B-9C22-9FC4E69D8B35}" srcOrd="2" destOrd="0" presId="urn:microsoft.com/office/officeart/2008/layout/HalfCircleOrganizationChart"/>
    <dgm:cxn modelId="{474CC71B-B035-42B9-89B3-0F3FD29BA4A7}" type="presParOf" srcId="{B308A573-944A-4B12-836C-FE72E4812F0B}" destId="{2E8C995A-B51C-4918-8661-BC392321BE5B}" srcOrd="3" destOrd="0" presId="urn:microsoft.com/office/officeart/2008/layout/HalfCircleOrganizationChart"/>
    <dgm:cxn modelId="{BCB4D60B-BE5E-4E3E-9B5D-22798EA08987}" type="presParOf" srcId="{2E8C995A-B51C-4918-8661-BC392321BE5B}" destId="{D9FC64D0-DD0C-46AC-8C21-44048B39435B}" srcOrd="0" destOrd="0" presId="urn:microsoft.com/office/officeart/2008/layout/HalfCircleOrganizationChart"/>
    <dgm:cxn modelId="{E3CEFE11-0E62-4360-9886-ACC1FADA03A3}" type="presParOf" srcId="{D9FC64D0-DD0C-46AC-8C21-44048B39435B}" destId="{6F9F479F-1860-4D16-B66F-A81832834A2A}" srcOrd="0" destOrd="0" presId="urn:microsoft.com/office/officeart/2008/layout/HalfCircleOrganizationChart"/>
    <dgm:cxn modelId="{488BDAFC-F5B6-4E86-B62B-492140687050}" type="presParOf" srcId="{D9FC64D0-DD0C-46AC-8C21-44048B39435B}" destId="{B011361F-AD13-4FE0-9404-333B25C45005}" srcOrd="1" destOrd="0" presId="urn:microsoft.com/office/officeart/2008/layout/HalfCircleOrganizationChart"/>
    <dgm:cxn modelId="{72DD4DBB-F213-40B3-A2D9-3C2137BC2A96}" type="presParOf" srcId="{D9FC64D0-DD0C-46AC-8C21-44048B39435B}" destId="{09FA5A4F-E2D5-4B8F-BE1D-2D4CDDEAC860}" srcOrd="2" destOrd="0" presId="urn:microsoft.com/office/officeart/2008/layout/HalfCircleOrganizationChart"/>
    <dgm:cxn modelId="{23677511-BE1A-439B-9992-D30472CD9F6A}" type="presParOf" srcId="{D9FC64D0-DD0C-46AC-8C21-44048B39435B}" destId="{FC424322-5403-40B9-B87D-CD7221026180}" srcOrd="3" destOrd="0" presId="urn:microsoft.com/office/officeart/2008/layout/HalfCircleOrganizationChart"/>
    <dgm:cxn modelId="{A3F70CFD-3DA1-408F-9DB8-36583FAFE86C}" type="presParOf" srcId="{2E8C995A-B51C-4918-8661-BC392321BE5B}" destId="{F07D8CFC-06DF-4CC7-9623-E12D3616FE4B}" srcOrd="1" destOrd="0" presId="urn:microsoft.com/office/officeart/2008/layout/HalfCircleOrganizationChart"/>
    <dgm:cxn modelId="{07315CAD-D00C-4FBB-852B-2566A9CB13CE}" type="presParOf" srcId="{2E8C995A-B51C-4918-8661-BC392321BE5B}" destId="{E10E8120-E9E2-49AA-99FC-2589C1A80111}" srcOrd="2" destOrd="0" presId="urn:microsoft.com/office/officeart/2008/layout/HalfCircleOrganizationChart"/>
    <dgm:cxn modelId="{24756A9F-DF77-4ACA-B746-59D87D16E05E}" type="presParOf" srcId="{B308A573-944A-4B12-836C-FE72E4812F0B}" destId="{B7676CC9-AEAA-43D3-AE8F-B88DD5816DD0}" srcOrd="4" destOrd="0" presId="urn:microsoft.com/office/officeart/2008/layout/HalfCircleOrganizationChart"/>
    <dgm:cxn modelId="{05D444AD-0944-4498-A97A-CE56740E3897}" type="presParOf" srcId="{B308A573-944A-4B12-836C-FE72E4812F0B}" destId="{227C7F3A-D98B-4039-B598-367966FD4DCA}" srcOrd="5" destOrd="0" presId="urn:microsoft.com/office/officeart/2008/layout/HalfCircleOrganizationChart"/>
    <dgm:cxn modelId="{47FC19CF-52E8-4A75-A39A-6857B0714FC7}" type="presParOf" srcId="{227C7F3A-D98B-4039-B598-367966FD4DCA}" destId="{3600BF75-C643-4B9C-8C54-71C640AC486E}" srcOrd="0" destOrd="0" presId="urn:microsoft.com/office/officeart/2008/layout/HalfCircleOrganizationChart"/>
    <dgm:cxn modelId="{60865943-22E1-4CFA-B2ED-175B3CC69AE3}" type="presParOf" srcId="{3600BF75-C643-4B9C-8C54-71C640AC486E}" destId="{994C16B5-BB52-4B39-AD66-1E77FDA2241E}" srcOrd="0" destOrd="0" presId="urn:microsoft.com/office/officeart/2008/layout/HalfCircleOrganizationChart"/>
    <dgm:cxn modelId="{B7DC4991-5296-425E-9E9C-FA04B1267B23}" type="presParOf" srcId="{3600BF75-C643-4B9C-8C54-71C640AC486E}" destId="{87209134-5CCE-4E61-A963-6B09D860E5C5}" srcOrd="1" destOrd="0" presId="urn:microsoft.com/office/officeart/2008/layout/HalfCircleOrganizationChart"/>
    <dgm:cxn modelId="{2CE111F4-F12F-4F4A-B360-D6DAA90CAC2F}" type="presParOf" srcId="{3600BF75-C643-4B9C-8C54-71C640AC486E}" destId="{C337D63A-C558-42CA-8DF9-AF86CB21BDB9}" srcOrd="2" destOrd="0" presId="urn:microsoft.com/office/officeart/2008/layout/HalfCircleOrganizationChart"/>
    <dgm:cxn modelId="{B131A0D9-88AE-4FA6-8761-0D3B8A31863D}" type="presParOf" srcId="{3600BF75-C643-4B9C-8C54-71C640AC486E}" destId="{640C2AE9-3BA3-4B62-BC29-1FEBECE243ED}" srcOrd="3" destOrd="0" presId="urn:microsoft.com/office/officeart/2008/layout/HalfCircleOrganizationChart"/>
    <dgm:cxn modelId="{7848E7EC-4287-48C4-9320-9A2A6736EFA1}" type="presParOf" srcId="{227C7F3A-D98B-4039-B598-367966FD4DCA}" destId="{8BE1CC5E-2DB5-4750-BF18-F5A2138319E8}" srcOrd="1" destOrd="0" presId="urn:microsoft.com/office/officeart/2008/layout/HalfCircleOrganizationChart"/>
    <dgm:cxn modelId="{54E2FA84-735D-47A7-892F-7A599A1F11E2}" type="presParOf" srcId="{227C7F3A-D98B-4039-B598-367966FD4DCA}" destId="{01B72B6A-C94F-4A3C-BDE5-AB38C1C061B3}" srcOrd="2" destOrd="0" presId="urn:microsoft.com/office/officeart/2008/layout/HalfCircleOrganizationChart"/>
    <dgm:cxn modelId="{C9627B04-D491-437C-8770-FF73D7812360}" type="presParOf" srcId="{B308A573-944A-4B12-836C-FE72E4812F0B}" destId="{EB2B7C26-6A62-42F8-A060-3942504C5A4E}" srcOrd="6" destOrd="0" presId="urn:microsoft.com/office/officeart/2008/layout/HalfCircleOrganizationChart"/>
    <dgm:cxn modelId="{8C3747E5-6401-4C6F-B703-FA1561FF93E7}" type="presParOf" srcId="{B308A573-944A-4B12-836C-FE72E4812F0B}" destId="{FFF78250-EE0C-4AE3-9F92-5AA427607A05}" srcOrd="7" destOrd="0" presId="urn:microsoft.com/office/officeart/2008/layout/HalfCircleOrganizationChart"/>
    <dgm:cxn modelId="{413BC3C0-7D48-4246-A4DD-D8352357AA73}" type="presParOf" srcId="{FFF78250-EE0C-4AE3-9F92-5AA427607A05}" destId="{E646F523-B8E2-49FE-9649-D5DA5C4CF0ED}" srcOrd="0" destOrd="0" presId="urn:microsoft.com/office/officeart/2008/layout/HalfCircleOrganizationChart"/>
    <dgm:cxn modelId="{E31606CE-EE87-43F4-B291-1B8BEF2C5550}" type="presParOf" srcId="{E646F523-B8E2-49FE-9649-D5DA5C4CF0ED}" destId="{9766A20C-4D0E-4F50-875A-30C61A289171}" srcOrd="0" destOrd="0" presId="urn:microsoft.com/office/officeart/2008/layout/HalfCircleOrganizationChart"/>
    <dgm:cxn modelId="{2ED00133-E6CA-49FB-8AD7-7322D99A801A}" type="presParOf" srcId="{E646F523-B8E2-49FE-9649-D5DA5C4CF0ED}" destId="{E1040F95-0243-4068-BCFE-16F42E464C1A}" srcOrd="1" destOrd="0" presId="urn:microsoft.com/office/officeart/2008/layout/HalfCircleOrganizationChart"/>
    <dgm:cxn modelId="{89143D18-BBE9-41F5-A582-951759C9A2D0}" type="presParOf" srcId="{E646F523-B8E2-49FE-9649-D5DA5C4CF0ED}" destId="{1BB3A6BF-0071-4527-A3F2-D81EC8E511D8}" srcOrd="2" destOrd="0" presId="urn:microsoft.com/office/officeart/2008/layout/HalfCircleOrganizationChart"/>
    <dgm:cxn modelId="{4E815FF1-9904-4CBF-A93F-438B77A9A3D5}" type="presParOf" srcId="{E646F523-B8E2-49FE-9649-D5DA5C4CF0ED}" destId="{1AC5F418-1481-43E8-B9B1-3B46DF58E612}" srcOrd="3" destOrd="0" presId="urn:microsoft.com/office/officeart/2008/layout/HalfCircleOrganizationChart"/>
    <dgm:cxn modelId="{7AF9CAA0-F912-40A1-8F00-71ECF6E994A2}" type="presParOf" srcId="{FFF78250-EE0C-4AE3-9F92-5AA427607A05}" destId="{00347AB1-CB89-49B0-89AD-7BFC360F5D64}" srcOrd="1" destOrd="0" presId="urn:microsoft.com/office/officeart/2008/layout/HalfCircleOrganizationChart"/>
    <dgm:cxn modelId="{84F45E76-5684-47F8-A9E6-F5C1B13A1FBD}" type="presParOf" srcId="{FFF78250-EE0C-4AE3-9F92-5AA427607A05}" destId="{BDC6E860-E1D1-461D-ADBE-ABD463121ABE}" srcOrd="2" destOrd="0" presId="urn:microsoft.com/office/officeart/2008/layout/HalfCircleOrganizationChart"/>
    <dgm:cxn modelId="{3B4A914A-157E-46C9-B4DF-6BB9100D2399}" type="presParOf" srcId="{B308A573-944A-4B12-836C-FE72E4812F0B}" destId="{B423B29D-503E-4A79-BEB5-14A084164CE6}" srcOrd="8" destOrd="0" presId="urn:microsoft.com/office/officeart/2008/layout/HalfCircleOrganizationChart"/>
    <dgm:cxn modelId="{0A300B8D-ADB4-45C7-BEDB-E459E78C84F8}" type="presParOf" srcId="{B308A573-944A-4B12-836C-FE72E4812F0B}" destId="{ED50D183-BAEA-4FE3-95D8-EADB94C6A182}" srcOrd="9" destOrd="0" presId="urn:microsoft.com/office/officeart/2008/layout/HalfCircleOrganizationChart"/>
    <dgm:cxn modelId="{90CE4A86-EB8F-4FB7-B3AC-876B5B34F818}" type="presParOf" srcId="{ED50D183-BAEA-4FE3-95D8-EADB94C6A182}" destId="{831C7B74-5DDF-46E1-BEF0-D5B5E8E052A8}" srcOrd="0" destOrd="0" presId="urn:microsoft.com/office/officeart/2008/layout/HalfCircleOrganizationChart"/>
    <dgm:cxn modelId="{84FFB269-D5DE-4B3E-8206-835B273A3A48}" type="presParOf" srcId="{831C7B74-5DDF-46E1-BEF0-D5B5E8E052A8}" destId="{9D322861-A47B-4E38-A702-5006230661F1}" srcOrd="0" destOrd="0" presId="urn:microsoft.com/office/officeart/2008/layout/HalfCircleOrganizationChart"/>
    <dgm:cxn modelId="{16044679-FA32-444D-8DDA-31ECFB99E1C9}" type="presParOf" srcId="{831C7B74-5DDF-46E1-BEF0-D5B5E8E052A8}" destId="{A6878E9E-7756-4BBD-BD3A-B24E94CB3D9C}" srcOrd="1" destOrd="0" presId="urn:microsoft.com/office/officeart/2008/layout/HalfCircleOrganizationChart"/>
    <dgm:cxn modelId="{12D55305-8754-423B-BD7D-E441E1184F4D}" type="presParOf" srcId="{831C7B74-5DDF-46E1-BEF0-D5B5E8E052A8}" destId="{46272B4C-0135-4118-957D-0179E777CD73}" srcOrd="2" destOrd="0" presId="urn:microsoft.com/office/officeart/2008/layout/HalfCircleOrganizationChart"/>
    <dgm:cxn modelId="{8D8714F3-D105-4084-B42B-7E5329E16557}" type="presParOf" srcId="{831C7B74-5DDF-46E1-BEF0-D5B5E8E052A8}" destId="{5C619746-2FC0-4836-9310-A967E05BC92F}" srcOrd="3" destOrd="0" presId="urn:microsoft.com/office/officeart/2008/layout/HalfCircleOrganizationChart"/>
    <dgm:cxn modelId="{3F215CFE-85A2-4292-83FA-BD6D3F1DE0E9}" type="presParOf" srcId="{ED50D183-BAEA-4FE3-95D8-EADB94C6A182}" destId="{C444D961-95C2-4D64-9BB5-254038D796E6}" srcOrd="1" destOrd="0" presId="urn:microsoft.com/office/officeart/2008/layout/HalfCircleOrganizationChart"/>
    <dgm:cxn modelId="{84F47968-79B7-4A1E-839A-CA866BDAFF9E}" type="presParOf" srcId="{ED50D183-BAEA-4FE3-95D8-EADB94C6A182}" destId="{2F62E5CC-2867-4FB4-B2B0-3211D74EC666}" srcOrd="2" destOrd="0" presId="urn:microsoft.com/office/officeart/2008/layout/HalfCircleOrganizationChart"/>
    <dgm:cxn modelId="{FE952081-32B5-4627-9281-3FA853C68289}" type="presParOf" srcId="{B308A573-944A-4B12-836C-FE72E4812F0B}" destId="{F57C4296-63EB-47E1-9A47-2C6577F12636}" srcOrd="10" destOrd="0" presId="urn:microsoft.com/office/officeart/2008/layout/HalfCircleOrganizationChart"/>
    <dgm:cxn modelId="{E8EDD180-DE69-48B7-850C-086C355816B1}" type="presParOf" srcId="{B308A573-944A-4B12-836C-FE72E4812F0B}" destId="{F9BA570E-CB96-4AF6-A68F-4741C835777F}" srcOrd="11" destOrd="0" presId="urn:microsoft.com/office/officeart/2008/layout/HalfCircleOrganizationChart"/>
    <dgm:cxn modelId="{42805D23-3430-44F9-A7F1-62D52D5D2C5F}" type="presParOf" srcId="{F9BA570E-CB96-4AF6-A68F-4741C835777F}" destId="{A9C18B1E-B7DA-4AD6-89E2-9D6D1FFFB187}" srcOrd="0" destOrd="0" presId="urn:microsoft.com/office/officeart/2008/layout/HalfCircleOrganizationChart"/>
    <dgm:cxn modelId="{5BE003D9-9866-48FD-B5B6-856F53964EA7}" type="presParOf" srcId="{A9C18B1E-B7DA-4AD6-89E2-9D6D1FFFB187}" destId="{BC625056-EE03-4F86-A6D0-E3FEA974F6AC}" srcOrd="0" destOrd="0" presId="urn:microsoft.com/office/officeart/2008/layout/HalfCircleOrganizationChart"/>
    <dgm:cxn modelId="{638C378F-19CB-4502-AE39-24D7CD818494}" type="presParOf" srcId="{A9C18B1E-B7DA-4AD6-89E2-9D6D1FFFB187}" destId="{89CAB9E0-B13F-492F-B25F-ADF56D0DD8D6}" srcOrd="1" destOrd="0" presId="urn:microsoft.com/office/officeart/2008/layout/HalfCircleOrganizationChart"/>
    <dgm:cxn modelId="{700C75EE-6CDE-4697-A714-17C9E26E7340}" type="presParOf" srcId="{A9C18B1E-B7DA-4AD6-89E2-9D6D1FFFB187}" destId="{249963B8-E226-4295-AC0D-E465DF9EB0A6}" srcOrd="2" destOrd="0" presId="urn:microsoft.com/office/officeart/2008/layout/HalfCircleOrganizationChart"/>
    <dgm:cxn modelId="{7FB04366-554F-44CF-9FE5-546FC9EBBD90}" type="presParOf" srcId="{A9C18B1E-B7DA-4AD6-89E2-9D6D1FFFB187}" destId="{10A835DF-7E28-4593-A460-8CC269501E10}" srcOrd="3" destOrd="0" presId="urn:microsoft.com/office/officeart/2008/layout/HalfCircleOrganizationChart"/>
    <dgm:cxn modelId="{4D13B362-D256-4BEC-94F2-B1A5167B28E3}" type="presParOf" srcId="{F9BA570E-CB96-4AF6-A68F-4741C835777F}" destId="{D100834E-60EC-4598-9179-BE25A9DBA30E}" srcOrd="1" destOrd="0" presId="urn:microsoft.com/office/officeart/2008/layout/HalfCircleOrganizationChart"/>
    <dgm:cxn modelId="{4BF18BCB-044E-4AC6-9CC8-AED5B9DE2ECD}" type="presParOf" srcId="{F9BA570E-CB96-4AF6-A68F-4741C835777F}" destId="{749A8391-8E69-4BB1-BE1A-9036A47C311E}" srcOrd="2" destOrd="0" presId="urn:microsoft.com/office/officeart/2008/layout/HalfCircleOrganizationChart"/>
    <dgm:cxn modelId="{C586DFBE-8757-41DD-9F9B-466B43E93D23}" type="presParOf" srcId="{DAE12268-1835-42BB-8232-42E8CB134D68}" destId="{F3290297-377A-4197-B04F-605FF6D1DCF2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C4296-63EB-47E1-9A47-2C6577F12636}">
      <dsp:nvSpPr>
        <dsp:cNvPr id="0" name=""/>
        <dsp:cNvSpPr/>
      </dsp:nvSpPr>
      <dsp:spPr>
        <a:xfrm>
          <a:off x="5292851" y="1646189"/>
          <a:ext cx="4539216" cy="31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59"/>
              </a:lnTo>
              <a:lnTo>
                <a:pt x="4539216" y="157559"/>
              </a:lnTo>
              <a:lnTo>
                <a:pt x="4539216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23B29D-503E-4A79-BEB5-14A084164CE6}">
      <dsp:nvSpPr>
        <dsp:cNvPr id="0" name=""/>
        <dsp:cNvSpPr/>
      </dsp:nvSpPr>
      <dsp:spPr>
        <a:xfrm>
          <a:off x="5292851" y="1646189"/>
          <a:ext cx="2723529" cy="31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59"/>
              </a:lnTo>
              <a:lnTo>
                <a:pt x="2723529" y="157559"/>
              </a:lnTo>
              <a:lnTo>
                <a:pt x="2723529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2B7C26-6A62-42F8-A060-3942504C5A4E}">
      <dsp:nvSpPr>
        <dsp:cNvPr id="0" name=""/>
        <dsp:cNvSpPr/>
      </dsp:nvSpPr>
      <dsp:spPr>
        <a:xfrm>
          <a:off x="5292851" y="1646189"/>
          <a:ext cx="907843" cy="31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59"/>
              </a:lnTo>
              <a:lnTo>
                <a:pt x="907843" y="157559"/>
              </a:lnTo>
              <a:lnTo>
                <a:pt x="907843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76CC9-AEAA-43D3-AE8F-B88DD5816DD0}">
      <dsp:nvSpPr>
        <dsp:cNvPr id="0" name=""/>
        <dsp:cNvSpPr/>
      </dsp:nvSpPr>
      <dsp:spPr>
        <a:xfrm>
          <a:off x="4385008" y="1646189"/>
          <a:ext cx="907843" cy="315119"/>
        </a:xfrm>
        <a:custGeom>
          <a:avLst/>
          <a:gdLst/>
          <a:ahLst/>
          <a:cxnLst/>
          <a:rect l="0" t="0" r="0" b="0"/>
          <a:pathLst>
            <a:path>
              <a:moveTo>
                <a:pt x="907843" y="0"/>
              </a:moveTo>
              <a:lnTo>
                <a:pt x="907843" y="157559"/>
              </a:lnTo>
              <a:lnTo>
                <a:pt x="0" y="157559"/>
              </a:lnTo>
              <a:lnTo>
                <a:pt x="0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375488-C368-487B-9C22-9FC4E69D8B35}">
      <dsp:nvSpPr>
        <dsp:cNvPr id="0" name=""/>
        <dsp:cNvSpPr/>
      </dsp:nvSpPr>
      <dsp:spPr>
        <a:xfrm>
          <a:off x="2569322" y="1646189"/>
          <a:ext cx="2723529" cy="315119"/>
        </a:xfrm>
        <a:custGeom>
          <a:avLst/>
          <a:gdLst/>
          <a:ahLst/>
          <a:cxnLst/>
          <a:rect l="0" t="0" r="0" b="0"/>
          <a:pathLst>
            <a:path>
              <a:moveTo>
                <a:pt x="2723529" y="0"/>
              </a:moveTo>
              <a:lnTo>
                <a:pt x="2723529" y="157559"/>
              </a:lnTo>
              <a:lnTo>
                <a:pt x="0" y="157559"/>
              </a:lnTo>
              <a:lnTo>
                <a:pt x="0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C346A5-3AD6-4D58-AF37-B10FE83ECDF8}">
      <dsp:nvSpPr>
        <dsp:cNvPr id="0" name=""/>
        <dsp:cNvSpPr/>
      </dsp:nvSpPr>
      <dsp:spPr>
        <a:xfrm>
          <a:off x="753635" y="1646189"/>
          <a:ext cx="4539216" cy="315119"/>
        </a:xfrm>
        <a:custGeom>
          <a:avLst/>
          <a:gdLst/>
          <a:ahLst/>
          <a:cxnLst/>
          <a:rect l="0" t="0" r="0" b="0"/>
          <a:pathLst>
            <a:path>
              <a:moveTo>
                <a:pt x="4539216" y="0"/>
              </a:moveTo>
              <a:lnTo>
                <a:pt x="4539216" y="157559"/>
              </a:lnTo>
              <a:lnTo>
                <a:pt x="0" y="157559"/>
              </a:lnTo>
              <a:lnTo>
                <a:pt x="0" y="31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9FA5F-5DBD-4CC8-99A8-F0727241FDC3}">
      <dsp:nvSpPr>
        <dsp:cNvPr id="0" name=""/>
        <dsp:cNvSpPr/>
      </dsp:nvSpPr>
      <dsp:spPr>
        <a:xfrm>
          <a:off x="4917710" y="895906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F59CF-108E-4076-9631-66F456545FCE}">
      <dsp:nvSpPr>
        <dsp:cNvPr id="0" name=""/>
        <dsp:cNvSpPr/>
      </dsp:nvSpPr>
      <dsp:spPr>
        <a:xfrm>
          <a:off x="4917710" y="895906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ED79A-90C6-4F11-9CF2-2890F8BE977E}">
      <dsp:nvSpPr>
        <dsp:cNvPr id="0" name=""/>
        <dsp:cNvSpPr/>
      </dsp:nvSpPr>
      <dsp:spPr>
        <a:xfrm>
          <a:off x="4542568" y="1030957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0000"/>
              </a:solidFill>
            </a:rPr>
            <a:t>Service container</a:t>
          </a:r>
        </a:p>
      </dsp:txBody>
      <dsp:txXfrm>
        <a:off x="4542568" y="1030957"/>
        <a:ext cx="1500567" cy="480181"/>
      </dsp:txXfrm>
    </dsp:sp>
    <dsp:sp modelId="{9B17E16F-3C79-4015-B6D5-68AF22613DF1}">
      <dsp:nvSpPr>
        <dsp:cNvPr id="0" name=""/>
        <dsp:cNvSpPr/>
      </dsp:nvSpPr>
      <dsp:spPr>
        <a:xfrm>
          <a:off x="378493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15EBE-610E-475B-902F-B2721A263858}">
      <dsp:nvSpPr>
        <dsp:cNvPr id="0" name=""/>
        <dsp:cNvSpPr/>
      </dsp:nvSpPr>
      <dsp:spPr>
        <a:xfrm>
          <a:off x="378493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19ADEB-768B-4A7E-85FA-CB6F5EEF4966}">
      <dsp:nvSpPr>
        <dsp:cNvPr id="0" name=""/>
        <dsp:cNvSpPr/>
      </dsp:nvSpPr>
      <dsp:spPr>
        <a:xfrm>
          <a:off x="3351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Session</a:t>
          </a:r>
        </a:p>
      </dsp:txBody>
      <dsp:txXfrm>
        <a:off x="3351" y="2096360"/>
        <a:ext cx="1500567" cy="480181"/>
      </dsp:txXfrm>
    </dsp:sp>
    <dsp:sp modelId="{B011361F-AD13-4FE0-9404-333B25C45005}">
      <dsp:nvSpPr>
        <dsp:cNvPr id="0" name=""/>
        <dsp:cNvSpPr/>
      </dsp:nvSpPr>
      <dsp:spPr>
        <a:xfrm>
          <a:off x="2194180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FA5A4F-E2D5-4B8F-BE1D-2D4CDDEAC860}">
      <dsp:nvSpPr>
        <dsp:cNvPr id="0" name=""/>
        <dsp:cNvSpPr/>
      </dsp:nvSpPr>
      <dsp:spPr>
        <a:xfrm>
          <a:off x="2194180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9F479F-1860-4D16-B66F-A81832834A2A}">
      <dsp:nvSpPr>
        <dsp:cNvPr id="0" name=""/>
        <dsp:cNvSpPr/>
      </dsp:nvSpPr>
      <dsp:spPr>
        <a:xfrm>
          <a:off x="1819038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Response</a:t>
          </a:r>
        </a:p>
      </dsp:txBody>
      <dsp:txXfrm>
        <a:off x="1819038" y="2096360"/>
        <a:ext cx="1500567" cy="480181"/>
      </dsp:txXfrm>
    </dsp:sp>
    <dsp:sp modelId="{87209134-5CCE-4E61-A963-6B09D860E5C5}">
      <dsp:nvSpPr>
        <dsp:cNvPr id="0" name=""/>
        <dsp:cNvSpPr/>
      </dsp:nvSpPr>
      <dsp:spPr>
        <a:xfrm>
          <a:off x="4009866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37D63A-C558-42CA-8DF9-AF86CB21BDB9}">
      <dsp:nvSpPr>
        <dsp:cNvPr id="0" name=""/>
        <dsp:cNvSpPr/>
      </dsp:nvSpPr>
      <dsp:spPr>
        <a:xfrm>
          <a:off x="4009866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4C16B5-BB52-4B39-AD66-1E77FDA2241E}">
      <dsp:nvSpPr>
        <dsp:cNvPr id="0" name=""/>
        <dsp:cNvSpPr/>
      </dsp:nvSpPr>
      <dsp:spPr>
        <a:xfrm>
          <a:off x="3634724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URL</a:t>
          </a:r>
        </a:p>
      </dsp:txBody>
      <dsp:txXfrm>
        <a:off x="3634724" y="2096360"/>
        <a:ext cx="1500567" cy="480181"/>
      </dsp:txXfrm>
    </dsp:sp>
    <dsp:sp modelId="{E1040F95-0243-4068-BCFE-16F42E464C1A}">
      <dsp:nvSpPr>
        <dsp:cNvPr id="0" name=""/>
        <dsp:cNvSpPr/>
      </dsp:nvSpPr>
      <dsp:spPr>
        <a:xfrm>
          <a:off x="5825553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B3A6BF-0071-4527-A3F2-D81EC8E511D8}">
      <dsp:nvSpPr>
        <dsp:cNvPr id="0" name=""/>
        <dsp:cNvSpPr/>
      </dsp:nvSpPr>
      <dsp:spPr>
        <a:xfrm>
          <a:off x="5825553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66A20C-4D0E-4F50-875A-30C61A289171}">
      <dsp:nvSpPr>
        <dsp:cNvPr id="0" name=""/>
        <dsp:cNvSpPr/>
      </dsp:nvSpPr>
      <dsp:spPr>
        <a:xfrm>
          <a:off x="5450411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</a:t>
          </a:r>
        </a:p>
      </dsp:txBody>
      <dsp:txXfrm>
        <a:off x="5450411" y="2096360"/>
        <a:ext cx="1500567" cy="480181"/>
      </dsp:txXfrm>
    </dsp:sp>
    <dsp:sp modelId="{A6878E9E-7756-4BBD-BD3A-B24E94CB3D9C}">
      <dsp:nvSpPr>
        <dsp:cNvPr id="0" name=""/>
        <dsp:cNvSpPr/>
      </dsp:nvSpPr>
      <dsp:spPr>
        <a:xfrm>
          <a:off x="7641240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272B4C-0135-4118-957D-0179E777CD73}">
      <dsp:nvSpPr>
        <dsp:cNvPr id="0" name=""/>
        <dsp:cNvSpPr/>
      </dsp:nvSpPr>
      <dsp:spPr>
        <a:xfrm>
          <a:off x="7641240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322861-A47B-4E38-A702-5006230661F1}">
      <dsp:nvSpPr>
        <dsp:cNvPr id="0" name=""/>
        <dsp:cNvSpPr/>
      </dsp:nvSpPr>
      <dsp:spPr>
        <a:xfrm>
          <a:off x="7266098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Route</a:t>
          </a:r>
        </a:p>
      </dsp:txBody>
      <dsp:txXfrm>
        <a:off x="7266098" y="2096360"/>
        <a:ext cx="1500567" cy="480181"/>
      </dsp:txXfrm>
    </dsp:sp>
    <dsp:sp modelId="{89CAB9E0-B13F-492F-B25F-ADF56D0DD8D6}">
      <dsp:nvSpPr>
        <dsp:cNvPr id="0" name=""/>
        <dsp:cNvSpPr/>
      </dsp:nvSpPr>
      <dsp:spPr>
        <a:xfrm>
          <a:off x="9456926" y="1961309"/>
          <a:ext cx="750283" cy="750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9963B8-E226-4295-AC0D-E465DF9EB0A6}">
      <dsp:nvSpPr>
        <dsp:cNvPr id="0" name=""/>
        <dsp:cNvSpPr/>
      </dsp:nvSpPr>
      <dsp:spPr>
        <a:xfrm>
          <a:off x="9456926" y="1961309"/>
          <a:ext cx="750283" cy="750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625056-EE03-4F86-A6D0-E3FEA974F6AC}">
      <dsp:nvSpPr>
        <dsp:cNvPr id="0" name=""/>
        <dsp:cNvSpPr/>
      </dsp:nvSpPr>
      <dsp:spPr>
        <a:xfrm>
          <a:off x="9081784" y="2096360"/>
          <a:ext cx="1500567" cy="4801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……</a:t>
          </a:r>
        </a:p>
      </dsp:txBody>
      <dsp:txXfrm>
        <a:off x="9081784" y="2096360"/>
        <a:ext cx="1500567" cy="480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536AC69-BA63-4D3F-9F45-76AD02654DB7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C949A8D-11CC-4C1B-8BFD-F70102F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9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https://app.pluralsight.com/course-player?clipId=526d2f7e-e537-4ea2-8b88-3561d9ba0c69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49A8D-11CC-4C1B-8BFD-F70102FAF3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4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421B-67BE-40EE-BA3C-14C2D023D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5469A-5F69-4109-A347-18AD69528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C810-A02D-4549-9B2F-24328927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E6927-28FF-4833-88C9-5E603CB6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D29A-AF3D-4E42-BAEF-BFC8BCE3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3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858C-D85A-40E4-85C4-1B9D7F85D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96" y="924025"/>
            <a:ext cx="11146055" cy="5272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986F9-9F11-45F1-B1CA-31C2855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B7F8-B9A6-4DAB-8BC5-C030BB8E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A370-5B2C-499F-B847-72273F43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111871-092C-4D0F-85A5-864376A3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97" y="95618"/>
            <a:ext cx="11146055" cy="703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223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C8F8-6F62-4FDB-8859-5B5B334A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D2C6-49F7-4073-8547-32D8A7677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48F7-7CF0-4017-B003-330E2223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6724B-0470-4D50-B3F5-F35612EA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FD82A-6851-485A-B702-CDE6F45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78E1-69E3-4CBA-B758-C38AE9E8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349C-F1A4-462C-B524-A1EBD500B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439B2-4CB9-4DFB-A145-BB4BC516E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C257A-38AF-446C-895F-C3F1F9874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BC857-6F1F-4F82-A4E1-E34380FC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A4A66-C1F7-4A55-830E-93042E91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8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829F-1538-4C60-9CA1-C333A15B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8A480-C75B-4C6A-A5FD-8C2892E5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1B97-8034-4A0F-A91E-CD62E053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E39CE-473F-4541-B345-462CABF8E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703F3E-38D7-4D7E-BC92-665E24D9B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B8B33-DDE6-4A71-956B-D4FB69B4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8555B-926D-4175-9195-16A1B19F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3D656-FFBF-40B5-B72D-A3583FA8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4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1871-092C-4D0F-85A5-864376A3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97" y="95618"/>
            <a:ext cx="11146055" cy="703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E8FDF-F6E7-4D13-90CC-F65A9968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998D2-3300-4D68-B179-3E5D0F1A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FE4A2-05A8-4BA7-AC76-C30FF773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3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5B0E5-3B2D-42DB-81D6-0A3467E8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4C6FD-1B6B-491A-BC4B-56AD1773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673FC-A9FC-4E41-8461-C064A105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3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A70C-D54B-4D6E-B0DB-A7F314F8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5D8C-6600-419B-AC2F-BC684414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4FD63-A61A-4938-BFD5-1F04BD3D4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6F102-8492-46D1-81D4-ADA300AF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F0DEE-BCBE-4BC8-B812-1C003673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D50A2-8E41-499B-99E7-39224DC6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0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9853-1F25-40C1-A229-54BD038F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531B7-E442-4612-B351-A464B7B0A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F1F34-9211-42BB-ABEB-332270016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0C484-5651-4753-ACE4-A46BBBE4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F4A06-2C7D-4425-8468-D3F757A9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099D8-077F-4A58-94BB-209594D2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7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2F2C-C9B9-4586-9FC9-47C5A2FE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B3AC9-E894-4090-ACCA-579B6015A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A94DE-C489-4CEC-BEF5-07C76C0A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BD6A2-F16D-456C-9E3C-42825C42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0473-D82C-4327-842F-F83AB1A1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0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B1FE8-935F-4B02-9094-57CD31C2D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BBFCC-ED11-4842-9167-3E258F428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AA92-72BC-4A65-B1B3-E90D6E9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D233-DF5F-40B4-BB1C-E5C01ED2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95E94-ED5C-48A0-A2DE-AFF2260F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7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E9074-B069-4754-A480-8793FEA4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E1E28-45C9-418E-8FE6-98E125EB5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C334F-3C45-46EE-830F-9B456050F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D50B9-BE59-461B-8875-C9A23058EB0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B1391-9D6F-470A-BBDE-99A85847A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659A5-4E56-42BC-89BF-43CEDFBA0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27A4E-5226-4220-9FDA-B05E957F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1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composer.org/" TargetMode="External"/><Relationship Id="rId2" Type="http://schemas.openxmlformats.org/officeDocument/2006/relationships/hyperlink" Target="https://laravel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193D-A04B-4D54-80CE-EC1AE3173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997A3-02E8-4F0B-ADFB-93F5CBCAA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Medhat Elmasry</a:t>
            </a:r>
          </a:p>
        </p:txBody>
      </p:sp>
      <p:pic>
        <p:nvPicPr>
          <p:cNvPr id="1030" name="Picture 6" descr="php Laravel | Toolbo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804862"/>
            <a:ext cx="4762500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081" y="2141516"/>
            <a:ext cx="2190863" cy="79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9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B7664-3865-4BA3-9EEE-593A3088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Laravel?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aravel Quick Tip: Model Route Binding - SitePoint">
            <a:extLst>
              <a:ext uri="{FF2B5EF4-FFF2-40B4-BE49-F238E27FC236}">
                <a16:creationId xmlns:a16="http://schemas.microsoft.com/office/drawing/2014/main" id="{D95E433F-63D6-441A-8FA7-FB1500E2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843" y="3243470"/>
            <a:ext cx="3023692" cy="20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E36AD-2A9A-433D-AE40-ED882A9A74E5}"/>
              </a:ext>
            </a:extLst>
          </p:cNvPr>
          <p:cNvSpPr txBox="1"/>
          <p:nvPr/>
        </p:nvSpPr>
        <p:spPr>
          <a:xfrm>
            <a:off x="2626519" y="3864035"/>
            <a:ext cx="1955620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PHP Framework</a:t>
            </a:r>
            <a:endParaRPr lang="en-US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45159-156B-4B97-9C1F-7230149B58A3}"/>
              </a:ext>
            </a:extLst>
          </p:cNvPr>
          <p:cNvSpPr txBox="1"/>
          <p:nvPr/>
        </p:nvSpPr>
        <p:spPr>
          <a:xfrm>
            <a:off x="6878270" y="2487258"/>
            <a:ext cx="2942705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Tons of Utilities &amp; Helpers</a:t>
            </a:r>
            <a:endParaRPr 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98A27-131E-4842-B0E3-7F400AEA0649}"/>
              </a:ext>
            </a:extLst>
          </p:cNvPr>
          <p:cNvSpPr txBox="1"/>
          <p:nvPr/>
        </p:nvSpPr>
        <p:spPr>
          <a:xfrm>
            <a:off x="3146398" y="5436215"/>
            <a:ext cx="3562780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Model-View-Controller (MVC)</a:t>
            </a:r>
            <a:endParaRPr lang="en-US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69401-1F9C-423B-9725-36CCE0D5DFC8}"/>
              </a:ext>
            </a:extLst>
          </p:cNvPr>
          <p:cNvSpPr txBox="1"/>
          <p:nvPr/>
        </p:nvSpPr>
        <p:spPr>
          <a:xfrm>
            <a:off x="7797783" y="3350934"/>
            <a:ext cx="1791327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Beautiful Code</a:t>
            </a:r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7C79B-7BE8-47A5-8243-B68913F41D1F}"/>
              </a:ext>
            </a:extLst>
          </p:cNvPr>
          <p:cNvSpPr txBox="1"/>
          <p:nvPr/>
        </p:nvSpPr>
        <p:spPr>
          <a:xfrm>
            <a:off x="7797783" y="4220727"/>
            <a:ext cx="1954295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Syntactical Sugar</a:t>
            </a:r>
            <a:endParaRPr lang="en-US" sz="3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9D2CA-4F8C-4C39-B888-C7E196343929}"/>
              </a:ext>
            </a:extLst>
          </p:cNvPr>
          <p:cNvSpPr txBox="1"/>
          <p:nvPr/>
        </p:nvSpPr>
        <p:spPr>
          <a:xfrm>
            <a:off x="2707341" y="4650125"/>
            <a:ext cx="2942705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Secure, Lean &amp; Fast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E3E20-6EFA-440A-BC9B-AC3933FA4E07}"/>
              </a:ext>
            </a:extLst>
          </p:cNvPr>
          <p:cNvSpPr txBox="1"/>
          <p:nvPr/>
        </p:nvSpPr>
        <p:spPr>
          <a:xfrm>
            <a:off x="2626519" y="2425605"/>
            <a:ext cx="2942705" cy="770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 Documentation</a:t>
            </a:r>
          </a:p>
          <a:p>
            <a:pPr defTabSz="557784">
              <a:spcAft>
                <a:spcPts val="600"/>
              </a:spcAft>
            </a:pP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https://laravel.com</a:t>
            </a: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03CDB-5DC5-46E7-97BE-85DCDAA23E12}"/>
              </a:ext>
            </a:extLst>
          </p:cNvPr>
          <p:cNvSpPr txBox="1"/>
          <p:nvPr/>
        </p:nvSpPr>
        <p:spPr>
          <a:xfrm>
            <a:off x="5377075" y="3105759"/>
            <a:ext cx="1782212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 Ecosystem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CAFD4D-C0D5-4EF6-ACF2-E38220713D8E}"/>
              </a:ext>
            </a:extLst>
          </p:cNvPr>
          <p:cNvSpPr txBox="1"/>
          <p:nvPr/>
        </p:nvSpPr>
        <p:spPr>
          <a:xfrm>
            <a:off x="7144018" y="5174878"/>
            <a:ext cx="2411208" cy="392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7784">
              <a:spcAft>
                <a:spcPts val="600"/>
              </a:spcAft>
            </a:pPr>
            <a:r>
              <a:rPr lang="en-US" sz="195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Awesome Community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5025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553B7F-0D4C-C3E1-D6B3-CAB79F7CB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Opinionated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A6974F-E330-2C16-DBFA-8C113CB10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dirty="0"/>
              <a:t>Laravel is said to be opinionated. This means that you must put your code in the proper directories for it to work properly.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DC1745-DE19-A7A9-A6B3-991F78751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20468"/>
              </p:ext>
            </p:extLst>
          </p:nvPr>
        </p:nvGraphicFramePr>
        <p:xfrm>
          <a:off x="5445457" y="1891235"/>
          <a:ext cx="6155142" cy="3099272"/>
        </p:xfrm>
        <a:graphic>
          <a:graphicData uri="http://schemas.openxmlformats.org/drawingml/2006/table">
            <a:tbl>
              <a:tblPr firstRow="1" firstCol="1" bandRow="1"/>
              <a:tblGrid>
                <a:gridCol w="3545880">
                  <a:extLst>
                    <a:ext uri="{9D8B030D-6E8A-4147-A177-3AD203B41FA5}">
                      <a16:colId xmlns:a16="http://schemas.microsoft.com/office/drawing/2014/main" val="721572682"/>
                    </a:ext>
                  </a:extLst>
                </a:gridCol>
                <a:gridCol w="2609262">
                  <a:extLst>
                    <a:ext uri="{9D8B030D-6E8A-4147-A177-3AD203B41FA5}">
                      <a16:colId xmlns:a16="http://schemas.microsoft.com/office/drawing/2014/main" val="3457851032"/>
                    </a:ext>
                  </a:extLst>
                </a:gridCol>
              </a:tblGrid>
              <a:tr h="99531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app/Http/Controllers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Contains controller files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21040"/>
                  </a:ext>
                </a:extLst>
              </a:tr>
              <a:tr h="99531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app/Models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Contains Models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58968"/>
                  </a:ext>
                </a:extLst>
              </a:tr>
              <a:tr h="55432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resources/views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Views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411593"/>
                  </a:ext>
                </a:extLst>
              </a:tr>
              <a:tr h="55432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routes</a:t>
                      </a:r>
                      <a:endParaRPr lang="en-CA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CA" sz="27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Routes</a:t>
                      </a:r>
                      <a:endParaRPr lang="en-CA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8591" marR="168591" marT="234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201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93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9">
            <a:extLst>
              <a:ext uri="{FF2B5EF4-FFF2-40B4-BE49-F238E27FC236}">
                <a16:creationId xmlns:a16="http://schemas.microsoft.com/office/drawing/2014/main" id="{86295E7F-EA66-480B-B001-C8BE7CD61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0040" y="4892040"/>
            <a:ext cx="11548872" cy="1645920"/>
          </a:xfrm>
          <a:prstGeom prst="rect">
            <a:avLst/>
          </a:prstGeom>
          <a:solidFill>
            <a:srgbClr val="262626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D26CA-6C4C-46D0-AC20-C5C631D0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86" y="5091762"/>
            <a:ext cx="7484787" cy="12645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Non-MVC vs MVC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4512C2-FD46-4D47-A05E-E23DA19B4C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81" r="-1" b="200"/>
          <a:stretch/>
        </p:blipFill>
        <p:spPr>
          <a:xfrm>
            <a:off x="320040" y="333292"/>
            <a:ext cx="11548872" cy="4462272"/>
          </a:xfrm>
          <a:prstGeom prst="rect">
            <a:avLst/>
          </a:prstGeom>
        </p:spPr>
      </p:pic>
      <p:cxnSp>
        <p:nvCxnSpPr>
          <p:cNvPr id="53" name="Straight Connector 31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958159" y="1115568"/>
            <a:ext cx="10058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chemeClr val="accent6">
                    <a:lumMod val="75000"/>
                  </a:schemeClr>
                </a:solidFill>
              </a:rPr>
              <a:t>HTML</a:t>
            </a:r>
          </a:p>
          <a:p>
            <a:endParaRPr lang="en-CA" sz="2400"/>
          </a:p>
          <a:p>
            <a:r>
              <a:rPr lang="en-CA" sz="2400" b="1">
                <a:solidFill>
                  <a:schemeClr val="accent2"/>
                </a:solidFill>
              </a:rPr>
              <a:t>PHP</a:t>
            </a:r>
          </a:p>
          <a:p>
            <a:endParaRPr lang="en-CA" sz="2400"/>
          </a:p>
          <a:p>
            <a:r>
              <a:rPr lang="en-CA" sz="2400" b="1">
                <a:solidFill>
                  <a:schemeClr val="accent5"/>
                </a:solidFill>
              </a:rPr>
              <a:t>Data</a:t>
            </a:r>
            <a:endParaRPr lang="en-CA" sz="2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1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FFA7-8F0A-4485-9D08-D4C3D539C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Model-View-Controller (MVC)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87" y="236054"/>
            <a:ext cx="9243225" cy="527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17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7A0D1-DC48-4926-852E-7A370A75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Installing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E37E-07C3-40A0-8AAE-243FD1B8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2254618"/>
            <a:ext cx="7858539" cy="3908585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dirty="0">
                <a:hlinkClick r:id="rId2"/>
              </a:rPr>
              <a:t>https://laravel.com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First, you need composer (PHP package manager) from </a:t>
            </a:r>
            <a:r>
              <a:rPr lang="en-US" sz="2000" dirty="0">
                <a:hlinkClick r:id="rId3"/>
              </a:rPr>
              <a:t>https://getcomposer.org</a:t>
            </a:r>
            <a:endParaRPr lang="en-US" sz="2000" dirty="0"/>
          </a:p>
          <a:p>
            <a:r>
              <a:rPr lang="en-US" sz="2000" dirty="0"/>
              <a:t>Install Laravel</a:t>
            </a:r>
          </a:p>
          <a:p>
            <a:endParaRPr lang="en-US" sz="2000" dirty="0"/>
          </a:p>
          <a:p>
            <a:pPr marL="0"/>
            <a:r>
              <a:rPr lang="en-US" sz="1800" dirty="0">
                <a:latin typeface="Lucida Console" panose="020B0609040504020204" pitchFamily="49" charset="0"/>
              </a:rPr>
              <a:t>composer create-project </a:t>
            </a:r>
            <a:r>
              <a:rPr lang="en-US" sz="1800" dirty="0" err="1">
                <a:latin typeface="Lucida Console" panose="020B0609040504020204" pitchFamily="49" charset="0"/>
              </a:rPr>
              <a:t>laravel</a:t>
            </a:r>
            <a:r>
              <a:rPr lang="en-US" sz="1800" dirty="0">
                <a:latin typeface="Lucida Console" panose="020B0609040504020204" pitchFamily="49" charset="0"/>
              </a:rPr>
              <a:t>/</a:t>
            </a:r>
            <a:r>
              <a:rPr lang="en-US" sz="1800" dirty="0" err="1">
                <a:latin typeface="Lucida Console" panose="020B0609040504020204" pitchFamily="49" charset="0"/>
              </a:rPr>
              <a:t>laravel</a:t>
            </a:r>
            <a:r>
              <a:rPr lang="en-US" sz="1800" dirty="0">
                <a:latin typeface="Lucida Console" panose="020B0609040504020204" pitchFamily="49" charset="0"/>
              </a:rPr>
              <a:t> FOLDER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9B7C6-45F7-4AD5-BDBD-0308BB3A77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2" r="1168" b="1"/>
          <a:stretch/>
        </p:blipFill>
        <p:spPr>
          <a:xfrm>
            <a:off x="7246902" y="717012"/>
            <a:ext cx="4005065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4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Enable these extensions in </a:t>
            </a:r>
            <a:r>
              <a:rPr lang="en-CA" i="1" dirty="0"/>
              <a:t>php.ini</a:t>
            </a:r>
          </a:p>
          <a:p>
            <a:pPr marL="457200" lvl="1" indent="0">
              <a:buNone/>
            </a:pPr>
            <a:r>
              <a:rPr lang="en-CA" sz="2000" dirty="0" err="1">
                <a:latin typeface="Lucida Console" panose="020B0609040504020204" pitchFamily="49" charset="0"/>
              </a:rPr>
              <a:t>extension_dir</a:t>
            </a:r>
            <a:r>
              <a:rPr lang="en-CA" sz="2000" dirty="0">
                <a:latin typeface="Lucida Console" panose="020B0609040504020204" pitchFamily="49" charset="0"/>
              </a:rPr>
              <a:t>="</a:t>
            </a:r>
            <a:r>
              <a:rPr lang="en-CA" sz="2000" dirty="0" err="1">
                <a:latin typeface="Lucida Console" panose="020B0609040504020204" pitchFamily="49" charset="0"/>
              </a:rPr>
              <a:t>ext</a:t>
            </a:r>
            <a:r>
              <a:rPr lang="en-CA" sz="2000" dirty="0">
                <a:latin typeface="Lucida Console" panose="020B0609040504020204" pitchFamily="49" charset="0"/>
              </a:rPr>
              <a:t>"</a:t>
            </a:r>
          </a:p>
          <a:p>
            <a:pPr marL="457200" lvl="1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extension=</a:t>
            </a:r>
            <a:r>
              <a:rPr lang="en-CA" sz="2000" dirty="0" err="1">
                <a:latin typeface="Lucida Console" panose="020B0609040504020204" pitchFamily="49" charset="0"/>
              </a:rPr>
              <a:t>openssl</a:t>
            </a:r>
            <a:endParaRPr lang="en-CA" sz="2000" dirty="0">
              <a:latin typeface="Lucida Console" panose="020B0609040504020204" pitchFamily="49" charset="0"/>
            </a:endParaRPr>
          </a:p>
          <a:p>
            <a:pPr marL="457200" lvl="1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extension=</a:t>
            </a:r>
            <a:r>
              <a:rPr lang="en-CA" sz="2000" dirty="0" err="1">
                <a:latin typeface="Lucida Console" panose="020B0609040504020204" pitchFamily="49" charset="0"/>
              </a:rPr>
              <a:t>mbstring</a:t>
            </a:r>
            <a:endParaRPr lang="en-CA" sz="2000" dirty="0">
              <a:latin typeface="Lucida Console" panose="020B0609040504020204" pitchFamily="49" charset="0"/>
            </a:endParaRPr>
          </a:p>
          <a:p>
            <a:pPr marL="457200" lvl="1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extension=</a:t>
            </a:r>
            <a:r>
              <a:rPr lang="en-CA" sz="2000" dirty="0" err="1">
                <a:latin typeface="Lucida Console" panose="020B0609040504020204" pitchFamily="49" charset="0"/>
              </a:rPr>
              <a:t>fileinfo</a:t>
            </a:r>
            <a:endParaRPr lang="en-CA" sz="2000" dirty="0">
              <a:latin typeface="Lucida Console" panose="020B0609040504020204" pitchFamily="49" charset="0"/>
            </a:endParaRPr>
          </a:p>
          <a:p>
            <a:pPr marL="457200" lvl="1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extension=zip</a:t>
            </a:r>
          </a:p>
          <a:p>
            <a:pPr marL="457200" lvl="1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extension=</a:t>
            </a:r>
            <a:r>
              <a:rPr lang="en-CA" sz="2000" dirty="0" err="1">
                <a:latin typeface="Lucida Console" panose="020B0609040504020204" pitchFamily="49" charset="0"/>
              </a:rPr>
              <a:t>pdo_mysql</a:t>
            </a:r>
            <a:endParaRPr lang="en-CA" sz="20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br>
              <a:rPr lang="en-CA" sz="2000" dirty="0">
                <a:latin typeface="Lucida Console" panose="020B0609040504020204" pitchFamily="49" charset="0"/>
              </a:rPr>
            </a:br>
            <a:r>
              <a:rPr lang="en-CA" sz="2000" dirty="0">
                <a:latin typeface="Lucida Console" panose="020B0609040504020204" pitchFamily="49" charset="0"/>
              </a:rPr>
              <a:t>composer create-project </a:t>
            </a:r>
            <a:r>
              <a:rPr lang="en-CA" sz="2000" dirty="0" err="1">
                <a:latin typeface="Lucida Console" panose="020B0609040504020204" pitchFamily="49" charset="0"/>
              </a:rPr>
              <a:t>laravel</a:t>
            </a:r>
            <a:r>
              <a:rPr lang="en-CA" sz="2000" dirty="0">
                <a:latin typeface="Lucida Console" panose="020B0609040504020204" pitchFamily="49" charset="0"/>
              </a:rPr>
              <a:t>/</a:t>
            </a:r>
            <a:r>
              <a:rPr lang="en-CA" sz="2000" dirty="0" err="1">
                <a:latin typeface="Lucida Console" panose="020B0609040504020204" pitchFamily="49" charset="0"/>
              </a:rPr>
              <a:t>laravel</a:t>
            </a:r>
            <a:r>
              <a:rPr lang="en-CA" sz="2000" dirty="0">
                <a:latin typeface="Lucida Console" panose="020B0609040504020204" pitchFamily="49" charset="0"/>
              </a:rPr>
              <a:t> </a:t>
            </a:r>
            <a:r>
              <a:rPr lang="en-CA" sz="2000" dirty="0" err="1">
                <a:latin typeface="Lucida Console" panose="020B0609040504020204" pitchFamily="49" charset="0"/>
              </a:rPr>
              <a:t>laravel</a:t>
            </a:r>
            <a:r>
              <a:rPr lang="en-CA" sz="2000" dirty="0">
                <a:latin typeface="Lucida Console" panose="020B0609040504020204" pitchFamily="49" charset="0"/>
              </a:rPr>
              <a:t>-rocks</a:t>
            </a:r>
            <a:br>
              <a:rPr lang="en-CA" sz="2000" dirty="0">
                <a:latin typeface="Lucida Console" panose="020B0609040504020204" pitchFamily="49" charset="0"/>
              </a:rPr>
            </a:br>
            <a:r>
              <a:rPr lang="en-CA" sz="2000" dirty="0">
                <a:latin typeface="Lucida Console" panose="020B0609040504020204" pitchFamily="49" charset="0"/>
              </a:rPr>
              <a:t>cd </a:t>
            </a:r>
            <a:r>
              <a:rPr lang="en-CA" sz="2000" dirty="0" err="1">
                <a:latin typeface="Lucida Console" panose="020B0609040504020204" pitchFamily="49" charset="0"/>
              </a:rPr>
              <a:t>laravel</a:t>
            </a:r>
            <a:r>
              <a:rPr lang="en-CA" sz="2000" dirty="0">
                <a:latin typeface="Lucida Console" panose="020B0609040504020204" pitchFamily="49" charset="0"/>
              </a:rPr>
              <a:t>-rocks</a:t>
            </a:r>
          </a:p>
          <a:p>
            <a:pPr marL="0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cd public</a:t>
            </a:r>
          </a:p>
          <a:p>
            <a:pPr marL="0" indent="0">
              <a:buNone/>
            </a:pPr>
            <a:r>
              <a:rPr lang="en-CA" sz="2000" dirty="0" err="1">
                <a:latin typeface="Lucida Console" panose="020B0609040504020204" pitchFamily="49" charset="0"/>
              </a:rPr>
              <a:t>php</a:t>
            </a:r>
            <a:r>
              <a:rPr lang="en-CA" sz="2000" dirty="0">
                <a:latin typeface="Lucida Console" panose="020B0609040504020204" pitchFamily="49" charset="0"/>
              </a:rPr>
              <a:t> -S localhost:8888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Getting started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74D4A-0DE1-C448-AF54-76B7CAB0389D}"/>
              </a:ext>
            </a:extLst>
          </p:cNvPr>
          <p:cNvSpPr/>
          <p:nvPr/>
        </p:nvSpPr>
        <p:spPr>
          <a:xfrm>
            <a:off x="4500847" y="4548301"/>
            <a:ext cx="7444104" cy="1173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Alternatively, you can start the server in the app’s root folder is with the following command (recommended):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Lucida Console" panose="020B0609040504020204" pitchFamily="49" charset="0"/>
              </a:rPr>
              <a:t>php artisan serve --port=8888</a:t>
            </a:r>
          </a:p>
        </p:txBody>
      </p:sp>
    </p:spTree>
    <p:extLst>
      <p:ext uri="{BB962C8B-B14F-4D97-AF65-F5344CB8AC3E}">
        <p14:creationId xmlns:p14="http://schemas.microsoft.com/office/powerpoint/2010/main" val="3899058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CA" sz="3200" dirty="0"/>
              <a:t>http://localhost:8888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73FCA-8BA5-8C7D-3D58-3947C0D4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9302"/>
            <a:ext cx="7772400" cy="35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32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56500-970C-1544-BF01-3FF55E289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Laravel Blade Snippets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Laravel Blade Spacer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Laravel Extra </a:t>
            </a:r>
            <a:r>
              <a:rPr lang="en-US" dirty="0" err="1"/>
              <a:t>Intellisense</a:t>
            </a:r>
            <a:endParaRPr lang="en-US" dirty="0"/>
          </a:p>
          <a:p>
            <a:endParaRPr lang="en-US" dirty="0"/>
          </a:p>
          <a:p>
            <a:r>
              <a:rPr lang="en-US" dirty="0"/>
              <a:t>Laravel </a:t>
            </a:r>
            <a:r>
              <a:rPr lang="en-US"/>
              <a:t>Blade formatter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F9B1B-1A1E-5648-BDC8-27699D41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VS Code extensions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D1CA8-8C98-DF4C-B121-6D4859BB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304" y="1177243"/>
            <a:ext cx="4576068" cy="3304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7BAA8-6ABC-048B-8226-15446D2E3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04" y="4482181"/>
            <a:ext cx="4963475" cy="151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9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Allows you to quickly create (scaffold) application components - example</a:t>
            </a:r>
          </a:p>
          <a:p>
            <a:pPr lvl="1"/>
            <a:r>
              <a:rPr lang="en-CA" dirty="0"/>
              <a:t>Create a controller</a:t>
            </a:r>
          </a:p>
          <a:p>
            <a:pPr lvl="1"/>
            <a:r>
              <a:rPr lang="en-CA" dirty="0"/>
              <a:t>Generate unique key</a:t>
            </a:r>
          </a:p>
          <a:p>
            <a:r>
              <a:rPr lang="en-CA" dirty="0"/>
              <a:t>Alternative to manual file creation</a:t>
            </a:r>
          </a:p>
          <a:p>
            <a:r>
              <a:rPr lang="en-CA" dirty="0"/>
              <a:t>Utility commands</a:t>
            </a:r>
          </a:p>
          <a:p>
            <a:endParaRPr lang="en-CA" dirty="0"/>
          </a:p>
          <a:p>
            <a:pPr marL="0" indent="0" algn="ctr">
              <a:buNone/>
            </a:pPr>
            <a:r>
              <a:rPr lang="en-CA" dirty="0">
                <a:latin typeface="Lucida Console" panose="020B0609040504020204" pitchFamily="49" charset="0"/>
              </a:rPr>
              <a:t>php artisan COMMAND</a:t>
            </a:r>
          </a:p>
          <a:p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Artisan CLI</a:t>
            </a:r>
          </a:p>
        </p:txBody>
      </p:sp>
    </p:spTree>
    <p:extLst>
      <p:ext uri="{BB962C8B-B14F-4D97-AF65-F5344CB8AC3E}">
        <p14:creationId xmlns:p14="http://schemas.microsoft.com/office/powerpoint/2010/main" val="45069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Views &amp; Blade Templating Engine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43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are we?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497520"/>
            <a:ext cx="88201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4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view?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34" y="1806491"/>
            <a:ext cx="11309931" cy="3245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15105" y="5358384"/>
            <a:ext cx="67617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view is what the user sees.</a:t>
            </a:r>
          </a:p>
        </p:txBody>
      </p:sp>
    </p:spTree>
    <p:extLst>
      <p:ext uri="{BB962C8B-B14F-4D97-AF65-F5344CB8AC3E}">
        <p14:creationId xmlns:p14="http://schemas.microsoft.com/office/powerpoint/2010/main" val="3391856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Views &amp; templating engines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86" y="1690688"/>
            <a:ext cx="9874828" cy="495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The blade templating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67872" cy="679831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Allows you to dynamically create your views without mixing PHP &amp; HTML.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8568" y="3749040"/>
            <a:ext cx="3678414" cy="9612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Display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4872" y="3438144"/>
            <a:ext cx="4072128" cy="16093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2400" dirty="0"/>
              <a:t>&lt;div&gt;</a:t>
            </a:r>
          </a:p>
          <a:p>
            <a:r>
              <a:rPr lang="en-CA" sz="2400" dirty="0"/>
              <a:t>   &lt;p&gt;Hello </a:t>
            </a:r>
            <a:r>
              <a:rPr lang="en-CA" sz="2400" dirty="0">
                <a:highlight>
                  <a:srgbClr val="C0C0C0"/>
                </a:highlight>
              </a:rPr>
              <a:t>{{ $name }}</a:t>
            </a:r>
            <a:r>
              <a:rPr lang="en-CA" sz="2400" dirty="0"/>
              <a:t>&lt;/p&gt;</a:t>
            </a:r>
          </a:p>
          <a:p>
            <a:r>
              <a:rPr lang="en-CA" sz="2400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81879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blade templating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6793" y="1754113"/>
            <a:ext cx="3678414" cy="9612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Layouts, Inheritance &amp; Modules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009326" y="2769303"/>
            <a:ext cx="5605272" cy="3176056"/>
            <a:chOff x="3009326" y="3006812"/>
            <a:chExt cx="5605272" cy="3176056"/>
          </a:xfrm>
        </p:grpSpPr>
        <p:sp>
          <p:nvSpPr>
            <p:cNvPr id="5" name="Rectangle 4"/>
            <p:cNvSpPr/>
            <p:nvPr/>
          </p:nvSpPr>
          <p:spPr>
            <a:xfrm>
              <a:off x="3009326" y="3006812"/>
              <a:ext cx="5605272" cy="31760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83626" y="4125629"/>
              <a:ext cx="1010673" cy="99609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400" dirty="0"/>
                <a:t>User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156466" y="4125629"/>
              <a:ext cx="1010673" cy="99609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400" dirty="0"/>
                <a:t>About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903460" y="3123536"/>
              <a:ext cx="1795272" cy="30002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CA" sz="2400" dirty="0"/>
                <a:t>Layout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60769" y="3823855"/>
              <a:ext cx="1080654" cy="2125683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1" name="Straight Arrow Connector 10"/>
            <p:cNvCxnSpPr>
              <a:stCxn id="7" idx="1"/>
            </p:cNvCxnSpPr>
            <p:nvPr/>
          </p:nvCxnSpPr>
          <p:spPr>
            <a:xfrm flipH="1" flipV="1">
              <a:off x="6341423" y="4477000"/>
              <a:ext cx="815043" cy="146678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4494300" y="4683937"/>
              <a:ext cx="766469" cy="42445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306964" y="5988816"/>
            <a:ext cx="9578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i="1" dirty="0"/>
              <a:t>User</a:t>
            </a:r>
            <a:r>
              <a:rPr lang="en-CA" sz="3200" dirty="0"/>
              <a:t> &amp; </a:t>
            </a:r>
            <a:r>
              <a:rPr lang="en-CA" sz="3200" i="1" dirty="0"/>
              <a:t>About</a:t>
            </a:r>
            <a:r>
              <a:rPr lang="en-CA" sz="3200" dirty="0"/>
              <a:t> pages share the same template (or layout)</a:t>
            </a:r>
          </a:p>
        </p:txBody>
      </p:sp>
    </p:spTree>
    <p:extLst>
      <p:ext uri="{BB962C8B-B14F-4D97-AF65-F5344CB8AC3E}">
        <p14:creationId xmlns:p14="http://schemas.microsoft.com/office/powerpoint/2010/main" val="3611158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9EB0E7-6496-8C21-8642-126268C3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intro_to_laravel_SCRIPT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370B9-9A3B-0D62-8532-C9F4BE59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089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blade templating engine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09013" y="2269730"/>
            <a:ext cx="3381237" cy="8836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2104">
              <a:spcAft>
                <a:spcPts val="600"/>
              </a:spcAft>
            </a:pPr>
            <a:r>
              <a:rPr lang="en-CA" sz="2184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Layouts, Inheritance &amp; Modules</a:t>
            </a:r>
            <a:endParaRPr lang="en-CA" sz="2400"/>
          </a:p>
        </p:txBody>
      </p:sp>
      <p:sp>
        <p:nvSpPr>
          <p:cNvPr id="13" name="Rectangle 12"/>
          <p:cNvSpPr/>
          <p:nvPr/>
        </p:nvSpPr>
        <p:spPr>
          <a:xfrm>
            <a:off x="1484759" y="3973196"/>
            <a:ext cx="3024254" cy="2197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&lt;div&gt;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CA" sz="2184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@yield</a:t>
            </a: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('content');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&lt;/div&gt;</a:t>
            </a:r>
            <a:endParaRPr lang="en-CA" sz="2400"/>
          </a:p>
        </p:txBody>
      </p:sp>
      <p:sp>
        <p:nvSpPr>
          <p:cNvPr id="14" name="Rectangle 13"/>
          <p:cNvSpPr/>
          <p:nvPr/>
        </p:nvSpPr>
        <p:spPr>
          <a:xfrm>
            <a:off x="7890250" y="4065654"/>
            <a:ext cx="3024254" cy="2197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@extends('layout')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@section('content')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&lt;div&gt;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   &lt;p&gt;Insert this!&lt;/p&gt;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&lt;/div&gt;</a:t>
            </a:r>
          </a:p>
          <a:p>
            <a:pPr defTabSz="832104">
              <a:spcAft>
                <a:spcPts val="600"/>
              </a:spcAft>
            </a:pPr>
            <a:r>
              <a:rPr lang="en-CA" sz="2184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CA" sz="2184" kern="1200" err="1">
                <a:solidFill>
                  <a:srgbClr val="2C6100"/>
                </a:solidFill>
                <a:latin typeface="+mn-lt"/>
                <a:ea typeface="+mn-ea"/>
                <a:cs typeface="+mn-cs"/>
              </a:rPr>
              <a:t>endsection</a:t>
            </a:r>
            <a:endParaRPr lang="en-CA" sz="24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Left Arrow 2"/>
          <p:cNvSpPr/>
          <p:nvPr/>
        </p:nvSpPr>
        <p:spPr>
          <a:xfrm>
            <a:off x="4731512" y="4616209"/>
            <a:ext cx="2992273" cy="722853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32104">
              <a:spcAft>
                <a:spcPts val="600"/>
              </a:spcAft>
            </a:pPr>
            <a:r>
              <a:rPr lang="en-CA" sz="1638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inject</a:t>
            </a:r>
            <a:endParaRPr lang="en-CA"/>
          </a:p>
        </p:txBody>
      </p:sp>
      <p:sp>
        <p:nvSpPr>
          <p:cNvPr id="10" name="TextBox 9"/>
          <p:cNvSpPr txBox="1"/>
          <p:nvPr/>
        </p:nvSpPr>
        <p:spPr>
          <a:xfrm>
            <a:off x="1665607" y="3379382"/>
            <a:ext cx="9124083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32104">
              <a:spcAft>
                <a:spcPts val="600"/>
              </a:spcAft>
            </a:pPr>
            <a:r>
              <a:rPr lang="en-CA" sz="182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file with extension </a:t>
            </a:r>
            <a:r>
              <a:rPr lang="en-CA" sz="182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CA" sz="182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blade.php</a:t>
            </a:r>
            <a:r>
              <a:rPr lang="en-CA" sz="182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CA" sz="182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be handled by the </a:t>
            </a:r>
            <a:r>
              <a:rPr lang="en-CA" sz="182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Laravel</a:t>
            </a:r>
            <a:r>
              <a:rPr lang="en-CA" sz="182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internal </a:t>
            </a:r>
            <a:r>
              <a:rPr lang="en-CA" sz="182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templating</a:t>
            </a:r>
            <a:r>
              <a:rPr lang="en-CA" sz="182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engine.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359695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620"/>
            <a:ext cx="10515600" cy="852653"/>
          </a:xfrm>
        </p:spPr>
        <p:txBody>
          <a:bodyPr/>
          <a:lstStyle/>
          <a:p>
            <a:r>
              <a:rPr lang="en-CA" dirty="0"/>
              <a:t>Important keywords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6BC98C-314C-A444-8D3C-F1DCF6B4A9D9}"/>
              </a:ext>
            </a:extLst>
          </p:cNvPr>
          <p:cNvGrpSpPr/>
          <p:nvPr/>
        </p:nvGrpSpPr>
        <p:grpSpPr>
          <a:xfrm>
            <a:off x="792480" y="1782128"/>
            <a:ext cx="4379976" cy="3934872"/>
            <a:chOff x="3621024" y="1716120"/>
            <a:chExt cx="4379976" cy="3934872"/>
          </a:xfrm>
        </p:grpSpPr>
        <p:sp>
          <p:nvSpPr>
            <p:cNvPr id="4" name="Rectangle 3"/>
            <p:cNvSpPr/>
            <p:nvPr/>
          </p:nvSpPr>
          <p:spPr>
            <a:xfrm>
              <a:off x="3621024" y="1716120"/>
              <a:ext cx="4379976" cy="95192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4000" dirty="0"/>
                <a:t>@yield(' …… ')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21024" y="2693480"/>
              <a:ext cx="4379976" cy="95192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4000" dirty="0"/>
                <a:t>@extends(' …… ')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21024" y="3696272"/>
              <a:ext cx="4379976" cy="95192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4000" dirty="0"/>
                <a:t>@section(' …… ')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621024" y="4699064"/>
              <a:ext cx="4379976" cy="95192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4000" dirty="0"/>
                <a:t>@</a:t>
              </a:r>
              <a:r>
                <a:rPr lang="en-CA" sz="4000" dirty="0" err="1"/>
                <a:t>endsection</a:t>
              </a:r>
              <a:endParaRPr lang="en-CA" sz="40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4DBD591-61F7-BA40-AB5E-C40F60B0C2DE}"/>
              </a:ext>
            </a:extLst>
          </p:cNvPr>
          <p:cNvSpPr/>
          <p:nvPr/>
        </p:nvSpPr>
        <p:spPr>
          <a:xfrm>
            <a:off x="5509548" y="1445183"/>
            <a:ext cx="6585995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&lt;!DOCTYPE html&gt;</a:t>
            </a:r>
          </a:p>
          <a:p>
            <a:r>
              <a:rPr lang="en-US" sz="1600" dirty="0"/>
              <a:t>&lt;html lang="{{ </a:t>
            </a:r>
            <a:r>
              <a:rPr lang="en-US" sz="1600" dirty="0" err="1"/>
              <a:t>str_replace</a:t>
            </a:r>
            <a:r>
              <a:rPr lang="en-US" sz="1600" dirty="0"/>
              <a:t>('_', '-', app()-&gt;</a:t>
            </a:r>
            <a:r>
              <a:rPr lang="en-US" sz="1600" dirty="0" err="1"/>
              <a:t>getLocale</a:t>
            </a:r>
            <a:r>
              <a:rPr lang="en-US" sz="1600" dirty="0"/>
              <a:t>()) }}"&gt;</a:t>
            </a:r>
          </a:p>
          <a:p>
            <a:r>
              <a:rPr lang="en-US" sz="1600" dirty="0"/>
              <a:t>    &lt;head&gt;</a:t>
            </a:r>
          </a:p>
          <a:p>
            <a:r>
              <a:rPr lang="en-US" sz="1600" dirty="0"/>
              <a:t>        &lt;meta charset="utf-8"&gt;</a:t>
            </a:r>
          </a:p>
          <a:p>
            <a:r>
              <a:rPr lang="en-US" sz="1600" dirty="0"/>
              <a:t>        &lt;meta name="viewport" content="width=device-width, initial-scale=1"&gt;</a:t>
            </a:r>
          </a:p>
          <a:p>
            <a:r>
              <a:rPr lang="en-US" sz="1600" dirty="0"/>
              <a:t>        &lt;title&gt;Laravel&lt;/title&gt;</a:t>
            </a:r>
          </a:p>
          <a:p>
            <a:r>
              <a:rPr lang="en-US" sz="1600" dirty="0"/>
              <a:t>    &lt;/head&gt;</a:t>
            </a:r>
          </a:p>
          <a:p>
            <a:r>
              <a:rPr lang="en-US" sz="1600" dirty="0"/>
              <a:t>    &lt;body&gt;</a:t>
            </a:r>
          </a:p>
          <a:p>
            <a:r>
              <a:rPr lang="en-US" sz="1600" dirty="0"/>
              <a:t>    </a:t>
            </a:r>
            <a:r>
              <a:rPr lang="en-US" sz="1600" dirty="0">
                <a:highlight>
                  <a:srgbClr val="FFFF00"/>
                </a:highlight>
              </a:rPr>
              <a:t>@yield('content')</a:t>
            </a:r>
          </a:p>
          <a:p>
            <a:r>
              <a:rPr lang="en-US" sz="1600" dirty="0"/>
              <a:t>    &lt;/body&gt;</a:t>
            </a:r>
          </a:p>
          <a:p>
            <a:r>
              <a:rPr lang="en-US" sz="1600" dirty="0"/>
              <a:t>&lt;/html&gt;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75F4E4-952B-7A46-9BF8-81B4059198E2}"/>
              </a:ext>
            </a:extLst>
          </p:cNvPr>
          <p:cNvSpPr/>
          <p:nvPr/>
        </p:nvSpPr>
        <p:spPr>
          <a:xfrm>
            <a:off x="5509547" y="4310630"/>
            <a:ext cx="6585995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@extends('</a:t>
            </a:r>
            <a:r>
              <a:rPr lang="en-US" sz="1600" dirty="0" err="1">
                <a:highlight>
                  <a:srgbClr val="FFFF00"/>
                </a:highlight>
              </a:rPr>
              <a:t>layouts.master</a:t>
            </a:r>
            <a:r>
              <a:rPr lang="en-US" sz="1600" dirty="0">
                <a:highlight>
                  <a:srgbClr val="FFFF00"/>
                </a:highlight>
              </a:rPr>
              <a:t>')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@section('content')</a:t>
            </a:r>
          </a:p>
          <a:p>
            <a:r>
              <a:rPr lang="en-US" sz="1600" dirty="0"/>
              <a:t>&lt;span style="</a:t>
            </a:r>
            <a:r>
              <a:rPr lang="en-US" sz="1600" dirty="0" err="1"/>
              <a:t>color:white</a:t>
            </a:r>
            <a:r>
              <a:rPr lang="en-US" sz="1600" dirty="0"/>
              <a:t>; </a:t>
            </a:r>
            <a:r>
              <a:rPr lang="en-US" sz="1600" dirty="0" err="1"/>
              <a:t>background:tomato;font-size:xx-large</a:t>
            </a:r>
            <a:r>
              <a:rPr lang="en-US" sz="1600" dirty="0"/>
              <a:t>;"&gt;</a:t>
            </a:r>
          </a:p>
          <a:p>
            <a:r>
              <a:rPr lang="en-US" sz="1600" dirty="0" err="1"/>
              <a:t>Helloooooo</a:t>
            </a:r>
            <a:r>
              <a:rPr lang="en-US" sz="1600" dirty="0"/>
              <a:t> </a:t>
            </a:r>
            <a:r>
              <a:rPr lang="en-US" sz="1600" dirty="0" err="1"/>
              <a:t>Laraveeeeel</a:t>
            </a:r>
            <a:endParaRPr lang="en-US" sz="1600" dirty="0"/>
          </a:p>
          <a:p>
            <a:r>
              <a:rPr lang="en-US" sz="1600" dirty="0"/>
              <a:t>&lt;/span&gt;</a:t>
            </a:r>
          </a:p>
          <a:p>
            <a:r>
              <a:rPr lang="en-US" sz="1600" dirty="0">
                <a:highlight>
                  <a:srgbClr val="FFFF00"/>
                </a:highlight>
              </a:rPr>
              <a:t>@</a:t>
            </a:r>
            <a:r>
              <a:rPr lang="en-US" sz="1600" dirty="0" err="1">
                <a:highlight>
                  <a:srgbClr val="FFFF00"/>
                </a:highlight>
              </a:rPr>
              <a:t>endsection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49E80-5984-664A-B2C4-888F32BFBBA1}"/>
              </a:ext>
            </a:extLst>
          </p:cNvPr>
          <p:cNvSpPr txBox="1"/>
          <p:nvPr/>
        </p:nvSpPr>
        <p:spPr>
          <a:xfrm>
            <a:off x="1618152" y="5941846"/>
            <a:ext cx="272863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Notice no &lt;?php . . . . . .  ?&gt;</a:t>
            </a:r>
          </a:p>
        </p:txBody>
      </p:sp>
    </p:spTree>
    <p:extLst>
      <p:ext uri="{BB962C8B-B14F-4D97-AF65-F5344CB8AC3E}">
        <p14:creationId xmlns:p14="http://schemas.microsoft.com/office/powerpoint/2010/main" val="1781916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Partial views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4056" y="3037428"/>
            <a:ext cx="10927830" cy="2343101"/>
            <a:chOff x="452388" y="3607296"/>
            <a:chExt cx="11621102" cy="2491751"/>
          </a:xfrm>
        </p:grpSpPr>
        <p:sp>
          <p:nvSpPr>
            <p:cNvPr id="13" name="Rectangle 12"/>
            <p:cNvSpPr/>
            <p:nvPr/>
          </p:nvSpPr>
          <p:spPr>
            <a:xfrm>
              <a:off x="452388" y="3607296"/>
              <a:ext cx="4000500" cy="2391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dk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&lt;div&gt;</a:t>
              </a:r>
            </a:p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dk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  </a:t>
              </a:r>
              <a:r>
                <a:rPr lang="en-CA" sz="1692" kern="1200">
                  <a:solidFill>
                    <a:srgbClr val="2C6100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@include('header')</a:t>
              </a:r>
            </a:p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dk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&lt;/div&gt;</a:t>
              </a:r>
              <a:endParaRPr lang="en-CA">
                <a:latin typeface="Lucida Console" panose="020B0609040504020204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935207" y="3707880"/>
              <a:ext cx="4138283" cy="2391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&lt;</a:t>
              </a:r>
              <a:r>
                <a:rPr lang="en-CA" sz="1692" kern="1200" err="1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nav</a:t>
              </a: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&gt;</a:t>
              </a:r>
            </a:p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   &lt;a&gt; </a:t>
              </a:r>
              <a:r>
                <a:rPr lang="en-CA" sz="1692" kern="1200" err="1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href</a:t>
              </a: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=''&gt;Products&lt;/a&gt;</a:t>
              </a:r>
            </a:p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   &lt;a&gt; </a:t>
              </a:r>
              <a:r>
                <a:rPr lang="en-CA" sz="1692" kern="1200" err="1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href</a:t>
              </a: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=''&gt;About us&lt;/a&gt;</a:t>
              </a:r>
            </a:p>
            <a:p>
              <a:pPr defTabSz="859536">
                <a:spcAft>
                  <a:spcPts val="600"/>
                </a:spcAft>
              </a:pP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&lt;/</a:t>
              </a:r>
              <a:r>
                <a:rPr lang="en-CA" sz="1692" kern="1200" err="1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nav</a:t>
              </a:r>
              <a:r>
                <a:rPr lang="en-CA" sz="1692" kern="1200">
                  <a:solidFill>
                    <a:schemeClr val="tx1"/>
                  </a:solidFill>
                  <a:latin typeface="Lucida Console" panose="020B0609040504020204" pitchFamily="49" charset="0"/>
                  <a:ea typeface="+mn-ea"/>
                  <a:cs typeface="+mn-cs"/>
                </a:rPr>
                <a:t>&gt;</a:t>
              </a:r>
              <a:endParaRPr lang="en-CA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5" name="Left Arrow 14"/>
            <p:cNvSpPr/>
            <p:nvPr/>
          </p:nvSpPr>
          <p:spPr>
            <a:xfrm>
              <a:off x="4498848" y="4306824"/>
              <a:ext cx="3255264" cy="786384"/>
            </a:xfrm>
            <a:prstGeom prst="lef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27459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Create folder </a:t>
            </a:r>
            <a:r>
              <a:rPr lang="en-CA" i="1" dirty="0"/>
              <a:t>resources/views/partials</a:t>
            </a:r>
          </a:p>
          <a:p>
            <a:pPr marL="0" indent="0">
              <a:buNone/>
            </a:pPr>
            <a:r>
              <a:rPr lang="en-CA" dirty="0"/>
              <a:t>Create file </a:t>
            </a:r>
            <a:r>
              <a:rPr lang="en-CA" i="1" dirty="0"/>
              <a:t>resources/views/partials/</a:t>
            </a:r>
            <a:r>
              <a:rPr lang="en-CA" i="1" dirty="0" err="1"/>
              <a:t>header.blade.php</a:t>
            </a:r>
            <a:r>
              <a:rPr lang="en-CA" dirty="0"/>
              <a:t> with content: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&lt;</a:t>
            </a:r>
            <a:r>
              <a:rPr lang="en-CA" dirty="0" err="1">
                <a:latin typeface="Lucida Console" panose="020B0609040504020204" pitchFamily="49" charset="0"/>
              </a:rPr>
              <a:t>nav</a:t>
            </a:r>
            <a:r>
              <a:rPr lang="en-CA" dirty="0">
                <a:latin typeface="Lucida Console" panose="020B0609040504020204" pitchFamily="49" charset="0"/>
              </a:rPr>
              <a:t> class="</a:t>
            </a:r>
            <a:r>
              <a:rPr lang="en-CA" dirty="0" err="1">
                <a:latin typeface="Lucida Console" panose="020B0609040504020204" pitchFamily="49" charset="0"/>
              </a:rPr>
              <a:t>navbar</a:t>
            </a:r>
            <a:r>
              <a:rPr lang="en-CA" dirty="0">
                <a:latin typeface="Lucida Console" panose="020B0609040504020204" pitchFamily="49" charset="0"/>
              </a:rPr>
              <a:t> </a:t>
            </a:r>
            <a:r>
              <a:rPr lang="en-CA" dirty="0" err="1">
                <a:latin typeface="Lucida Console" panose="020B0609040504020204" pitchFamily="49" charset="0"/>
              </a:rPr>
              <a:t>navbar</a:t>
            </a:r>
            <a:r>
              <a:rPr lang="en-CA" dirty="0">
                <a:latin typeface="Lucida Console" panose="020B0609040504020204" pitchFamily="49" charset="0"/>
              </a:rPr>
              <a:t>-default"&gt;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&lt;div class="container-fluid"&gt;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&lt;div class="</a:t>
            </a:r>
            <a:r>
              <a:rPr lang="en-CA" dirty="0" err="1">
                <a:latin typeface="Lucida Console" panose="020B0609040504020204" pitchFamily="49" charset="0"/>
              </a:rPr>
              <a:t>navbar</a:t>
            </a:r>
            <a:r>
              <a:rPr lang="en-CA" dirty="0">
                <a:latin typeface="Lucida Console" panose="020B0609040504020204" pitchFamily="49" charset="0"/>
              </a:rPr>
              <a:t>-header"&gt;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    &lt;a </a:t>
            </a:r>
            <a:r>
              <a:rPr lang="en-CA" dirty="0" err="1">
                <a:latin typeface="Lucida Console" panose="020B0609040504020204" pitchFamily="49" charset="0"/>
              </a:rPr>
              <a:t>href</a:t>
            </a:r>
            <a:r>
              <a:rPr lang="en-CA" dirty="0">
                <a:latin typeface="Lucida Console" panose="020B0609040504020204" pitchFamily="49" charset="0"/>
              </a:rPr>
              <a:t>="#" class="</a:t>
            </a:r>
            <a:r>
              <a:rPr lang="en-CA" dirty="0" err="1">
                <a:latin typeface="Lucida Console" panose="020B0609040504020204" pitchFamily="49" charset="0"/>
              </a:rPr>
              <a:t>navbar</a:t>
            </a:r>
            <a:r>
              <a:rPr lang="en-CA" dirty="0">
                <a:latin typeface="Lucida Console" panose="020B0609040504020204" pitchFamily="49" charset="0"/>
              </a:rPr>
              <a:t>-brand"&gt;</a:t>
            </a:r>
            <a:r>
              <a:rPr lang="en-CA" dirty="0" err="1">
                <a:latin typeface="Lucida Console" panose="020B0609040504020204" pitchFamily="49" charset="0"/>
              </a:rPr>
              <a:t>Laravel</a:t>
            </a:r>
            <a:r>
              <a:rPr lang="en-CA" dirty="0">
                <a:latin typeface="Lucida Console" panose="020B0609040504020204" pitchFamily="49" charset="0"/>
              </a:rPr>
              <a:t> Guide&lt;/a&gt;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    &lt;</a:t>
            </a:r>
            <a:r>
              <a:rPr lang="en-CA" dirty="0" err="1">
                <a:latin typeface="Lucida Console" panose="020B0609040504020204" pitchFamily="49" charset="0"/>
              </a:rPr>
              <a:t>ul</a:t>
            </a:r>
            <a:r>
              <a:rPr lang="en-CA" dirty="0">
                <a:latin typeface="Lucida Console" panose="020B0609040504020204" pitchFamily="49" charset="0"/>
              </a:rPr>
              <a:t> class="</a:t>
            </a:r>
            <a:r>
              <a:rPr lang="en-CA" dirty="0" err="1">
                <a:latin typeface="Lucida Console" panose="020B0609040504020204" pitchFamily="49" charset="0"/>
              </a:rPr>
              <a:t>nav</a:t>
            </a:r>
            <a:r>
              <a:rPr lang="en-CA" dirty="0">
                <a:latin typeface="Lucida Console" panose="020B0609040504020204" pitchFamily="49" charset="0"/>
              </a:rPr>
              <a:t> </a:t>
            </a:r>
            <a:r>
              <a:rPr lang="en-CA" dirty="0" err="1">
                <a:latin typeface="Lucida Console" panose="020B0609040504020204" pitchFamily="49" charset="0"/>
              </a:rPr>
              <a:t>navbar-nav</a:t>
            </a:r>
            <a:r>
              <a:rPr lang="en-CA" dirty="0">
                <a:latin typeface="Lucida Console" panose="020B0609040504020204" pitchFamily="49" charset="0"/>
              </a:rPr>
              <a:t>"&gt;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        &lt;li&gt;&lt;a </a:t>
            </a:r>
            <a:r>
              <a:rPr lang="en-CA" dirty="0" err="1">
                <a:latin typeface="Lucida Console" panose="020B0609040504020204" pitchFamily="49" charset="0"/>
              </a:rPr>
              <a:t>href</a:t>
            </a:r>
            <a:r>
              <a:rPr lang="en-CA" dirty="0">
                <a:latin typeface="Lucida Console" panose="020B0609040504020204" pitchFamily="49" charset="0"/>
              </a:rPr>
              <a:t>="#"&gt;Products&lt;/a&gt;&lt;/li&gt;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        &lt;li&gt;&lt;a </a:t>
            </a:r>
            <a:r>
              <a:rPr lang="en-CA" dirty="0" err="1">
                <a:latin typeface="Lucida Console" panose="020B0609040504020204" pitchFamily="49" charset="0"/>
              </a:rPr>
              <a:t>href</a:t>
            </a:r>
            <a:r>
              <a:rPr lang="en-CA" dirty="0">
                <a:latin typeface="Lucida Console" panose="020B0609040504020204" pitchFamily="49" charset="0"/>
              </a:rPr>
              <a:t>="#"&gt;About us&lt;/a&gt;&lt;/li&gt;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    &lt;/</a:t>
            </a:r>
            <a:r>
              <a:rPr lang="en-CA" dirty="0" err="1">
                <a:latin typeface="Lucida Console" panose="020B0609040504020204" pitchFamily="49" charset="0"/>
              </a:rPr>
              <a:t>ul</a:t>
            </a:r>
            <a:r>
              <a:rPr lang="en-CA" dirty="0">
                <a:latin typeface="Lucida Console" panose="020B06090405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&lt;/</a:t>
            </a:r>
            <a:r>
              <a:rPr lang="en-CA" dirty="0" err="1">
                <a:latin typeface="Lucida Console" panose="020B0609040504020204" pitchFamily="49" charset="0"/>
              </a:rPr>
              <a:t>nav</a:t>
            </a:r>
            <a:r>
              <a:rPr lang="en-CA" dirty="0">
                <a:latin typeface="Lucida Console" panose="020B0609040504020204" pitchFamily="49" charset="0"/>
              </a:rPr>
              <a:t>&gt;</a:t>
            </a:r>
          </a:p>
          <a:p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Partials demo</a:t>
            </a:r>
          </a:p>
        </p:txBody>
      </p:sp>
    </p:spTree>
    <p:extLst>
      <p:ext uri="{BB962C8B-B14F-4D97-AF65-F5344CB8AC3E}">
        <p14:creationId xmlns:p14="http://schemas.microsoft.com/office/powerpoint/2010/main" val="225542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Control Structures (example)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>
                <a:latin typeface="Lucida Console" panose="020B0609040504020204" pitchFamily="49" charset="0"/>
              </a:rPr>
              <a:t>&lt;div&gt;</a:t>
            </a:r>
          </a:p>
          <a:p>
            <a:r>
              <a:rPr lang="en-CA" dirty="0">
                <a:latin typeface="Lucida Console" panose="020B0609040504020204" pitchFamily="49" charset="0"/>
              </a:rPr>
              <a:t>  @if($id == 5)</a:t>
            </a:r>
          </a:p>
          <a:p>
            <a:r>
              <a:rPr lang="en-CA" dirty="0">
                <a:latin typeface="Lucida Console" panose="020B0609040504020204" pitchFamily="49" charset="0"/>
              </a:rPr>
              <a:t>    &lt;p&gt;Secret!&lt;/p&gt;</a:t>
            </a:r>
          </a:p>
          <a:p>
            <a:r>
              <a:rPr lang="en-CA" dirty="0">
                <a:latin typeface="Lucida Console" panose="020B0609040504020204" pitchFamily="49" charset="0"/>
              </a:rPr>
              <a:t>  @</a:t>
            </a:r>
            <a:r>
              <a:rPr lang="en-CA" dirty="0" err="1">
                <a:latin typeface="Lucida Console" panose="020B0609040504020204" pitchFamily="49" charset="0"/>
              </a:rPr>
              <a:t>endif</a:t>
            </a:r>
            <a:endParaRPr lang="en-CA" dirty="0">
              <a:latin typeface="Lucida Console" panose="020B0609040504020204" pitchFamily="49" charset="0"/>
            </a:endParaRPr>
          </a:p>
          <a:p>
            <a:r>
              <a:rPr lang="en-CA" dirty="0">
                <a:latin typeface="Lucida Console" panose="020B0609040504020204" pitchFamily="49" charset="0"/>
              </a:rPr>
              <a:t>  &lt;</a:t>
            </a:r>
            <a:r>
              <a:rPr lang="en-CA" dirty="0" err="1">
                <a:latin typeface="Lucida Console" panose="020B0609040504020204" pitchFamily="49" charset="0"/>
              </a:rPr>
              <a:t>ul</a:t>
            </a:r>
            <a:r>
              <a:rPr lang="en-CA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dirty="0">
                <a:latin typeface="Lucida Console" panose="020B0609040504020204" pitchFamily="49" charset="0"/>
              </a:rPr>
              <a:t>    @</a:t>
            </a:r>
            <a:r>
              <a:rPr lang="en-CA" dirty="0" err="1">
                <a:latin typeface="Lucida Console" panose="020B0609040504020204" pitchFamily="49" charset="0"/>
              </a:rPr>
              <a:t>foreach</a:t>
            </a:r>
            <a:r>
              <a:rPr lang="en-CA" dirty="0">
                <a:latin typeface="Lucida Console" panose="020B0609040504020204" pitchFamily="49" charset="0"/>
              </a:rPr>
              <a:t>($posts as $item)</a:t>
            </a:r>
          </a:p>
          <a:p>
            <a:r>
              <a:rPr lang="en-CA" dirty="0">
                <a:latin typeface="Lucida Console" panose="020B0609040504020204" pitchFamily="49" charset="0"/>
              </a:rPr>
              <a:t>      &lt;li&gt;{{ $item }}&lt;/li&gt;</a:t>
            </a:r>
          </a:p>
          <a:p>
            <a:r>
              <a:rPr lang="en-CA" dirty="0">
                <a:latin typeface="Lucida Console" panose="020B0609040504020204" pitchFamily="49" charset="0"/>
              </a:rPr>
              <a:t>    @</a:t>
            </a:r>
            <a:r>
              <a:rPr lang="en-CA" dirty="0" err="1">
                <a:latin typeface="Lucida Console" panose="020B0609040504020204" pitchFamily="49" charset="0"/>
              </a:rPr>
              <a:t>endforeach</a:t>
            </a:r>
            <a:endParaRPr lang="en-CA" dirty="0">
              <a:latin typeface="Lucida Console" panose="020B0609040504020204" pitchFamily="49" charset="0"/>
            </a:endParaRPr>
          </a:p>
          <a:p>
            <a:r>
              <a:rPr lang="en-CA" dirty="0">
                <a:latin typeface="Lucida Console" panose="020B0609040504020204" pitchFamily="49" charset="0"/>
              </a:rPr>
              <a:t>  &lt;/</a:t>
            </a:r>
            <a:r>
              <a:rPr lang="en-CA" dirty="0" err="1">
                <a:latin typeface="Lucida Console" panose="020B0609040504020204" pitchFamily="49" charset="0"/>
              </a:rPr>
              <a:t>ul</a:t>
            </a:r>
            <a:r>
              <a:rPr lang="en-CA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dirty="0">
                <a:latin typeface="Lucida Console" panose="020B0609040504020204" pitchFamily="49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689961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90" y="240275"/>
            <a:ext cx="10515600" cy="734470"/>
          </a:xfrm>
        </p:spPr>
        <p:txBody>
          <a:bodyPr/>
          <a:lstStyle/>
          <a:p>
            <a:r>
              <a:rPr lang="en-CA" dirty="0"/>
              <a:t>Control structures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190" y="1129151"/>
            <a:ext cx="9769928" cy="492086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Replace </a:t>
            </a:r>
            <a:r>
              <a:rPr lang="en-CA" i="1" dirty="0" err="1"/>
              <a:t>welcome.blade.php</a:t>
            </a:r>
            <a:r>
              <a:rPr lang="en-CA" dirty="0"/>
              <a:t> with the following: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72" y="2125139"/>
            <a:ext cx="54395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600" dirty="0">
                <a:latin typeface="Lucida Console" panose="020B0609040504020204" pitchFamily="49" charset="0"/>
              </a:rPr>
              <a:t>@extends('</a:t>
            </a:r>
            <a:r>
              <a:rPr lang="en-CA" sz="1600" dirty="0" err="1">
                <a:latin typeface="Lucida Console" panose="020B0609040504020204" pitchFamily="49" charset="0"/>
              </a:rPr>
              <a:t>layouts.master</a:t>
            </a:r>
            <a:r>
              <a:rPr lang="en-CA" sz="1600" dirty="0">
                <a:latin typeface="Lucida Console" panose="020B0609040504020204" pitchFamily="49" charset="0"/>
              </a:rPr>
              <a:t>')</a:t>
            </a:r>
          </a:p>
          <a:p>
            <a:endParaRPr lang="en-CA" sz="1600" dirty="0">
              <a:latin typeface="Lucida Console" panose="020B0609040504020204" pitchFamily="49" charset="0"/>
            </a:endParaRPr>
          </a:p>
          <a:p>
            <a:r>
              <a:rPr lang="en-CA" sz="1600" dirty="0">
                <a:latin typeface="Lucida Console" panose="020B0609040504020204" pitchFamily="49" charset="0"/>
              </a:rPr>
              <a:t>@section('content')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&lt;div class='row'&gt;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&lt;div class="col-md-12"&gt;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&lt;h1&gt;Control Structures&lt;/h1&gt;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@if(true)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    &lt;p&gt;display if true&lt;/p&gt;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@else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    &lt;p&gt;display if false&lt;/p&gt;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@</a:t>
            </a:r>
            <a:r>
              <a:rPr lang="en-CA" sz="1600" dirty="0" err="1">
                <a:latin typeface="Lucida Console" panose="020B0609040504020204" pitchFamily="49" charset="0"/>
              </a:rPr>
              <a:t>endif</a:t>
            </a:r>
            <a:endParaRPr lang="en-CA" sz="1600" dirty="0">
              <a:latin typeface="Lucida Console" panose="020B0609040504020204" pitchFamily="49" charset="0"/>
            </a:endParaRPr>
          </a:p>
          <a:p>
            <a:r>
              <a:rPr lang="en-CA" sz="1600" dirty="0">
                <a:latin typeface="Lucida Console" panose="020B0609040504020204" pitchFamily="49" charset="0"/>
              </a:rPr>
              <a:t>            &lt;hr /&gt; 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@for($</a:t>
            </a:r>
            <a:r>
              <a:rPr lang="en-CA" sz="1600" dirty="0" err="1">
                <a:latin typeface="Lucida Console" panose="020B0609040504020204" pitchFamily="49" charset="0"/>
              </a:rPr>
              <a:t>i</a:t>
            </a:r>
            <a:r>
              <a:rPr lang="en-CA" sz="1600" dirty="0">
                <a:latin typeface="Lucida Console" panose="020B0609040504020204" pitchFamily="49" charset="0"/>
              </a:rPr>
              <a:t>=0; $</a:t>
            </a:r>
            <a:r>
              <a:rPr lang="en-CA" sz="1600" dirty="0" err="1">
                <a:latin typeface="Lucida Console" panose="020B0609040504020204" pitchFamily="49" charset="0"/>
              </a:rPr>
              <a:t>i</a:t>
            </a:r>
            <a:r>
              <a:rPr lang="en-CA" sz="1600" dirty="0">
                <a:latin typeface="Lucida Console" panose="020B0609040504020204" pitchFamily="49" charset="0"/>
              </a:rPr>
              <a:t>&lt;5; $</a:t>
            </a:r>
            <a:r>
              <a:rPr lang="en-CA" sz="1600" dirty="0" err="1">
                <a:latin typeface="Lucida Console" panose="020B0609040504020204" pitchFamily="49" charset="0"/>
              </a:rPr>
              <a:t>i</a:t>
            </a:r>
            <a:r>
              <a:rPr lang="en-CA" sz="1600" dirty="0">
                <a:latin typeface="Lucida Console" panose="020B0609040504020204" pitchFamily="49" charset="0"/>
              </a:rPr>
              <a:t>++)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    &lt;p&gt;{{ $i+1 }}. iteration&lt;p&gt;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@</a:t>
            </a:r>
            <a:r>
              <a:rPr lang="en-CA" sz="1600" dirty="0" err="1">
                <a:latin typeface="Lucida Console" panose="020B0609040504020204" pitchFamily="49" charset="0"/>
              </a:rPr>
              <a:t>endfor</a:t>
            </a:r>
            <a:endParaRPr lang="en-CA" sz="1600" dirty="0">
              <a:latin typeface="Lucida Console" panose="020B0609040504020204" pitchFamily="49" charset="0"/>
            </a:endParaRPr>
          </a:p>
          <a:p>
            <a:r>
              <a:rPr lang="en-CA" sz="1600" dirty="0">
                <a:latin typeface="Lucida Console" panose="020B0609040504020204" pitchFamily="49" charset="0"/>
              </a:rPr>
              <a:t>        &lt;/div&gt;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&lt;/div&gt;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@</a:t>
            </a:r>
            <a:r>
              <a:rPr lang="en-CA" sz="1600" dirty="0" err="1">
                <a:latin typeface="Lucida Console" panose="020B0609040504020204" pitchFamily="49" charset="0"/>
              </a:rPr>
              <a:t>endsection</a:t>
            </a:r>
            <a:endParaRPr lang="en-CA" sz="1600" dirty="0">
              <a:latin typeface="Lucida Console" panose="020B060904050402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98" y="2267729"/>
            <a:ext cx="5454930" cy="4381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3471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Comments in blades (views)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8072" y="3333496"/>
            <a:ext cx="5303813" cy="495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59536">
              <a:spcAft>
                <a:spcPts val="600"/>
              </a:spcAft>
            </a:pPr>
            <a:r>
              <a:rPr lang="en-CA" sz="2632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{{--</a:t>
            </a:r>
            <a:r>
              <a:rPr lang="en-CA" sz="26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&lt;p&gt;{{ $article['content']}}&lt;/p&gt; </a:t>
            </a:r>
            <a:r>
              <a:rPr lang="en-CA" sz="2632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--}}</a:t>
            </a:r>
            <a:endParaRPr lang="en-CA" sz="2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49096" y="4540224"/>
            <a:ext cx="3822789" cy="495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59536">
              <a:spcAft>
                <a:spcPts val="600"/>
              </a:spcAft>
            </a:pPr>
            <a:r>
              <a:rPr lang="en-CA" sz="2632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{{-- </a:t>
            </a:r>
            <a:r>
              <a:rPr lang="en-CA" sz="2632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var_dump</a:t>
            </a:r>
            <a:r>
              <a:rPr lang="en-CA" sz="26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($article) </a:t>
            </a:r>
            <a:r>
              <a:rPr lang="en-CA" sz="2632" kern="1200">
                <a:solidFill>
                  <a:srgbClr val="2C6100"/>
                </a:solidFill>
                <a:latin typeface="+mn-lt"/>
                <a:ea typeface="+mn-ea"/>
                <a:cs typeface="+mn-cs"/>
              </a:rPr>
              <a:t>--}}</a:t>
            </a:r>
            <a:endParaRPr lang="en-CA" sz="2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4056" y="3333496"/>
            <a:ext cx="4382611" cy="495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59536">
              <a:spcAft>
                <a:spcPts val="600"/>
              </a:spcAft>
            </a:pPr>
            <a:r>
              <a:rPr lang="en-CA" sz="26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&lt;p&gt;{{ $article['content']}}&lt;/p&gt;</a:t>
            </a:r>
            <a:endParaRPr lang="en-CA" sz="2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056" y="4536365"/>
            <a:ext cx="3403923" cy="495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59536">
              <a:spcAft>
                <a:spcPts val="600"/>
              </a:spcAft>
            </a:pPr>
            <a:r>
              <a:rPr lang="en-CA" sz="26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 </a:t>
            </a:r>
            <a:r>
              <a:rPr lang="en-CA" sz="2632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var_dump</a:t>
            </a:r>
            <a:r>
              <a:rPr lang="en-CA" sz="26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($article) }}</a:t>
            </a:r>
            <a:endParaRPr lang="en-CA" sz="2800"/>
          </a:p>
        </p:txBody>
      </p:sp>
      <p:sp>
        <p:nvSpPr>
          <p:cNvPr id="8" name="Right Arrow 7"/>
          <p:cNvSpPr/>
          <p:nvPr/>
        </p:nvSpPr>
        <p:spPr>
          <a:xfrm>
            <a:off x="5119020" y="3333496"/>
            <a:ext cx="968977" cy="60084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ight Arrow 8"/>
          <p:cNvSpPr/>
          <p:nvPr/>
        </p:nvSpPr>
        <p:spPr>
          <a:xfrm>
            <a:off x="5119020" y="4483617"/>
            <a:ext cx="968977" cy="60084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322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Cross site scripting attack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2818098"/>
            <a:ext cx="6211888" cy="1503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&lt;p&gt;{{ "&lt;p&gt;will not work&lt;/p&gt;" }}&lt;/p&gt;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  &lt;p&gt;{!! "&lt;p&gt;will work&lt;/p&gt;" !!}&lt;/p&gt;</a:t>
            </a:r>
          </a:p>
          <a:p>
            <a:pPr marL="0" indent="0">
              <a:buNone/>
            </a:pPr>
            <a:r>
              <a:rPr lang="en-CA" dirty="0">
                <a:latin typeface="Lucida Console" panose="020B0609040504020204" pitchFamily="49" charset="0"/>
              </a:rPr>
              <a:t>&lt;/div&gt;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7301745" y="3089137"/>
            <a:ext cx="3678414" cy="9612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XSS </a:t>
            </a:r>
            <a:r>
              <a:rPr lang="en-CA" sz="2400" dirty="0" err="1"/>
              <a:t>protextion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773413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Add the following code to </a:t>
            </a:r>
            <a:r>
              <a:rPr lang="en-CA" i="1" dirty="0" err="1"/>
              <a:t>welcome.blade.php</a:t>
            </a:r>
            <a:r>
              <a:rPr lang="en-CA" dirty="0"/>
              <a:t> just before </a:t>
            </a:r>
            <a:r>
              <a:rPr lang="en-CA" i="1" dirty="0"/>
              <a:t>@</a:t>
            </a:r>
            <a:r>
              <a:rPr lang="en-CA" i="1" dirty="0" err="1"/>
              <a:t>endsection</a:t>
            </a:r>
            <a:r>
              <a:rPr lang="en-CA" dirty="0"/>
              <a:t>: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 &lt;hr /&gt;</a:t>
            </a:r>
          </a:p>
          <a:p>
            <a:pPr marL="0" indent="0">
              <a:buNone/>
            </a:pPr>
            <a:r>
              <a:rPr lang="en-CA" dirty="0"/>
              <a:t>&lt;h2&gt;XSS&lt;/h2&gt;</a:t>
            </a:r>
          </a:p>
          <a:p>
            <a:pPr marL="0" indent="0">
              <a:buNone/>
            </a:pPr>
            <a:r>
              <a:rPr lang="en-CA" dirty="0"/>
              <a:t>&lt;div&gt;</a:t>
            </a:r>
          </a:p>
          <a:p>
            <a:pPr marL="0" indent="0">
              <a:buNone/>
            </a:pPr>
            <a:r>
              <a:rPr lang="en-CA" dirty="0"/>
              <a:t>     &lt;p&gt;{{ "&lt;script&gt;alert('hello 1');&lt;/script&gt;" }}&lt;/p&gt;</a:t>
            </a:r>
          </a:p>
          <a:p>
            <a:pPr marL="0" indent="0">
              <a:buNone/>
            </a:pPr>
            <a:r>
              <a:rPr lang="en-CA" dirty="0"/>
              <a:t>     &lt;p&gt;{!! "&lt;script&gt;alert('hello 2');&lt;/script&gt;" !!}&lt;/p&gt;</a:t>
            </a:r>
          </a:p>
          <a:p>
            <a:pPr marL="0" indent="0">
              <a:buNone/>
            </a:pPr>
            <a:r>
              <a:rPr lang="en-CA" dirty="0"/>
              <a:t>&lt;/div&gt;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XSS protection demo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280" y="1773600"/>
            <a:ext cx="4362674" cy="12827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16" y="3905941"/>
            <a:ext cx="2395728" cy="27044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7645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Facades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170431"/>
          <a:ext cx="10585704" cy="3607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33088" y="5349240"/>
            <a:ext cx="3703320" cy="8503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&lt;Code&gt;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H="1" flipV="1">
            <a:off x="5248656" y="3639312"/>
            <a:ext cx="736092" cy="170992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764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</a:t>
            </a:r>
            <a:r>
              <a:rPr lang="en-CA" i="1" dirty="0" err="1"/>
              <a:t>master.blade.php</a:t>
            </a:r>
            <a:r>
              <a:rPr lang="en-CA" dirty="0"/>
              <a:t>, replace the custom </a:t>
            </a:r>
            <a:r>
              <a:rPr lang="en-CA" dirty="0" err="1"/>
              <a:t>css</a:t>
            </a:r>
            <a:r>
              <a:rPr lang="en-CA" dirty="0"/>
              <a:t> link statement with the following: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sz="2000" dirty="0">
                <a:latin typeface="Lucida Console" panose="020B0609040504020204" pitchFamily="49" charset="0"/>
              </a:rPr>
              <a:t>&lt;link </a:t>
            </a:r>
            <a:r>
              <a:rPr lang="en-CA" sz="2000" dirty="0" err="1">
                <a:latin typeface="Lucida Console" panose="020B0609040504020204" pitchFamily="49" charset="0"/>
              </a:rPr>
              <a:t>rel</a:t>
            </a:r>
            <a:r>
              <a:rPr lang="en-CA" sz="2000" dirty="0">
                <a:latin typeface="Lucida Console" panose="020B0609040504020204" pitchFamily="49" charset="0"/>
              </a:rPr>
              <a:t>="stylesheet" </a:t>
            </a:r>
            <a:r>
              <a:rPr lang="en-CA" sz="2000" dirty="0" err="1">
                <a:latin typeface="Lucida Console" panose="020B0609040504020204" pitchFamily="49" charset="0"/>
              </a:rPr>
              <a:t>href</a:t>
            </a:r>
            <a:r>
              <a:rPr lang="en-CA" sz="2000" dirty="0">
                <a:latin typeface="Lucida Console" panose="020B0609040504020204" pitchFamily="49" charset="0"/>
              </a:rPr>
              <a:t>="{{URL::to('</a:t>
            </a:r>
            <a:r>
              <a:rPr lang="en-CA" sz="2000" dirty="0" err="1">
                <a:latin typeface="Lucida Console" panose="020B0609040504020204" pitchFamily="49" charset="0"/>
              </a:rPr>
              <a:t>css</a:t>
            </a:r>
            <a:r>
              <a:rPr lang="en-CA" sz="2000" dirty="0">
                <a:latin typeface="Lucida Console" panose="020B0609040504020204" pitchFamily="49" charset="0"/>
              </a:rPr>
              <a:t>/</a:t>
            </a:r>
            <a:r>
              <a:rPr lang="en-CA" sz="2000" dirty="0" err="1">
                <a:latin typeface="Lucida Console" panose="020B0609040504020204" pitchFamily="49" charset="0"/>
              </a:rPr>
              <a:t>styles.css</a:t>
            </a:r>
            <a:r>
              <a:rPr lang="en-CA" sz="2000" dirty="0">
                <a:latin typeface="Lucida Console" panose="020B0609040504020204" pitchFamily="49" charset="0"/>
              </a:rPr>
              <a:t>')}}" /&gt;</a:t>
            </a:r>
          </a:p>
          <a:p>
            <a:endParaRPr lang="en-CA" dirty="0"/>
          </a:p>
          <a:p>
            <a:r>
              <a:rPr lang="en-CA" dirty="0"/>
              <a:t>This is better so that the asset is always found with absolute addressing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URL facade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3841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Add the following google font to </a:t>
            </a:r>
            <a:r>
              <a:rPr lang="en-CA" i="1" dirty="0" err="1"/>
              <a:t>master.blade.php</a:t>
            </a:r>
            <a:r>
              <a:rPr lang="en-CA" dirty="0"/>
              <a:t>:</a:t>
            </a:r>
          </a:p>
          <a:p>
            <a:pPr marL="0" indent="0">
              <a:buNone/>
            </a:pPr>
            <a:r>
              <a:rPr lang="en-CA" dirty="0"/>
              <a:t>&lt;link </a:t>
            </a:r>
            <a:r>
              <a:rPr lang="en-CA" dirty="0" err="1"/>
              <a:t>href</a:t>
            </a:r>
            <a:r>
              <a:rPr lang="en-CA" dirty="0"/>
              <a:t>='http://fonts.googleapis.com/</a:t>
            </a:r>
            <a:r>
              <a:rPr lang="en-CA" dirty="0" err="1"/>
              <a:t>css?family</a:t>
            </a:r>
            <a:r>
              <a:rPr lang="en-CA" dirty="0"/>
              <a:t>=</a:t>
            </a:r>
            <a:r>
              <a:rPr lang="en-CA" dirty="0" err="1"/>
              <a:t>Arizonia</a:t>
            </a:r>
            <a:r>
              <a:rPr lang="en-CA" dirty="0"/>
              <a:t>' </a:t>
            </a:r>
            <a:r>
              <a:rPr lang="en-CA" dirty="0" err="1"/>
              <a:t>rel</a:t>
            </a:r>
            <a:r>
              <a:rPr lang="en-CA" dirty="0"/>
              <a:t>='stylesheet' type='text/</a:t>
            </a:r>
            <a:r>
              <a:rPr lang="en-CA" dirty="0" err="1"/>
              <a:t>css</a:t>
            </a:r>
            <a:r>
              <a:rPr lang="en-CA" dirty="0"/>
              <a:t>'&gt;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Google font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951" y="2554182"/>
            <a:ext cx="4997707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7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</TotalTime>
  <Words>1162</Words>
  <Application>Microsoft Macintosh PowerPoint</Application>
  <PresentationFormat>Widescreen</PresentationFormat>
  <Paragraphs>218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Lucida Console</vt:lpstr>
      <vt:lpstr>Office Theme</vt:lpstr>
      <vt:lpstr>PowerPoint Presentation</vt:lpstr>
      <vt:lpstr>Laravel?</vt:lpstr>
      <vt:lpstr>Opinionated</vt:lpstr>
      <vt:lpstr>Non-MVC vs MVC</vt:lpstr>
      <vt:lpstr>Model-View-Controller (MVC)</vt:lpstr>
      <vt:lpstr>Installing Laravel</vt:lpstr>
      <vt:lpstr>Getting started</vt:lpstr>
      <vt:lpstr>http://localhost:8888</vt:lpstr>
      <vt:lpstr>Useful VS Code extensions</vt:lpstr>
      <vt:lpstr>The Artisan CLI</vt:lpstr>
      <vt:lpstr>Views &amp; Blade Templating Engine</vt:lpstr>
      <vt:lpstr>Where are we?</vt:lpstr>
      <vt:lpstr>What is a view?</vt:lpstr>
      <vt:lpstr>Views &amp; templating engines</vt:lpstr>
      <vt:lpstr>The blade templating engine</vt:lpstr>
      <vt:lpstr>The blade templating engine</vt:lpstr>
      <vt:lpstr>intro_to_laravel_SCRIPT</vt:lpstr>
      <vt:lpstr>The blade templating engine</vt:lpstr>
      <vt:lpstr>Important keywords</vt:lpstr>
      <vt:lpstr>Partial views</vt:lpstr>
      <vt:lpstr>Partials demo</vt:lpstr>
      <vt:lpstr>Control Structures (example)</vt:lpstr>
      <vt:lpstr>Control structures demo</vt:lpstr>
      <vt:lpstr>Comments in blades (views)</vt:lpstr>
      <vt:lpstr>Cross site scripting attack protection</vt:lpstr>
      <vt:lpstr>XSS protection demo</vt:lpstr>
      <vt:lpstr>Facades</vt:lpstr>
      <vt:lpstr>URL facade</vt:lpstr>
      <vt:lpstr>Google font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</dc:title>
  <dc:creator>Medhat Elmasry</dc:creator>
  <cp:lastModifiedBy>Medhat Elmasry</cp:lastModifiedBy>
  <cp:revision>117</cp:revision>
  <cp:lastPrinted>2023-02-23T17:13:59Z</cp:lastPrinted>
  <dcterms:created xsi:type="dcterms:W3CDTF">2020-12-15T05:35:48Z</dcterms:created>
  <dcterms:modified xsi:type="dcterms:W3CDTF">2026-02-27T16:49:58Z</dcterms:modified>
</cp:coreProperties>
</file>