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57" r:id="rId4"/>
    <p:sldId id="258" r:id="rId5"/>
    <p:sldId id="265" r:id="rId6"/>
    <p:sldId id="266" r:id="rId7"/>
    <p:sldId id="267" r:id="rId8"/>
    <p:sldId id="268" r:id="rId9"/>
    <p:sldId id="269" r:id="rId10"/>
    <p:sldId id="270" r:id="rId11"/>
    <p:sldId id="262" r:id="rId12"/>
    <p:sldId id="2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0906F6-A1CA-3C4B-8F42-979F29CE1EE1}" v="9" dt="2026-03-09T23:12:57.750"/>
    <p1510:client id="{BEB9D2E1-D20F-CD4A-8FC9-FD05D5DAA82E}" v="11" dt="2026-03-09T23:05:01.234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7"/>
    <p:restoredTop sz="94737"/>
  </p:normalViewPr>
  <p:slideViewPr>
    <p:cSldViewPr snapToGrid="0">
      <p:cViewPr varScale="1">
        <p:scale>
          <a:sx n="119" d="100"/>
          <a:sy n="119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FDECEA60-4432-5C1E-B4FA-7BC519CADCB5}"/>
    <pc:docChg chg="addSld delSld modSld sldOrd">
      <pc:chgData name="Medhat Elmasry" userId="405e238c19f61b9e" providerId="LiveId" clId="{FDECEA60-4432-5C1E-B4FA-7BC519CADCB5}" dt="2026-03-09T23:14:41.884" v="103" actId="20577"/>
      <pc:docMkLst>
        <pc:docMk/>
      </pc:docMkLst>
      <pc:sldChg chg="modSp mod">
        <pc:chgData name="Medhat Elmasry" userId="405e238c19f61b9e" providerId="LiveId" clId="{FDECEA60-4432-5C1E-B4FA-7BC519CADCB5}" dt="2026-03-09T23:14:22.150" v="92" actId="20577"/>
        <pc:sldMkLst>
          <pc:docMk/>
          <pc:sldMk cId="1685112395" sldId="256"/>
        </pc:sldMkLst>
        <pc:spChg chg="mod">
          <ac:chgData name="Medhat Elmasry" userId="405e238c19f61b9e" providerId="LiveId" clId="{FDECEA60-4432-5C1E-B4FA-7BC519CADCB5}" dt="2026-03-09T23:14:10.726" v="76" actId="20577"/>
          <ac:spMkLst>
            <pc:docMk/>
            <pc:sldMk cId="1685112395" sldId="256"/>
            <ac:spMk id="2" creationId="{DD69423B-4F21-4AB9-DD2E-014D422E7D01}"/>
          </ac:spMkLst>
        </pc:spChg>
        <pc:spChg chg="mod">
          <ac:chgData name="Medhat Elmasry" userId="405e238c19f61b9e" providerId="LiveId" clId="{FDECEA60-4432-5C1E-B4FA-7BC519CADCB5}" dt="2026-03-09T23:14:22.150" v="92" actId="20577"/>
          <ac:spMkLst>
            <pc:docMk/>
            <pc:sldMk cId="1685112395" sldId="256"/>
            <ac:spMk id="3" creationId="{D467346C-ACE3-6504-7F97-DA6F3C869F67}"/>
          </ac:spMkLst>
        </pc:spChg>
      </pc:sldChg>
      <pc:sldChg chg="add ord">
        <pc:chgData name="Medhat Elmasry" userId="405e238c19f61b9e" providerId="LiveId" clId="{FDECEA60-4432-5C1E-B4FA-7BC519CADCB5}" dt="2026-03-09T23:13:02.853" v="66" actId="20578"/>
        <pc:sldMkLst>
          <pc:docMk/>
          <pc:sldMk cId="1489746415" sldId="257"/>
        </pc:sldMkLst>
      </pc:sldChg>
      <pc:sldChg chg="del">
        <pc:chgData name="Medhat Elmasry" userId="405e238c19f61b9e" providerId="LiveId" clId="{FDECEA60-4432-5C1E-B4FA-7BC519CADCB5}" dt="2026-03-09T23:07:54.906" v="20" actId="2696"/>
        <pc:sldMkLst>
          <pc:docMk/>
          <pc:sldMk cId="1980599580" sldId="257"/>
        </pc:sldMkLst>
      </pc:sldChg>
      <pc:sldChg chg="del">
        <pc:chgData name="Medhat Elmasry" userId="405e238c19f61b9e" providerId="LiveId" clId="{FDECEA60-4432-5C1E-B4FA-7BC519CADCB5}" dt="2026-03-09T23:07:18.970" v="17" actId="2696"/>
        <pc:sldMkLst>
          <pc:docMk/>
          <pc:sldMk cId="274489936" sldId="258"/>
        </pc:sldMkLst>
      </pc:sldChg>
      <pc:sldChg chg="modSp add mod">
        <pc:chgData name="Medhat Elmasry" userId="405e238c19f61b9e" providerId="LiveId" clId="{FDECEA60-4432-5C1E-B4FA-7BC519CADCB5}" dt="2026-03-09T23:13:41.381" v="68" actId="12385"/>
        <pc:sldMkLst>
          <pc:docMk/>
          <pc:sldMk cId="1035890484" sldId="258"/>
        </pc:sldMkLst>
        <pc:graphicFrameChg chg="modGraphic">
          <ac:chgData name="Medhat Elmasry" userId="405e238c19f61b9e" providerId="LiveId" clId="{FDECEA60-4432-5C1E-B4FA-7BC519CADCB5}" dt="2026-03-09T23:13:41.381" v="68" actId="12385"/>
          <ac:graphicFrameMkLst>
            <pc:docMk/>
            <pc:sldMk cId="1035890484" sldId="258"/>
            <ac:graphicFrameMk id="4" creationId="{EC175162-6D40-D243-499D-185D819539F6}"/>
          </ac:graphicFrameMkLst>
        </pc:graphicFrameChg>
      </pc:sldChg>
      <pc:sldChg chg="del">
        <pc:chgData name="Medhat Elmasry" userId="405e238c19f61b9e" providerId="LiveId" clId="{FDECEA60-4432-5C1E-B4FA-7BC519CADCB5}" dt="2026-03-09T23:07:18.976" v="18" actId="2696"/>
        <pc:sldMkLst>
          <pc:docMk/>
          <pc:sldMk cId="615977848" sldId="259"/>
        </pc:sldMkLst>
      </pc:sldChg>
      <pc:sldChg chg="del">
        <pc:chgData name="Medhat Elmasry" userId="405e238c19f61b9e" providerId="LiveId" clId="{FDECEA60-4432-5C1E-B4FA-7BC519CADCB5}" dt="2026-03-09T23:07:18.983" v="19" actId="2696"/>
        <pc:sldMkLst>
          <pc:docMk/>
          <pc:sldMk cId="453522243" sldId="260"/>
        </pc:sldMkLst>
      </pc:sldChg>
      <pc:sldChg chg="modSp mod">
        <pc:chgData name="Medhat Elmasry" userId="405e238c19f61b9e" providerId="LiveId" clId="{FDECEA60-4432-5C1E-B4FA-7BC519CADCB5}" dt="2026-03-09T23:14:41.884" v="103" actId="20577"/>
        <pc:sldMkLst>
          <pc:docMk/>
          <pc:sldMk cId="2582076896" sldId="261"/>
        </pc:sldMkLst>
        <pc:spChg chg="mod">
          <ac:chgData name="Medhat Elmasry" userId="405e238c19f61b9e" providerId="LiveId" clId="{FDECEA60-4432-5C1E-B4FA-7BC519CADCB5}" dt="2026-03-09T23:10:44.731" v="42" actId="2711"/>
          <ac:spMkLst>
            <pc:docMk/>
            <pc:sldMk cId="2582076896" sldId="261"/>
            <ac:spMk id="5" creationId="{8736D95C-7DF2-CE6F-2179-23F45013BDAB}"/>
          </ac:spMkLst>
        </pc:spChg>
        <pc:spChg chg="mod">
          <ac:chgData name="Medhat Elmasry" userId="405e238c19f61b9e" providerId="LiveId" clId="{FDECEA60-4432-5C1E-B4FA-7BC519CADCB5}" dt="2026-03-09T23:14:41.884" v="103" actId="20577"/>
          <ac:spMkLst>
            <pc:docMk/>
            <pc:sldMk cId="2582076896" sldId="261"/>
            <ac:spMk id="6" creationId="{4739A228-75B1-71A3-E634-FD8034F82182}"/>
          </ac:spMkLst>
        </pc:spChg>
      </pc:sldChg>
      <pc:sldChg chg="modSp mod ord">
        <pc:chgData name="Medhat Elmasry" userId="405e238c19f61b9e" providerId="LiveId" clId="{FDECEA60-4432-5C1E-B4FA-7BC519CADCB5}" dt="2026-03-09T23:11:18.570" v="62" actId="14100"/>
        <pc:sldMkLst>
          <pc:docMk/>
          <pc:sldMk cId="2455859133" sldId="262"/>
        </pc:sldMkLst>
        <pc:spChg chg="mod">
          <ac:chgData name="Medhat Elmasry" userId="405e238c19f61b9e" providerId="LiveId" clId="{FDECEA60-4432-5C1E-B4FA-7BC519CADCB5}" dt="2026-03-09T23:10:57.840" v="55" actId="20577"/>
          <ac:spMkLst>
            <pc:docMk/>
            <pc:sldMk cId="2455859133" sldId="262"/>
            <ac:spMk id="2" creationId="{9F6240CE-3635-6784-AB5E-6A6A5177B1F1}"/>
          </ac:spMkLst>
        </pc:spChg>
        <pc:spChg chg="mod">
          <ac:chgData name="Medhat Elmasry" userId="405e238c19f61b9e" providerId="LiveId" clId="{FDECEA60-4432-5C1E-B4FA-7BC519CADCB5}" dt="2026-03-09T23:11:18.570" v="62" actId="14100"/>
          <ac:spMkLst>
            <pc:docMk/>
            <pc:sldMk cId="2455859133" sldId="262"/>
            <ac:spMk id="4" creationId="{728B6CD9-8356-F6C5-BBCC-54F18E4D403B}"/>
          </ac:spMkLst>
        </pc:spChg>
      </pc:sldChg>
      <pc:sldChg chg="del">
        <pc:chgData name="Medhat Elmasry" userId="405e238c19f61b9e" providerId="LiveId" clId="{FDECEA60-4432-5C1E-B4FA-7BC519CADCB5}" dt="2026-03-09T23:11:32.730" v="63" actId="2696"/>
        <pc:sldMkLst>
          <pc:docMk/>
          <pc:sldMk cId="716236843" sldId="263"/>
        </pc:sldMkLst>
      </pc:sldChg>
      <pc:sldChg chg="add">
        <pc:chgData name="Medhat Elmasry" userId="405e238c19f61b9e" providerId="LiveId" clId="{FDECEA60-4432-5C1E-B4FA-7BC519CADCB5}" dt="2026-03-09T23:01:53.038" v="0"/>
        <pc:sldMkLst>
          <pc:docMk/>
          <pc:sldMk cId="1777350044" sldId="264"/>
        </pc:sldMkLst>
      </pc:sldChg>
      <pc:sldChg chg="add del">
        <pc:chgData name="Medhat Elmasry" userId="405e238c19f61b9e" providerId="LiveId" clId="{FDECEA60-4432-5C1E-B4FA-7BC519CADCB5}" dt="2026-03-09T23:02:22.829" v="2" actId="2696"/>
        <pc:sldMkLst>
          <pc:docMk/>
          <pc:sldMk cId="603631017" sldId="265"/>
        </pc:sldMkLst>
      </pc:sldChg>
      <pc:sldChg chg="add del">
        <pc:chgData name="Medhat Elmasry" userId="405e238c19f61b9e" providerId="LiveId" clId="{FDECEA60-4432-5C1E-B4FA-7BC519CADCB5}" dt="2026-03-09T23:02:34.902" v="4" actId="2696"/>
        <pc:sldMkLst>
          <pc:docMk/>
          <pc:sldMk cId="932107445" sldId="265"/>
        </pc:sldMkLst>
      </pc:sldChg>
      <pc:sldChg chg="add">
        <pc:chgData name="Medhat Elmasry" userId="405e238c19f61b9e" providerId="LiveId" clId="{FDECEA60-4432-5C1E-B4FA-7BC519CADCB5}" dt="2026-03-09T23:03:10.803" v="9"/>
        <pc:sldMkLst>
          <pc:docMk/>
          <pc:sldMk cId="2659366612" sldId="265"/>
        </pc:sldMkLst>
      </pc:sldChg>
      <pc:sldChg chg="add del">
        <pc:chgData name="Medhat Elmasry" userId="405e238c19f61b9e" providerId="LiveId" clId="{FDECEA60-4432-5C1E-B4FA-7BC519CADCB5}" dt="2026-03-09T23:03:03.733" v="8" actId="2696"/>
        <pc:sldMkLst>
          <pc:docMk/>
          <pc:sldMk cId="2673219175" sldId="265"/>
        </pc:sldMkLst>
      </pc:sldChg>
      <pc:sldChg chg="add del">
        <pc:chgData name="Medhat Elmasry" userId="405e238c19f61b9e" providerId="LiveId" clId="{FDECEA60-4432-5C1E-B4FA-7BC519CADCB5}" dt="2026-03-09T23:02:50.630" v="6" actId="2696"/>
        <pc:sldMkLst>
          <pc:docMk/>
          <pc:sldMk cId="3492634675" sldId="265"/>
        </pc:sldMkLst>
      </pc:sldChg>
      <pc:sldChg chg="add">
        <pc:chgData name="Medhat Elmasry" userId="405e238c19f61b9e" providerId="LiveId" clId="{FDECEA60-4432-5C1E-B4FA-7BC519CADCB5}" dt="2026-03-09T23:03:34.863" v="10"/>
        <pc:sldMkLst>
          <pc:docMk/>
          <pc:sldMk cId="1437440087" sldId="266"/>
        </pc:sldMkLst>
      </pc:sldChg>
      <pc:sldChg chg="add">
        <pc:chgData name="Medhat Elmasry" userId="405e238c19f61b9e" providerId="LiveId" clId="{FDECEA60-4432-5C1E-B4FA-7BC519CADCB5}" dt="2026-03-09T23:04:03.447" v="11"/>
        <pc:sldMkLst>
          <pc:docMk/>
          <pc:sldMk cId="1191975947" sldId="267"/>
        </pc:sldMkLst>
      </pc:sldChg>
      <pc:sldChg chg="modSp add mod">
        <pc:chgData name="Medhat Elmasry" userId="405e238c19f61b9e" providerId="LiveId" clId="{FDECEA60-4432-5C1E-B4FA-7BC519CADCB5}" dt="2026-03-09T23:04:22.039" v="14" actId="20577"/>
        <pc:sldMkLst>
          <pc:docMk/>
          <pc:sldMk cId="806316832" sldId="268"/>
        </pc:sldMkLst>
        <pc:spChg chg="mod">
          <ac:chgData name="Medhat Elmasry" userId="405e238c19f61b9e" providerId="LiveId" clId="{FDECEA60-4432-5C1E-B4FA-7BC519CADCB5}" dt="2026-03-09T23:04:22.039" v="14" actId="20577"/>
          <ac:spMkLst>
            <pc:docMk/>
            <pc:sldMk cId="806316832" sldId="268"/>
            <ac:spMk id="3" creationId="{5475F969-CE2E-FA21-2AC8-B932750695EA}"/>
          </ac:spMkLst>
        </pc:spChg>
      </pc:sldChg>
      <pc:sldChg chg="add">
        <pc:chgData name="Medhat Elmasry" userId="405e238c19f61b9e" providerId="LiveId" clId="{FDECEA60-4432-5C1E-B4FA-7BC519CADCB5}" dt="2026-03-09T23:04:44.123" v="15"/>
        <pc:sldMkLst>
          <pc:docMk/>
          <pc:sldMk cId="3818620091" sldId="269"/>
        </pc:sldMkLst>
      </pc:sldChg>
      <pc:sldChg chg="add">
        <pc:chgData name="Medhat Elmasry" userId="405e238c19f61b9e" providerId="LiveId" clId="{FDECEA60-4432-5C1E-B4FA-7BC519CADCB5}" dt="2026-03-09T23:05:01.233" v="16"/>
        <pc:sldMkLst>
          <pc:docMk/>
          <pc:sldMk cId="561163360" sldId="2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9C7087-5F3A-8144-992E-2E67B4B1EF3E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0520A5-54C1-9944-814C-9251B41F32C0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For AI application developers</a:t>
          </a:r>
        </a:p>
      </dgm:t>
    </dgm:pt>
    <dgm:pt modelId="{D65DB020-5626-664E-915C-D03E40A2F2D3}" type="parTrans" cxnId="{9821E638-B56A-214C-887A-9BFB2EF69F7A}">
      <dgm:prSet/>
      <dgm:spPr/>
      <dgm:t>
        <a:bodyPr/>
        <a:lstStyle/>
        <a:p>
          <a:endParaRPr lang="en-US" sz="1600"/>
        </a:p>
      </dgm:t>
    </dgm:pt>
    <dgm:pt modelId="{28BBB824-3876-084B-826F-0E095670CD23}" type="sibTrans" cxnId="{9821E638-B56A-214C-887A-9BFB2EF69F7A}">
      <dgm:prSet/>
      <dgm:spPr/>
      <dgm:t>
        <a:bodyPr/>
        <a:lstStyle/>
        <a:p>
          <a:endParaRPr lang="en-US" sz="1600"/>
        </a:p>
      </dgm:t>
    </dgm:pt>
    <dgm:pt modelId="{C147C005-1ECA-8542-9E64-CE49B5AF3FCE}">
      <dgm:prSet phldrT="[Text]" custT="1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Connect your app to any MCP server with 0 additional work</a:t>
          </a:r>
        </a:p>
      </dgm:t>
    </dgm:pt>
    <dgm:pt modelId="{2F73A486-087F-EC44-91DB-A3E5B4121E3B}" type="parTrans" cxnId="{F79C8A44-1A6B-6D4E-BFAD-378D49A71A82}">
      <dgm:prSet/>
      <dgm:spPr/>
      <dgm:t>
        <a:bodyPr/>
        <a:lstStyle/>
        <a:p>
          <a:endParaRPr lang="en-US" sz="1600"/>
        </a:p>
      </dgm:t>
    </dgm:pt>
    <dgm:pt modelId="{196D34A2-B73D-2647-95A1-D61B22D3E954}" type="sibTrans" cxnId="{F79C8A44-1A6B-6D4E-BFAD-378D49A71A82}">
      <dgm:prSet/>
      <dgm:spPr/>
      <dgm:t>
        <a:bodyPr/>
        <a:lstStyle/>
        <a:p>
          <a:endParaRPr lang="en-US" sz="1600"/>
        </a:p>
      </dgm:t>
    </dgm:pt>
    <dgm:pt modelId="{12C4F985-2473-324A-AD7F-292D5B4C71C2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For tool or API developers</a:t>
          </a:r>
        </a:p>
      </dgm:t>
    </dgm:pt>
    <dgm:pt modelId="{03B87EAA-6DB4-7941-A747-5362C11A1028}" type="parTrans" cxnId="{4228268F-05F4-2440-954C-B0864CD1CED3}">
      <dgm:prSet/>
      <dgm:spPr/>
      <dgm:t>
        <a:bodyPr/>
        <a:lstStyle/>
        <a:p>
          <a:endParaRPr lang="en-US" sz="1600"/>
        </a:p>
      </dgm:t>
    </dgm:pt>
    <dgm:pt modelId="{2EBABC0A-4B9A-864A-8F68-112793F91FA2}" type="sibTrans" cxnId="{4228268F-05F4-2440-954C-B0864CD1CED3}">
      <dgm:prSet/>
      <dgm:spPr/>
      <dgm:t>
        <a:bodyPr/>
        <a:lstStyle/>
        <a:p>
          <a:endParaRPr lang="en-US" sz="1600"/>
        </a:p>
      </dgm:t>
    </dgm:pt>
    <dgm:pt modelId="{F9C572B0-4AC9-214E-92AB-B67A7B3704C1}">
      <dgm:prSet phldrT="[Text]" custT="1"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Build an MCP server once, see adoption everywhere</a:t>
          </a:r>
        </a:p>
      </dgm:t>
    </dgm:pt>
    <dgm:pt modelId="{F466AD27-4F55-A648-A823-1A60D50DFF25}" type="parTrans" cxnId="{B1DFA384-D469-A848-8062-B501F9787217}">
      <dgm:prSet/>
      <dgm:spPr/>
      <dgm:t>
        <a:bodyPr/>
        <a:lstStyle/>
        <a:p>
          <a:endParaRPr lang="en-US" sz="1600"/>
        </a:p>
      </dgm:t>
    </dgm:pt>
    <dgm:pt modelId="{51AAC356-1032-2246-8E9F-58037455D933}" type="sibTrans" cxnId="{B1DFA384-D469-A848-8062-B501F9787217}">
      <dgm:prSet/>
      <dgm:spPr/>
      <dgm:t>
        <a:bodyPr/>
        <a:lstStyle/>
        <a:p>
          <a:endParaRPr lang="en-US" sz="1600"/>
        </a:p>
      </dgm:t>
    </dgm:pt>
    <dgm:pt modelId="{C98BF3C8-A019-2649-BC0B-F3B6BAEF9939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For end users</a:t>
          </a:r>
        </a:p>
      </dgm:t>
    </dgm:pt>
    <dgm:pt modelId="{3B4F7151-7129-EF4D-AE6E-3E73D7C947FD}" type="parTrans" cxnId="{B032E219-39E9-DA4C-A2AE-091B187ACDAB}">
      <dgm:prSet/>
      <dgm:spPr/>
      <dgm:t>
        <a:bodyPr/>
        <a:lstStyle/>
        <a:p>
          <a:endParaRPr lang="en-US" sz="1600"/>
        </a:p>
      </dgm:t>
    </dgm:pt>
    <dgm:pt modelId="{B2C5C3C0-FDD8-F044-A4CB-DDAE537F5D83}" type="sibTrans" cxnId="{B032E219-39E9-DA4C-A2AE-091B187ACDAB}">
      <dgm:prSet/>
      <dgm:spPr/>
      <dgm:t>
        <a:bodyPr/>
        <a:lstStyle/>
        <a:p>
          <a:endParaRPr lang="en-US" sz="1600"/>
        </a:p>
      </dgm:t>
    </dgm:pt>
    <dgm:pt modelId="{EAAC9F67-D5AA-E84C-8152-779BA86C8E60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More powerful and context-rich AI application</a:t>
          </a:r>
        </a:p>
      </dgm:t>
    </dgm:pt>
    <dgm:pt modelId="{7E86BF33-1C47-BD48-B361-C9D320BD2C7E}" type="parTrans" cxnId="{B7EEA483-6F56-794D-8F76-4C7B1C373B86}">
      <dgm:prSet/>
      <dgm:spPr/>
      <dgm:t>
        <a:bodyPr/>
        <a:lstStyle/>
        <a:p>
          <a:endParaRPr lang="en-US" sz="1600"/>
        </a:p>
      </dgm:t>
    </dgm:pt>
    <dgm:pt modelId="{4B36C009-8F16-D641-9048-D45164E68D1A}" type="sibTrans" cxnId="{B7EEA483-6F56-794D-8F76-4C7B1C373B86}">
      <dgm:prSet/>
      <dgm:spPr/>
      <dgm:t>
        <a:bodyPr/>
        <a:lstStyle/>
        <a:p>
          <a:endParaRPr lang="en-US" sz="1600"/>
        </a:p>
      </dgm:t>
    </dgm:pt>
    <dgm:pt modelId="{BFFD157C-27D3-CC49-BFE2-183C28937719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For enterprises</a:t>
          </a:r>
        </a:p>
      </dgm:t>
    </dgm:pt>
    <dgm:pt modelId="{45A4B020-8FBB-7344-9DCF-95055DA79875}" type="parTrans" cxnId="{E37C92C5-D40B-B24B-83D1-A30250C3C2DA}">
      <dgm:prSet/>
      <dgm:spPr/>
      <dgm:t>
        <a:bodyPr/>
        <a:lstStyle/>
        <a:p>
          <a:endParaRPr lang="en-US" sz="1600"/>
        </a:p>
      </dgm:t>
    </dgm:pt>
    <dgm:pt modelId="{8C9D5769-A5D8-2E4B-A3A4-8E43B238B2CA}" type="sibTrans" cxnId="{E37C92C5-D40B-B24B-83D1-A30250C3C2DA}">
      <dgm:prSet/>
      <dgm:spPr/>
      <dgm:t>
        <a:bodyPr/>
        <a:lstStyle/>
        <a:p>
          <a:endParaRPr lang="en-US" sz="1600"/>
        </a:p>
      </dgm:t>
    </dgm:pt>
    <dgm:pt modelId="{97E56F2B-0EFA-5642-95C8-AAF57970E188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800" dirty="0"/>
            <a:t>Clear separation of concerns between AI product teams</a:t>
          </a:r>
        </a:p>
      </dgm:t>
    </dgm:pt>
    <dgm:pt modelId="{1E6D8E8E-A306-994D-83D3-DFEE2410F8A1}" type="parTrans" cxnId="{6A770E3A-179C-744F-8DEE-0BCAAAE21666}">
      <dgm:prSet/>
      <dgm:spPr/>
      <dgm:t>
        <a:bodyPr/>
        <a:lstStyle/>
        <a:p>
          <a:endParaRPr lang="en-US" sz="1600"/>
        </a:p>
      </dgm:t>
    </dgm:pt>
    <dgm:pt modelId="{09586F76-833D-3444-8239-9404CBCDE49F}" type="sibTrans" cxnId="{6A770E3A-179C-744F-8DEE-0BCAAAE21666}">
      <dgm:prSet/>
      <dgm:spPr/>
      <dgm:t>
        <a:bodyPr/>
        <a:lstStyle/>
        <a:p>
          <a:endParaRPr lang="en-US" sz="1600"/>
        </a:p>
      </dgm:t>
    </dgm:pt>
    <dgm:pt modelId="{02AF3BD1-A15B-A648-AFA0-43798A4D3541}" type="pres">
      <dgm:prSet presAssocID="{F09C7087-5F3A-8144-992E-2E67B4B1EF3E}" presName="Name0" presStyleCnt="0">
        <dgm:presLayoutVars>
          <dgm:dir/>
          <dgm:animLvl val="lvl"/>
          <dgm:resizeHandles val="exact"/>
        </dgm:presLayoutVars>
      </dgm:prSet>
      <dgm:spPr/>
    </dgm:pt>
    <dgm:pt modelId="{E9C9E806-6E07-744D-8790-DBAEC6C34BD6}" type="pres">
      <dgm:prSet presAssocID="{9F0520A5-54C1-9944-814C-9251B41F32C0}" presName="linNode" presStyleCnt="0"/>
      <dgm:spPr/>
    </dgm:pt>
    <dgm:pt modelId="{AC1402CE-4B1B-F14B-8382-C4CA84EFA6C4}" type="pres">
      <dgm:prSet presAssocID="{9F0520A5-54C1-9944-814C-9251B41F32C0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E14BE231-84F3-314F-9388-9613C0FAFBCF}" type="pres">
      <dgm:prSet presAssocID="{9F0520A5-54C1-9944-814C-9251B41F32C0}" presName="descendantText" presStyleLbl="alignAccFollowNode1" presStyleIdx="0" presStyleCnt="4">
        <dgm:presLayoutVars>
          <dgm:bulletEnabled val="1"/>
        </dgm:presLayoutVars>
      </dgm:prSet>
      <dgm:spPr/>
    </dgm:pt>
    <dgm:pt modelId="{1081D91A-CC93-5D44-A67A-5ED0EE06A8B3}" type="pres">
      <dgm:prSet presAssocID="{28BBB824-3876-084B-826F-0E095670CD23}" presName="sp" presStyleCnt="0"/>
      <dgm:spPr/>
    </dgm:pt>
    <dgm:pt modelId="{4C845C87-381B-4B40-9A00-0B8EBBD34F4C}" type="pres">
      <dgm:prSet presAssocID="{12C4F985-2473-324A-AD7F-292D5B4C71C2}" presName="linNode" presStyleCnt="0"/>
      <dgm:spPr/>
    </dgm:pt>
    <dgm:pt modelId="{3AFA106D-21F0-0C40-A0C3-C7F09BD32F9C}" type="pres">
      <dgm:prSet presAssocID="{12C4F985-2473-324A-AD7F-292D5B4C71C2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4522843-475B-774E-A238-75FAB4432467}" type="pres">
      <dgm:prSet presAssocID="{12C4F985-2473-324A-AD7F-292D5B4C71C2}" presName="descendantText" presStyleLbl="alignAccFollowNode1" presStyleIdx="1" presStyleCnt="4">
        <dgm:presLayoutVars>
          <dgm:bulletEnabled val="1"/>
        </dgm:presLayoutVars>
      </dgm:prSet>
      <dgm:spPr/>
    </dgm:pt>
    <dgm:pt modelId="{68093EF3-1B5A-7A41-B313-8B679F87159C}" type="pres">
      <dgm:prSet presAssocID="{2EBABC0A-4B9A-864A-8F68-112793F91FA2}" presName="sp" presStyleCnt="0"/>
      <dgm:spPr/>
    </dgm:pt>
    <dgm:pt modelId="{D9E2CB01-74F3-0E4B-9BCB-BCF7C8150CA4}" type="pres">
      <dgm:prSet presAssocID="{C98BF3C8-A019-2649-BC0B-F3B6BAEF9939}" presName="linNode" presStyleCnt="0"/>
      <dgm:spPr/>
    </dgm:pt>
    <dgm:pt modelId="{156B4116-4B3F-0941-A340-D5EF950F1173}" type="pres">
      <dgm:prSet presAssocID="{C98BF3C8-A019-2649-BC0B-F3B6BAEF9939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0B87D59F-636F-F743-B75B-20347D9AC554}" type="pres">
      <dgm:prSet presAssocID="{C98BF3C8-A019-2649-BC0B-F3B6BAEF9939}" presName="descendantText" presStyleLbl="alignAccFollowNode1" presStyleIdx="2" presStyleCnt="4">
        <dgm:presLayoutVars>
          <dgm:bulletEnabled val="1"/>
        </dgm:presLayoutVars>
      </dgm:prSet>
      <dgm:spPr/>
    </dgm:pt>
    <dgm:pt modelId="{23831788-3E6A-5B4E-B758-BC501AE6FE0C}" type="pres">
      <dgm:prSet presAssocID="{B2C5C3C0-FDD8-F044-A4CB-DDAE537F5D83}" presName="sp" presStyleCnt="0"/>
      <dgm:spPr/>
    </dgm:pt>
    <dgm:pt modelId="{A840BEF8-D974-B74D-9E95-3B2DE09E02D3}" type="pres">
      <dgm:prSet presAssocID="{BFFD157C-27D3-CC49-BFE2-183C28937719}" presName="linNode" presStyleCnt="0"/>
      <dgm:spPr/>
    </dgm:pt>
    <dgm:pt modelId="{14274E7F-7C6C-CF4E-8A29-0B783FDEEDFE}" type="pres">
      <dgm:prSet presAssocID="{BFFD157C-27D3-CC49-BFE2-183C28937719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8A9D76F9-3DEA-1A45-BE33-D137FE18AD29}" type="pres">
      <dgm:prSet presAssocID="{BFFD157C-27D3-CC49-BFE2-183C28937719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B032E219-39E9-DA4C-A2AE-091B187ACDAB}" srcId="{F09C7087-5F3A-8144-992E-2E67B4B1EF3E}" destId="{C98BF3C8-A019-2649-BC0B-F3B6BAEF9939}" srcOrd="2" destOrd="0" parTransId="{3B4F7151-7129-EF4D-AE6E-3E73D7C947FD}" sibTransId="{B2C5C3C0-FDD8-F044-A4CB-DDAE537F5D83}"/>
    <dgm:cxn modelId="{B205A61E-D90A-B345-B20F-248985D0ED35}" type="presOf" srcId="{EAAC9F67-D5AA-E84C-8152-779BA86C8E60}" destId="{0B87D59F-636F-F743-B75B-20347D9AC554}" srcOrd="0" destOrd="0" presId="urn:microsoft.com/office/officeart/2005/8/layout/vList5"/>
    <dgm:cxn modelId="{2442E42A-DAD8-EE47-9F8B-AD68C6DD6ED4}" type="presOf" srcId="{BFFD157C-27D3-CC49-BFE2-183C28937719}" destId="{14274E7F-7C6C-CF4E-8A29-0B783FDEEDFE}" srcOrd="0" destOrd="0" presId="urn:microsoft.com/office/officeart/2005/8/layout/vList5"/>
    <dgm:cxn modelId="{9821E638-B56A-214C-887A-9BFB2EF69F7A}" srcId="{F09C7087-5F3A-8144-992E-2E67B4B1EF3E}" destId="{9F0520A5-54C1-9944-814C-9251B41F32C0}" srcOrd="0" destOrd="0" parTransId="{D65DB020-5626-664E-915C-D03E40A2F2D3}" sibTransId="{28BBB824-3876-084B-826F-0E095670CD23}"/>
    <dgm:cxn modelId="{6A770E3A-179C-744F-8DEE-0BCAAAE21666}" srcId="{BFFD157C-27D3-CC49-BFE2-183C28937719}" destId="{97E56F2B-0EFA-5642-95C8-AAF57970E188}" srcOrd="0" destOrd="0" parTransId="{1E6D8E8E-A306-994D-83D3-DFEE2410F8A1}" sibTransId="{09586F76-833D-3444-8239-9404CBCDE49F}"/>
    <dgm:cxn modelId="{F79C8A44-1A6B-6D4E-BFAD-378D49A71A82}" srcId="{9F0520A5-54C1-9944-814C-9251B41F32C0}" destId="{C147C005-1ECA-8542-9E64-CE49B5AF3FCE}" srcOrd="0" destOrd="0" parTransId="{2F73A486-087F-EC44-91DB-A3E5B4121E3B}" sibTransId="{196D34A2-B73D-2647-95A1-D61B22D3E954}"/>
    <dgm:cxn modelId="{6A032E4F-EECF-5E49-90EE-93EAD139E771}" type="presOf" srcId="{12C4F985-2473-324A-AD7F-292D5B4C71C2}" destId="{3AFA106D-21F0-0C40-A0C3-C7F09BD32F9C}" srcOrd="0" destOrd="0" presId="urn:microsoft.com/office/officeart/2005/8/layout/vList5"/>
    <dgm:cxn modelId="{94CE8F62-785E-D84B-B084-3DFCDED1C05A}" type="presOf" srcId="{9F0520A5-54C1-9944-814C-9251B41F32C0}" destId="{AC1402CE-4B1B-F14B-8382-C4CA84EFA6C4}" srcOrd="0" destOrd="0" presId="urn:microsoft.com/office/officeart/2005/8/layout/vList5"/>
    <dgm:cxn modelId="{807BAD70-75F9-C847-8D42-6D5070149FB1}" type="presOf" srcId="{F9C572B0-4AC9-214E-92AB-B67A7B3704C1}" destId="{24522843-475B-774E-A238-75FAB4432467}" srcOrd="0" destOrd="0" presId="urn:microsoft.com/office/officeart/2005/8/layout/vList5"/>
    <dgm:cxn modelId="{B7EEA483-6F56-794D-8F76-4C7B1C373B86}" srcId="{C98BF3C8-A019-2649-BC0B-F3B6BAEF9939}" destId="{EAAC9F67-D5AA-E84C-8152-779BA86C8E60}" srcOrd="0" destOrd="0" parTransId="{7E86BF33-1C47-BD48-B361-C9D320BD2C7E}" sibTransId="{4B36C009-8F16-D641-9048-D45164E68D1A}"/>
    <dgm:cxn modelId="{B1DFA384-D469-A848-8062-B501F9787217}" srcId="{12C4F985-2473-324A-AD7F-292D5B4C71C2}" destId="{F9C572B0-4AC9-214E-92AB-B67A7B3704C1}" srcOrd="0" destOrd="0" parTransId="{F466AD27-4F55-A648-A823-1A60D50DFF25}" sibTransId="{51AAC356-1032-2246-8E9F-58037455D933}"/>
    <dgm:cxn modelId="{011DE08C-9588-674E-8DE0-A616E3E423F8}" type="presOf" srcId="{C147C005-1ECA-8542-9E64-CE49B5AF3FCE}" destId="{E14BE231-84F3-314F-9388-9613C0FAFBCF}" srcOrd="0" destOrd="0" presId="urn:microsoft.com/office/officeart/2005/8/layout/vList5"/>
    <dgm:cxn modelId="{4228268F-05F4-2440-954C-B0864CD1CED3}" srcId="{F09C7087-5F3A-8144-992E-2E67B4B1EF3E}" destId="{12C4F985-2473-324A-AD7F-292D5B4C71C2}" srcOrd="1" destOrd="0" parTransId="{03B87EAA-6DB4-7941-A747-5362C11A1028}" sibTransId="{2EBABC0A-4B9A-864A-8F68-112793F91FA2}"/>
    <dgm:cxn modelId="{F5A00F98-BAD4-A94D-AD56-1D03949490E0}" type="presOf" srcId="{F09C7087-5F3A-8144-992E-2E67B4B1EF3E}" destId="{02AF3BD1-A15B-A648-AFA0-43798A4D3541}" srcOrd="0" destOrd="0" presId="urn:microsoft.com/office/officeart/2005/8/layout/vList5"/>
    <dgm:cxn modelId="{FAC754AF-6BE0-4A47-AAA8-455011039E48}" type="presOf" srcId="{97E56F2B-0EFA-5642-95C8-AAF57970E188}" destId="{8A9D76F9-3DEA-1A45-BE33-D137FE18AD29}" srcOrd="0" destOrd="0" presId="urn:microsoft.com/office/officeart/2005/8/layout/vList5"/>
    <dgm:cxn modelId="{E37C92C5-D40B-B24B-83D1-A30250C3C2DA}" srcId="{F09C7087-5F3A-8144-992E-2E67B4B1EF3E}" destId="{BFFD157C-27D3-CC49-BFE2-183C28937719}" srcOrd="3" destOrd="0" parTransId="{45A4B020-8FBB-7344-9DCF-95055DA79875}" sibTransId="{8C9D5769-A5D8-2E4B-A3A4-8E43B238B2CA}"/>
    <dgm:cxn modelId="{2FADAFE0-E403-7D46-93C3-AF961D9D8769}" type="presOf" srcId="{C98BF3C8-A019-2649-BC0B-F3B6BAEF9939}" destId="{156B4116-4B3F-0941-A340-D5EF950F1173}" srcOrd="0" destOrd="0" presId="urn:microsoft.com/office/officeart/2005/8/layout/vList5"/>
    <dgm:cxn modelId="{AB5C06E2-C801-BB4C-A8B5-6352678BBC4C}" type="presParOf" srcId="{02AF3BD1-A15B-A648-AFA0-43798A4D3541}" destId="{E9C9E806-6E07-744D-8790-DBAEC6C34BD6}" srcOrd="0" destOrd="0" presId="urn:microsoft.com/office/officeart/2005/8/layout/vList5"/>
    <dgm:cxn modelId="{1A5AFF1E-6CD0-C243-B351-D11E2ACC8C9F}" type="presParOf" srcId="{E9C9E806-6E07-744D-8790-DBAEC6C34BD6}" destId="{AC1402CE-4B1B-F14B-8382-C4CA84EFA6C4}" srcOrd="0" destOrd="0" presId="urn:microsoft.com/office/officeart/2005/8/layout/vList5"/>
    <dgm:cxn modelId="{18C44E9F-0C8D-0449-897E-E849EA7DD552}" type="presParOf" srcId="{E9C9E806-6E07-744D-8790-DBAEC6C34BD6}" destId="{E14BE231-84F3-314F-9388-9613C0FAFBCF}" srcOrd="1" destOrd="0" presId="urn:microsoft.com/office/officeart/2005/8/layout/vList5"/>
    <dgm:cxn modelId="{E2BCF3D8-3738-8F48-AA95-09A9A1559889}" type="presParOf" srcId="{02AF3BD1-A15B-A648-AFA0-43798A4D3541}" destId="{1081D91A-CC93-5D44-A67A-5ED0EE06A8B3}" srcOrd="1" destOrd="0" presId="urn:microsoft.com/office/officeart/2005/8/layout/vList5"/>
    <dgm:cxn modelId="{F7377796-D741-7E4C-BBA7-1F6B5EE716C2}" type="presParOf" srcId="{02AF3BD1-A15B-A648-AFA0-43798A4D3541}" destId="{4C845C87-381B-4B40-9A00-0B8EBBD34F4C}" srcOrd="2" destOrd="0" presId="urn:microsoft.com/office/officeart/2005/8/layout/vList5"/>
    <dgm:cxn modelId="{E3BA21D0-21A8-D142-B1F3-093336CE2985}" type="presParOf" srcId="{4C845C87-381B-4B40-9A00-0B8EBBD34F4C}" destId="{3AFA106D-21F0-0C40-A0C3-C7F09BD32F9C}" srcOrd="0" destOrd="0" presId="urn:microsoft.com/office/officeart/2005/8/layout/vList5"/>
    <dgm:cxn modelId="{BE7844A1-82E1-B743-94BD-F7937F2BEDD2}" type="presParOf" srcId="{4C845C87-381B-4B40-9A00-0B8EBBD34F4C}" destId="{24522843-475B-774E-A238-75FAB4432467}" srcOrd="1" destOrd="0" presId="urn:microsoft.com/office/officeart/2005/8/layout/vList5"/>
    <dgm:cxn modelId="{CEA5D93D-8DBD-5148-AD41-5570858888B8}" type="presParOf" srcId="{02AF3BD1-A15B-A648-AFA0-43798A4D3541}" destId="{68093EF3-1B5A-7A41-B313-8B679F87159C}" srcOrd="3" destOrd="0" presId="urn:microsoft.com/office/officeart/2005/8/layout/vList5"/>
    <dgm:cxn modelId="{4A33852C-1F5B-664B-8E01-2FC9EEA2788D}" type="presParOf" srcId="{02AF3BD1-A15B-A648-AFA0-43798A4D3541}" destId="{D9E2CB01-74F3-0E4B-9BCB-BCF7C8150CA4}" srcOrd="4" destOrd="0" presId="urn:microsoft.com/office/officeart/2005/8/layout/vList5"/>
    <dgm:cxn modelId="{943AE822-D447-4D45-AFF9-9DA1CDC3360E}" type="presParOf" srcId="{D9E2CB01-74F3-0E4B-9BCB-BCF7C8150CA4}" destId="{156B4116-4B3F-0941-A340-D5EF950F1173}" srcOrd="0" destOrd="0" presId="urn:microsoft.com/office/officeart/2005/8/layout/vList5"/>
    <dgm:cxn modelId="{551CAF68-CB0F-3140-8B0F-6C425FA48E15}" type="presParOf" srcId="{D9E2CB01-74F3-0E4B-9BCB-BCF7C8150CA4}" destId="{0B87D59F-636F-F743-B75B-20347D9AC554}" srcOrd="1" destOrd="0" presId="urn:microsoft.com/office/officeart/2005/8/layout/vList5"/>
    <dgm:cxn modelId="{7B8DB38F-4B13-D44F-989A-9E0CE4C2E971}" type="presParOf" srcId="{02AF3BD1-A15B-A648-AFA0-43798A4D3541}" destId="{23831788-3E6A-5B4E-B758-BC501AE6FE0C}" srcOrd="5" destOrd="0" presId="urn:microsoft.com/office/officeart/2005/8/layout/vList5"/>
    <dgm:cxn modelId="{C9E51E3C-1DDA-A243-900A-AAF479CB0470}" type="presParOf" srcId="{02AF3BD1-A15B-A648-AFA0-43798A4D3541}" destId="{A840BEF8-D974-B74D-9E95-3B2DE09E02D3}" srcOrd="6" destOrd="0" presId="urn:microsoft.com/office/officeart/2005/8/layout/vList5"/>
    <dgm:cxn modelId="{7C3B8187-4C2F-C241-BE85-FBC053D9A01E}" type="presParOf" srcId="{A840BEF8-D974-B74D-9E95-3B2DE09E02D3}" destId="{14274E7F-7C6C-CF4E-8A29-0B783FDEEDFE}" srcOrd="0" destOrd="0" presId="urn:microsoft.com/office/officeart/2005/8/layout/vList5"/>
    <dgm:cxn modelId="{38A0C1F1-2414-1347-A7C4-EB2D544025C0}" type="presParOf" srcId="{A840BEF8-D974-B74D-9E95-3B2DE09E02D3}" destId="{8A9D76F9-3DEA-1A45-BE33-D137FE18AD2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1916A0-56A7-F840-8970-E6CC0906EB50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58B612-99AA-434B-A537-813BFE8C1100}">
      <dgm:prSet phldrT="[Text]"/>
      <dgm:spPr/>
      <dgm:t>
        <a:bodyPr/>
        <a:lstStyle/>
        <a:p>
          <a:r>
            <a:rPr lang="en-US" dirty="0"/>
            <a:t>AI Applications, from IDEs to Agents</a:t>
          </a:r>
        </a:p>
      </dgm:t>
    </dgm:pt>
    <dgm:pt modelId="{46D3674E-AC06-E34A-8345-493475E9BFF8}" type="parTrans" cxnId="{88B5A48F-7211-0049-976C-45A1EF3EA356}">
      <dgm:prSet/>
      <dgm:spPr/>
      <dgm:t>
        <a:bodyPr/>
        <a:lstStyle/>
        <a:p>
          <a:endParaRPr lang="en-US"/>
        </a:p>
      </dgm:t>
    </dgm:pt>
    <dgm:pt modelId="{5CC33DFE-DC7B-A441-A1CE-21E1EA15BB0E}" type="sibTrans" cxnId="{88B5A48F-7211-0049-976C-45A1EF3EA356}">
      <dgm:prSet/>
      <dgm:spPr/>
      <dgm:t>
        <a:bodyPr/>
        <a:lstStyle/>
        <a:p>
          <a:endParaRPr lang="en-US"/>
        </a:p>
      </dgm:t>
    </dgm:pt>
    <dgm:pt modelId="{442BCE11-EEC6-924A-B024-D8D1C0171D12}">
      <dgm:prSet phldrT="[Text]"/>
      <dgm:spPr/>
      <dgm:t>
        <a:bodyPr/>
        <a:lstStyle/>
        <a:p>
          <a:r>
            <a:rPr lang="en-US"/>
            <a:t>Server Builders (1,000+ and counting)</a:t>
          </a:r>
          <a:endParaRPr lang="en-US" dirty="0"/>
        </a:p>
      </dgm:t>
    </dgm:pt>
    <dgm:pt modelId="{758A0DFB-9386-514A-B597-CA863262C77A}" type="parTrans" cxnId="{98754E87-D3EF-C14F-91CD-D5C959CD587D}">
      <dgm:prSet/>
      <dgm:spPr/>
      <dgm:t>
        <a:bodyPr/>
        <a:lstStyle/>
        <a:p>
          <a:endParaRPr lang="en-US"/>
        </a:p>
      </dgm:t>
    </dgm:pt>
    <dgm:pt modelId="{BF66103E-9696-6F46-8FCF-3BBB8F5A2576}" type="sibTrans" cxnId="{98754E87-D3EF-C14F-91CD-D5C959CD587D}">
      <dgm:prSet/>
      <dgm:spPr/>
      <dgm:t>
        <a:bodyPr/>
        <a:lstStyle/>
        <a:p>
          <a:endParaRPr lang="en-US"/>
        </a:p>
      </dgm:t>
    </dgm:pt>
    <dgm:pt modelId="{3D6E83E1-9BC7-8B47-AE4E-67A97329B489}">
      <dgm:prSet phldrT="[Text]"/>
      <dgm:spPr/>
      <dgm:t>
        <a:bodyPr/>
        <a:lstStyle/>
        <a:p>
          <a:r>
            <a:rPr lang="en-US" dirty="0"/>
            <a:t>Enterprises, for internal and external use cases</a:t>
          </a:r>
        </a:p>
      </dgm:t>
    </dgm:pt>
    <dgm:pt modelId="{C99DC14B-2A3A-3643-A053-E227A8E1CE78}" type="parTrans" cxnId="{E89AD8A7-D454-3740-9BC7-8037C40DE5C5}">
      <dgm:prSet/>
      <dgm:spPr/>
      <dgm:t>
        <a:bodyPr/>
        <a:lstStyle/>
        <a:p>
          <a:endParaRPr lang="en-US"/>
        </a:p>
      </dgm:t>
    </dgm:pt>
    <dgm:pt modelId="{66CC5933-12C1-D44E-8648-8CE4F55A8922}" type="sibTrans" cxnId="{E89AD8A7-D454-3740-9BC7-8037C40DE5C5}">
      <dgm:prSet/>
      <dgm:spPr/>
      <dgm:t>
        <a:bodyPr/>
        <a:lstStyle/>
        <a:p>
          <a:endParaRPr lang="en-US"/>
        </a:p>
      </dgm:t>
    </dgm:pt>
    <dgm:pt modelId="{52AB5655-B326-0F40-84AC-4A940121756F}">
      <dgm:prSet phldrT="[Text]"/>
      <dgm:spPr/>
      <dgm:t>
        <a:bodyPr/>
        <a:lstStyle/>
        <a:p>
          <a:r>
            <a:rPr lang="en-US" dirty="0"/>
            <a:t>Open-Source Contributors</a:t>
          </a:r>
        </a:p>
      </dgm:t>
    </dgm:pt>
    <dgm:pt modelId="{0149468C-8177-014D-B26A-062BC23AF2A8}" type="parTrans" cxnId="{F2900608-21F0-854B-B32F-DAB1DF95A0AD}">
      <dgm:prSet/>
      <dgm:spPr/>
      <dgm:t>
        <a:bodyPr/>
        <a:lstStyle/>
        <a:p>
          <a:endParaRPr lang="en-US"/>
        </a:p>
      </dgm:t>
    </dgm:pt>
    <dgm:pt modelId="{C091C80F-10DE-564F-84EB-F7A6E880B379}" type="sibTrans" cxnId="{F2900608-21F0-854B-B32F-DAB1DF95A0AD}">
      <dgm:prSet/>
      <dgm:spPr/>
      <dgm:t>
        <a:bodyPr/>
        <a:lstStyle/>
        <a:p>
          <a:endParaRPr lang="en-US"/>
        </a:p>
      </dgm:t>
    </dgm:pt>
    <dgm:pt modelId="{C860A48E-E432-2345-AE73-024A7D503FA1}">
      <dgm:prSet phldrT="[Text]"/>
      <dgm:spPr/>
      <dgm:t>
        <a:bodyPr/>
        <a:lstStyle/>
        <a:p>
          <a:r>
            <a:rPr lang="en-US" dirty="0"/>
            <a:t>And a lot more...</a:t>
          </a:r>
        </a:p>
      </dgm:t>
    </dgm:pt>
    <dgm:pt modelId="{6ED5591F-3225-8440-820C-5A055F4342A7}" type="parTrans" cxnId="{0159CCF4-E7E1-9A4E-80E0-6731F143EA14}">
      <dgm:prSet/>
      <dgm:spPr/>
      <dgm:t>
        <a:bodyPr/>
        <a:lstStyle/>
        <a:p>
          <a:endParaRPr lang="en-US"/>
        </a:p>
      </dgm:t>
    </dgm:pt>
    <dgm:pt modelId="{B9A3508E-5826-E749-ADFE-84BF1421A156}" type="sibTrans" cxnId="{0159CCF4-E7E1-9A4E-80E0-6731F143EA14}">
      <dgm:prSet/>
      <dgm:spPr/>
      <dgm:t>
        <a:bodyPr/>
        <a:lstStyle/>
        <a:p>
          <a:endParaRPr lang="en-US"/>
        </a:p>
      </dgm:t>
    </dgm:pt>
    <dgm:pt modelId="{DF102A2A-6C42-984A-926A-B3387B1B771B}" type="pres">
      <dgm:prSet presAssocID="{741916A0-56A7-F840-8970-E6CC0906EB50}" presName="linear" presStyleCnt="0">
        <dgm:presLayoutVars>
          <dgm:animLvl val="lvl"/>
          <dgm:resizeHandles val="exact"/>
        </dgm:presLayoutVars>
      </dgm:prSet>
      <dgm:spPr/>
    </dgm:pt>
    <dgm:pt modelId="{412454F3-D8A9-F048-B517-440951BDE064}" type="pres">
      <dgm:prSet presAssocID="{5558B612-99AA-434B-A537-813BFE8C110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D002DE2-66C2-6F47-A3F6-F258A81D211E}" type="pres">
      <dgm:prSet presAssocID="{5CC33DFE-DC7B-A441-A1CE-21E1EA15BB0E}" presName="spacer" presStyleCnt="0"/>
      <dgm:spPr/>
    </dgm:pt>
    <dgm:pt modelId="{41678667-4931-C345-93B0-EB140CCD039D}" type="pres">
      <dgm:prSet presAssocID="{442BCE11-EEC6-924A-B024-D8D1C0171D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6608479-5E3B-9C42-880E-819EBC61D93A}" type="pres">
      <dgm:prSet presAssocID="{BF66103E-9696-6F46-8FCF-3BBB8F5A2576}" presName="spacer" presStyleCnt="0"/>
      <dgm:spPr/>
    </dgm:pt>
    <dgm:pt modelId="{E2B066F9-2826-7149-AD7B-AC9736F3AC84}" type="pres">
      <dgm:prSet presAssocID="{3D6E83E1-9BC7-8B47-AE4E-67A97329B489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95C44C6-F730-694F-BF8C-F53B0E1C6857}" type="pres">
      <dgm:prSet presAssocID="{66CC5933-12C1-D44E-8648-8CE4F55A8922}" presName="spacer" presStyleCnt="0"/>
      <dgm:spPr/>
    </dgm:pt>
    <dgm:pt modelId="{42784AB3-429B-8744-9F23-B51ECD4465D0}" type="pres">
      <dgm:prSet presAssocID="{52AB5655-B326-0F40-84AC-4A940121756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201FACD-86A5-0E4E-9F16-B3EA113A532E}" type="pres">
      <dgm:prSet presAssocID="{C091C80F-10DE-564F-84EB-F7A6E880B379}" presName="spacer" presStyleCnt="0"/>
      <dgm:spPr/>
    </dgm:pt>
    <dgm:pt modelId="{D974AC5E-B764-7E4D-A35F-31B644D9AA38}" type="pres">
      <dgm:prSet presAssocID="{C860A48E-E432-2345-AE73-024A7D503FA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2900608-21F0-854B-B32F-DAB1DF95A0AD}" srcId="{741916A0-56A7-F840-8970-E6CC0906EB50}" destId="{52AB5655-B326-0F40-84AC-4A940121756F}" srcOrd="3" destOrd="0" parTransId="{0149468C-8177-014D-B26A-062BC23AF2A8}" sibTransId="{C091C80F-10DE-564F-84EB-F7A6E880B379}"/>
    <dgm:cxn modelId="{55DC6213-D1F7-AE47-9034-62A5B7C60965}" type="presOf" srcId="{741916A0-56A7-F840-8970-E6CC0906EB50}" destId="{DF102A2A-6C42-984A-926A-B3387B1B771B}" srcOrd="0" destOrd="0" presId="urn:microsoft.com/office/officeart/2005/8/layout/vList2"/>
    <dgm:cxn modelId="{6E7E3817-7C09-0D4B-AE09-13D792F66F20}" type="presOf" srcId="{5558B612-99AA-434B-A537-813BFE8C1100}" destId="{412454F3-D8A9-F048-B517-440951BDE064}" srcOrd="0" destOrd="0" presId="urn:microsoft.com/office/officeart/2005/8/layout/vList2"/>
    <dgm:cxn modelId="{E254991F-5795-F742-8B25-633A15A0F384}" type="presOf" srcId="{3D6E83E1-9BC7-8B47-AE4E-67A97329B489}" destId="{E2B066F9-2826-7149-AD7B-AC9736F3AC84}" srcOrd="0" destOrd="0" presId="urn:microsoft.com/office/officeart/2005/8/layout/vList2"/>
    <dgm:cxn modelId="{EFCEF253-69A2-8742-B748-1984B592545F}" type="presOf" srcId="{C860A48E-E432-2345-AE73-024A7D503FA1}" destId="{D974AC5E-B764-7E4D-A35F-31B644D9AA38}" srcOrd="0" destOrd="0" presId="urn:microsoft.com/office/officeart/2005/8/layout/vList2"/>
    <dgm:cxn modelId="{98754E87-D3EF-C14F-91CD-D5C959CD587D}" srcId="{741916A0-56A7-F840-8970-E6CC0906EB50}" destId="{442BCE11-EEC6-924A-B024-D8D1C0171D12}" srcOrd="1" destOrd="0" parTransId="{758A0DFB-9386-514A-B597-CA863262C77A}" sibTransId="{BF66103E-9696-6F46-8FCF-3BBB8F5A2576}"/>
    <dgm:cxn modelId="{88B5A48F-7211-0049-976C-45A1EF3EA356}" srcId="{741916A0-56A7-F840-8970-E6CC0906EB50}" destId="{5558B612-99AA-434B-A537-813BFE8C1100}" srcOrd="0" destOrd="0" parTransId="{46D3674E-AC06-E34A-8345-493475E9BFF8}" sibTransId="{5CC33DFE-DC7B-A441-A1CE-21E1EA15BB0E}"/>
    <dgm:cxn modelId="{E89AD8A7-D454-3740-9BC7-8037C40DE5C5}" srcId="{741916A0-56A7-F840-8970-E6CC0906EB50}" destId="{3D6E83E1-9BC7-8B47-AE4E-67A97329B489}" srcOrd="2" destOrd="0" parTransId="{C99DC14B-2A3A-3643-A053-E227A8E1CE78}" sibTransId="{66CC5933-12C1-D44E-8648-8CE4F55A8922}"/>
    <dgm:cxn modelId="{F5C301AA-FAA9-A946-874B-FE31473B4B0B}" type="presOf" srcId="{442BCE11-EEC6-924A-B024-D8D1C0171D12}" destId="{41678667-4931-C345-93B0-EB140CCD039D}" srcOrd="0" destOrd="0" presId="urn:microsoft.com/office/officeart/2005/8/layout/vList2"/>
    <dgm:cxn modelId="{D44A31AE-ACBD-8745-9DE2-62BC504DCFF4}" type="presOf" srcId="{52AB5655-B326-0F40-84AC-4A940121756F}" destId="{42784AB3-429B-8744-9F23-B51ECD4465D0}" srcOrd="0" destOrd="0" presId="urn:microsoft.com/office/officeart/2005/8/layout/vList2"/>
    <dgm:cxn modelId="{0159CCF4-E7E1-9A4E-80E0-6731F143EA14}" srcId="{741916A0-56A7-F840-8970-E6CC0906EB50}" destId="{C860A48E-E432-2345-AE73-024A7D503FA1}" srcOrd="4" destOrd="0" parTransId="{6ED5591F-3225-8440-820C-5A055F4342A7}" sibTransId="{B9A3508E-5826-E749-ADFE-84BF1421A156}"/>
    <dgm:cxn modelId="{F1D04F4A-9868-C143-8A89-9C262257F968}" type="presParOf" srcId="{DF102A2A-6C42-984A-926A-B3387B1B771B}" destId="{412454F3-D8A9-F048-B517-440951BDE064}" srcOrd="0" destOrd="0" presId="urn:microsoft.com/office/officeart/2005/8/layout/vList2"/>
    <dgm:cxn modelId="{B4E27F0E-6729-A842-BE9F-B1BAFA6F98E6}" type="presParOf" srcId="{DF102A2A-6C42-984A-926A-B3387B1B771B}" destId="{BD002DE2-66C2-6F47-A3F6-F258A81D211E}" srcOrd="1" destOrd="0" presId="urn:microsoft.com/office/officeart/2005/8/layout/vList2"/>
    <dgm:cxn modelId="{327DEA7F-E159-7E4B-B4C1-BF2A6F28E1FC}" type="presParOf" srcId="{DF102A2A-6C42-984A-926A-B3387B1B771B}" destId="{41678667-4931-C345-93B0-EB140CCD039D}" srcOrd="2" destOrd="0" presId="urn:microsoft.com/office/officeart/2005/8/layout/vList2"/>
    <dgm:cxn modelId="{34115991-5EAA-BB4D-80C5-C688D23B21DF}" type="presParOf" srcId="{DF102A2A-6C42-984A-926A-B3387B1B771B}" destId="{76608479-5E3B-9C42-880E-819EBC61D93A}" srcOrd="3" destOrd="0" presId="urn:microsoft.com/office/officeart/2005/8/layout/vList2"/>
    <dgm:cxn modelId="{DEF75535-EB9E-0B41-B54C-FD7606ADC18C}" type="presParOf" srcId="{DF102A2A-6C42-984A-926A-B3387B1B771B}" destId="{E2B066F9-2826-7149-AD7B-AC9736F3AC84}" srcOrd="4" destOrd="0" presId="urn:microsoft.com/office/officeart/2005/8/layout/vList2"/>
    <dgm:cxn modelId="{F532C9A9-6197-8443-B175-C107998E7404}" type="presParOf" srcId="{DF102A2A-6C42-984A-926A-B3387B1B771B}" destId="{295C44C6-F730-694F-BF8C-F53B0E1C6857}" srcOrd="5" destOrd="0" presId="urn:microsoft.com/office/officeart/2005/8/layout/vList2"/>
    <dgm:cxn modelId="{B7C96E4D-6061-D240-95EF-1A8D01AE1E67}" type="presParOf" srcId="{DF102A2A-6C42-984A-926A-B3387B1B771B}" destId="{42784AB3-429B-8744-9F23-B51ECD4465D0}" srcOrd="6" destOrd="0" presId="urn:microsoft.com/office/officeart/2005/8/layout/vList2"/>
    <dgm:cxn modelId="{1AFE99FA-2015-2B46-B7E2-87E120C1DAEE}" type="presParOf" srcId="{DF102A2A-6C42-984A-926A-B3387B1B771B}" destId="{8201FACD-86A5-0E4E-9F16-B3EA113A532E}" srcOrd="7" destOrd="0" presId="urn:microsoft.com/office/officeart/2005/8/layout/vList2"/>
    <dgm:cxn modelId="{9FB3F9D9-EF20-D040-8DFC-138F07742DCC}" type="presParOf" srcId="{DF102A2A-6C42-984A-926A-B3387B1B771B}" destId="{D974AC5E-B764-7E4D-A35F-31B644D9AA3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BE231-84F3-314F-9388-9613C0FAFBCF}">
      <dsp:nvSpPr>
        <dsp:cNvPr id="0" name=""/>
        <dsp:cNvSpPr/>
      </dsp:nvSpPr>
      <dsp:spPr>
        <a:xfrm rot="5400000">
          <a:off x="5937854" y="-2479680"/>
          <a:ext cx="801938" cy="5965952"/>
        </a:xfrm>
        <a:prstGeom prst="round2Same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Connect your app to any MCP server with 0 additional work</a:t>
          </a:r>
        </a:p>
      </dsp:txBody>
      <dsp:txXfrm rot="-5400000">
        <a:off x="3355848" y="141473"/>
        <a:ext cx="5926805" cy="723644"/>
      </dsp:txXfrm>
    </dsp:sp>
    <dsp:sp modelId="{AC1402CE-4B1B-F14B-8382-C4CA84EFA6C4}">
      <dsp:nvSpPr>
        <dsp:cNvPr id="0" name=""/>
        <dsp:cNvSpPr/>
      </dsp:nvSpPr>
      <dsp:spPr>
        <a:xfrm>
          <a:off x="0" y="2084"/>
          <a:ext cx="3355847" cy="1002423"/>
        </a:xfrm>
        <a:prstGeom prst="roundRect">
          <a:avLst/>
        </a:prstGeom>
        <a:gradFill rotWithShape="1">
          <a:gsLst>
            <a:gs pos="0">
              <a:schemeClr val="accent2">
                <a:lumMod val="110000"/>
                <a:satMod val="105000"/>
                <a:tint val="67000"/>
              </a:schemeClr>
            </a:gs>
            <a:gs pos="50000">
              <a:schemeClr val="accent2">
                <a:lumMod val="105000"/>
                <a:satMod val="103000"/>
                <a:tint val="73000"/>
              </a:schemeClr>
            </a:gs>
            <a:gs pos="100000">
              <a:schemeClr val="accent2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AI application developers</a:t>
          </a:r>
        </a:p>
      </dsp:txBody>
      <dsp:txXfrm>
        <a:off x="48934" y="51018"/>
        <a:ext cx="3257979" cy="904555"/>
      </dsp:txXfrm>
    </dsp:sp>
    <dsp:sp modelId="{24522843-475B-774E-A238-75FAB4432467}">
      <dsp:nvSpPr>
        <dsp:cNvPr id="0" name=""/>
        <dsp:cNvSpPr/>
      </dsp:nvSpPr>
      <dsp:spPr>
        <a:xfrm rot="5400000">
          <a:off x="5937854" y="-1427135"/>
          <a:ext cx="801938" cy="5965952"/>
        </a:xfrm>
        <a:prstGeom prst="round2Same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Build an MCP server once, see adoption everywhere</a:t>
          </a:r>
        </a:p>
      </dsp:txBody>
      <dsp:txXfrm rot="-5400000">
        <a:off x="3355848" y="1194018"/>
        <a:ext cx="5926805" cy="723644"/>
      </dsp:txXfrm>
    </dsp:sp>
    <dsp:sp modelId="{3AFA106D-21F0-0C40-A0C3-C7F09BD32F9C}">
      <dsp:nvSpPr>
        <dsp:cNvPr id="0" name=""/>
        <dsp:cNvSpPr/>
      </dsp:nvSpPr>
      <dsp:spPr>
        <a:xfrm>
          <a:off x="0" y="1054628"/>
          <a:ext cx="3355847" cy="1002423"/>
        </a:xfrm>
        <a:prstGeom prst="roundRect">
          <a:avLst/>
        </a:prstGeom>
        <a:gradFill rotWithShape="1">
          <a:gsLst>
            <a:gs pos="0">
              <a:schemeClr val="accent1">
                <a:lumMod val="110000"/>
                <a:satMod val="105000"/>
                <a:tint val="67000"/>
              </a:schemeClr>
            </a:gs>
            <a:gs pos="50000">
              <a:schemeClr val="accent1">
                <a:lumMod val="105000"/>
                <a:satMod val="103000"/>
                <a:tint val="73000"/>
              </a:schemeClr>
            </a:gs>
            <a:gs pos="100000">
              <a:schemeClr val="accent1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tool or API developers</a:t>
          </a:r>
        </a:p>
      </dsp:txBody>
      <dsp:txXfrm>
        <a:off x="48934" y="1103562"/>
        <a:ext cx="3257979" cy="904555"/>
      </dsp:txXfrm>
    </dsp:sp>
    <dsp:sp modelId="{0B87D59F-636F-F743-B75B-20347D9AC554}">
      <dsp:nvSpPr>
        <dsp:cNvPr id="0" name=""/>
        <dsp:cNvSpPr/>
      </dsp:nvSpPr>
      <dsp:spPr>
        <a:xfrm rot="5400000">
          <a:off x="5937854" y="-374590"/>
          <a:ext cx="801938" cy="5965952"/>
        </a:xfrm>
        <a:prstGeom prst="round2Same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More powerful and context-rich AI application</a:t>
          </a:r>
        </a:p>
      </dsp:txBody>
      <dsp:txXfrm rot="-5400000">
        <a:off x="3355848" y="2246563"/>
        <a:ext cx="5926805" cy="723644"/>
      </dsp:txXfrm>
    </dsp:sp>
    <dsp:sp modelId="{156B4116-4B3F-0941-A340-D5EF950F1173}">
      <dsp:nvSpPr>
        <dsp:cNvPr id="0" name=""/>
        <dsp:cNvSpPr/>
      </dsp:nvSpPr>
      <dsp:spPr>
        <a:xfrm>
          <a:off x="0" y="2107173"/>
          <a:ext cx="3355847" cy="1002423"/>
        </a:xfrm>
        <a:prstGeom prst="roundRect">
          <a:avLst/>
        </a:prstGeom>
        <a:gradFill rotWithShape="1">
          <a:gsLst>
            <a:gs pos="0">
              <a:schemeClr val="accent3">
                <a:lumMod val="110000"/>
                <a:satMod val="105000"/>
                <a:tint val="67000"/>
              </a:schemeClr>
            </a:gs>
            <a:gs pos="50000">
              <a:schemeClr val="accent3">
                <a:lumMod val="105000"/>
                <a:satMod val="103000"/>
                <a:tint val="73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end users</a:t>
          </a:r>
        </a:p>
      </dsp:txBody>
      <dsp:txXfrm>
        <a:off x="48934" y="2156107"/>
        <a:ext cx="3257979" cy="904555"/>
      </dsp:txXfrm>
    </dsp:sp>
    <dsp:sp modelId="{8A9D76F9-3DEA-1A45-BE33-D137FE18AD29}">
      <dsp:nvSpPr>
        <dsp:cNvPr id="0" name=""/>
        <dsp:cNvSpPr/>
      </dsp:nvSpPr>
      <dsp:spPr>
        <a:xfrm rot="5400000">
          <a:off x="5937854" y="677954"/>
          <a:ext cx="801938" cy="5965952"/>
        </a:xfrm>
        <a:prstGeom prst="round2Same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Clear separation of concerns between AI product teams</a:t>
          </a:r>
        </a:p>
      </dsp:txBody>
      <dsp:txXfrm rot="-5400000">
        <a:off x="3355848" y="3299108"/>
        <a:ext cx="5926805" cy="723644"/>
      </dsp:txXfrm>
    </dsp:sp>
    <dsp:sp modelId="{14274E7F-7C6C-CF4E-8A29-0B783FDEEDFE}">
      <dsp:nvSpPr>
        <dsp:cNvPr id="0" name=""/>
        <dsp:cNvSpPr/>
      </dsp:nvSpPr>
      <dsp:spPr>
        <a:xfrm>
          <a:off x="0" y="3159718"/>
          <a:ext cx="3355847" cy="1002423"/>
        </a:xfrm>
        <a:prstGeom prst="roundRect">
          <a:avLst/>
        </a:prstGeom>
        <a:gradFill rotWithShape="1">
          <a:gsLst>
            <a:gs pos="0">
              <a:schemeClr val="accent5">
                <a:lumMod val="110000"/>
                <a:satMod val="105000"/>
                <a:tint val="67000"/>
              </a:schemeClr>
            </a:gs>
            <a:gs pos="50000">
              <a:schemeClr val="accent5">
                <a:lumMod val="105000"/>
                <a:satMod val="103000"/>
                <a:tint val="73000"/>
              </a:schemeClr>
            </a:gs>
            <a:gs pos="100000">
              <a:schemeClr val="accent5">
                <a:lumMod val="105000"/>
                <a:satMod val="109000"/>
                <a:tint val="81000"/>
              </a:schemeClr>
            </a:gs>
          </a:gsLst>
          <a:lin ang="5400000" scaled="0"/>
        </a:gra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For enterprises</a:t>
          </a:r>
        </a:p>
      </dsp:txBody>
      <dsp:txXfrm>
        <a:off x="48934" y="3208652"/>
        <a:ext cx="3257979" cy="904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454F3-D8A9-F048-B517-440951BDE064}">
      <dsp:nvSpPr>
        <dsp:cNvPr id="0" name=""/>
        <dsp:cNvSpPr/>
      </dsp:nvSpPr>
      <dsp:spPr>
        <a:xfrm>
          <a:off x="0" y="69378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AI Applications, from IDEs to Agents</a:t>
          </a:r>
        </a:p>
      </dsp:txBody>
      <dsp:txXfrm>
        <a:off x="35982" y="729765"/>
        <a:ext cx="8056036" cy="665135"/>
      </dsp:txXfrm>
    </dsp:sp>
    <dsp:sp modelId="{41678667-4931-C345-93B0-EB140CCD039D}">
      <dsp:nvSpPr>
        <dsp:cNvPr id="0" name=""/>
        <dsp:cNvSpPr/>
      </dsp:nvSpPr>
      <dsp:spPr>
        <a:xfrm>
          <a:off x="0" y="151728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Server Builders (1,000+ and counting)</a:t>
          </a:r>
          <a:endParaRPr lang="en-US" sz="3000" kern="1200" dirty="0"/>
        </a:p>
      </dsp:txBody>
      <dsp:txXfrm>
        <a:off x="35982" y="1553265"/>
        <a:ext cx="8056036" cy="665135"/>
      </dsp:txXfrm>
    </dsp:sp>
    <dsp:sp modelId="{E2B066F9-2826-7149-AD7B-AC9736F3AC84}">
      <dsp:nvSpPr>
        <dsp:cNvPr id="0" name=""/>
        <dsp:cNvSpPr/>
      </dsp:nvSpPr>
      <dsp:spPr>
        <a:xfrm>
          <a:off x="0" y="234078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Enterprises, for internal and external use cases</a:t>
          </a:r>
        </a:p>
      </dsp:txBody>
      <dsp:txXfrm>
        <a:off x="35982" y="2376765"/>
        <a:ext cx="8056036" cy="665135"/>
      </dsp:txXfrm>
    </dsp:sp>
    <dsp:sp modelId="{42784AB3-429B-8744-9F23-B51ECD4465D0}">
      <dsp:nvSpPr>
        <dsp:cNvPr id="0" name=""/>
        <dsp:cNvSpPr/>
      </dsp:nvSpPr>
      <dsp:spPr>
        <a:xfrm>
          <a:off x="0" y="316428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Open-Source Contributors</a:t>
          </a:r>
        </a:p>
      </dsp:txBody>
      <dsp:txXfrm>
        <a:off x="35982" y="3200265"/>
        <a:ext cx="8056036" cy="665135"/>
      </dsp:txXfrm>
    </dsp:sp>
    <dsp:sp modelId="{D974AC5E-B764-7E4D-A35F-31B644D9AA38}">
      <dsp:nvSpPr>
        <dsp:cNvPr id="0" name=""/>
        <dsp:cNvSpPr/>
      </dsp:nvSpPr>
      <dsp:spPr>
        <a:xfrm>
          <a:off x="0" y="3987783"/>
          <a:ext cx="8128000" cy="7370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And a lot more...</a:t>
          </a:r>
        </a:p>
      </dsp:txBody>
      <dsp:txXfrm>
        <a:off x="35982" y="4023765"/>
        <a:ext cx="8056036" cy="6651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0540B8-B921-F647-B586-681818AF21A6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1B795-E4D1-414C-8B42-45F5C67B7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52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27:49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91C1C-748F-3F45-83F2-D4590EDD35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82BF-D0C7-00EC-DE72-5CF0DAFC1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08885-3D95-CDF9-AA54-C0CD4C61EC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D0C56-656E-18B3-A0C5-9056A9027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80B2-602A-A9E8-63E2-921EFD58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7AF56-A54B-4863-B609-6A24801D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7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45F74-5E9E-B0E4-A45F-54B054585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6D55D-2597-2262-2F16-42807F27D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AC4D4-CF13-063D-B5B4-95348D70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B7D03-5ACC-B523-FA52-030121A3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A929C-E5AF-ED41-93B0-F8D31E59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90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F520-0025-3C5F-6FF5-0354D0542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46767-544A-E333-57ED-CBBE8F658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4ED1-405F-43AC-EA7C-73AFA4EC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477A6-1EA8-5DA7-0153-8F455BC8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9F5C4-3F17-7718-81EB-308736BF0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4214B-E918-678F-1F9E-B3D609521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7CB40-EF4E-085F-5D13-908373C16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865C1-E63C-0895-2C71-55ED6998B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FBA2B-05E7-4700-4C75-5F4B50932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BCFA2-AF39-AF2E-BC88-A3BBD5F6D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5D286-0F38-8F21-B272-DB1FC0FAD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4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E5D92-5BB1-AEF4-CA84-D4B09D8FA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99B4-B267-D7E3-4F3A-794E7E7FC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2870F-659C-18E3-37D4-6C00C2508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1CCAE-D967-2E74-9D43-617DDB27B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D27BBD-6D98-913F-5FE8-55337B7F5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013CFC-5011-D57E-7E4C-6BAF26F2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CB87A3-529F-A68C-D556-1A9439F0F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AF638D-817E-9AC2-B9C3-C11DECE05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46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6AD8-830E-5854-C212-44FBCA55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E4A6B-1F92-5D40-255A-B10A95E62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02A85-D230-AA12-2AAB-0DBF1684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CE8DA0-2472-1D20-9218-12A636A8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25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ADB891-EF16-F2FC-8724-D20978B77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CE341-92A1-5FCB-30D8-6CA8EBA4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48855-8401-4B0C-396D-63FC8529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441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EE4C-FD16-E580-AF0B-C6A01C71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F088C-C547-09A9-19F6-3F93D2E45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F98CD-0F8A-00D6-3AE2-91D409DB3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F93E52-F015-9480-11B6-74F714B8B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21718C-1D29-36E1-D956-17E3DC3E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56649-0325-5808-9CBE-5FDD5DD09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06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6353-16BD-2AF4-0081-32244B0DF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3BEEE2-E0ED-4006-5622-6C79759A0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AC7C8-3BFD-3DC4-CBD7-B5F0239DF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8EBF0-958A-DE77-E176-B3AE96924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A43DA-86EA-D209-3859-7DB4FC16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07DB8-54D2-0269-8867-2BF05F13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9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68E9-8AF2-B53F-0312-582AAE61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5B1A04-7F14-7DB4-5935-40DB57DE4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4F5D-1F5D-99B0-6432-9951C9DB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EEA5F-BAC6-1D84-DF51-E0495338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26420-0EF8-EE33-2558-7350FCC5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9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6D025-35FA-EF58-452F-01FA94281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62417-2C7E-D0D6-603A-214C5B5A3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C63D-A43A-5F3E-3E21-385A680E1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1AF5D-4B04-4C99-0FFF-3DB72547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D09E2-6C25-67BD-CC59-DD6AB880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86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664C5-1A6C-5DB2-0057-0CAE4333D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A7C30-FC56-3042-EB13-2DAA088CC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ED5DB-22A4-DF08-ADA7-6FEB17254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320EE5-8006-DE4A-AFE5-44DABDACD11F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CFCAC-FC7D-3538-06CA-E82F1F315F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9503-DB19-DB7D-4894-9FC26FC44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CDE6C-B532-1940-9446-2AC49D956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37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hyperlink" Target="https://github.com/modelcontextprotocol/servers" TargetMode="Externa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9423B-4F21-4AB9-DD2E-014D422E7D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 an MCP server with PHP Laravel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7346C-ACE3-6504-7F97-DA6F3C869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Medhat Elmasry</a:t>
            </a:r>
          </a:p>
        </p:txBody>
      </p:sp>
    </p:spTree>
    <p:extLst>
      <p:ext uri="{BB962C8B-B14F-4D97-AF65-F5344CB8AC3E}">
        <p14:creationId xmlns:p14="http://schemas.microsoft.com/office/powerpoint/2010/main" val="1685112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DC413-97C5-DA57-9430-8D418140F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Model Context Protocol (MCP)?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6A06-9845-D8B0-A959-60424FF7C3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Model Context Protocol (MCP) is an open standard developed by Anthropic, the company behind Claude AI models.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MCP is an open protocol that enables seamless integration between: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MCP standardizes how AI applications interact with external systems: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Prompts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Resources</a:t>
            </a:r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12F7653-3FC2-11E8-3E06-7C1D969A5288}"/>
              </a:ext>
            </a:extLst>
          </p:cNvPr>
          <p:cNvSpPr/>
          <p:nvPr/>
        </p:nvSpPr>
        <p:spPr>
          <a:xfrm>
            <a:off x="1349829" y="3598522"/>
            <a:ext cx="3233057" cy="5551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Apps &amp; Agents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9490244-DE2D-824F-0A93-D94CDB374557}"/>
              </a:ext>
            </a:extLst>
          </p:cNvPr>
          <p:cNvSpPr/>
          <p:nvPr/>
        </p:nvSpPr>
        <p:spPr>
          <a:xfrm>
            <a:off x="6792685" y="3598522"/>
            <a:ext cx="3233057" cy="555172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Tools &amp; Data Sources</a:t>
            </a:r>
          </a:p>
        </p:txBody>
      </p:sp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4A51264F-ED71-B305-ABF2-7798CFD02926}"/>
              </a:ext>
            </a:extLst>
          </p:cNvPr>
          <p:cNvSpPr/>
          <p:nvPr/>
        </p:nvSpPr>
        <p:spPr>
          <a:xfrm>
            <a:off x="4794327" y="3598523"/>
            <a:ext cx="1763485" cy="555172"/>
          </a:xfrm>
          <a:prstGeom prst="leftRightArrow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350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504A1-144C-FCEA-FCD7-A0BBECF2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MCP?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C6A76F-33B0-D147-4020-80D0FAD42EF1}"/>
              </a:ext>
            </a:extLst>
          </p:cNvPr>
          <p:cNvSpPr/>
          <p:nvPr/>
        </p:nvSpPr>
        <p:spPr>
          <a:xfrm>
            <a:off x="838200" y="2649071"/>
            <a:ext cx="2590800" cy="2272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 or Agent</a:t>
            </a:r>
          </a:p>
          <a:p>
            <a:pPr algn="ctr"/>
            <a:r>
              <a:rPr lang="en-US" dirty="0"/>
              <a:t>(Claude, ChatGPT, etc.)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C18B02-CDAC-525D-090A-63E56BC744C2}"/>
              </a:ext>
            </a:extLst>
          </p:cNvPr>
          <p:cNvSpPr/>
          <p:nvPr/>
        </p:nvSpPr>
        <p:spPr>
          <a:xfrm>
            <a:off x="8545286" y="2649070"/>
            <a:ext cx="2590800" cy="2272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 or Service</a:t>
            </a:r>
          </a:p>
          <a:p>
            <a:pPr algn="ctr"/>
            <a:r>
              <a:rPr lang="en-US" dirty="0"/>
              <a:t>(e.g. Bank, cloud provider, ecommerce platform...)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69995-2AE9-E605-2344-4B6CED9BF41E}"/>
              </a:ext>
            </a:extLst>
          </p:cNvPr>
          <p:cNvSpPr/>
          <p:nvPr/>
        </p:nvSpPr>
        <p:spPr>
          <a:xfrm>
            <a:off x="5116286" y="2962834"/>
            <a:ext cx="1741714" cy="1645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Model</a:t>
            </a:r>
          </a:p>
          <a:p>
            <a:pPr algn="ctr"/>
            <a:r>
              <a:rPr lang="en-US" dirty="0"/>
              <a:t>Context</a:t>
            </a:r>
          </a:p>
          <a:p>
            <a:pPr algn="ctr"/>
            <a:r>
              <a:rPr lang="en-US" dirty="0"/>
              <a:t>Protocol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2FA5D-7DEC-DD29-E42D-B928FD5507BB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29000" y="3785346"/>
            <a:ext cx="1687286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C7BD763-0CBF-41EA-9DC7-443B69E8F774}"/>
              </a:ext>
            </a:extLst>
          </p:cNvPr>
          <p:cNvCxnSpPr/>
          <p:nvPr/>
        </p:nvCxnSpPr>
        <p:spPr>
          <a:xfrm flipV="1">
            <a:off x="6863443" y="3785344"/>
            <a:ext cx="1687286" cy="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74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2826-EA09-4967-29E0-C6FEC752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an MCP server?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175162-6D40-D243-499D-185D819539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0902765"/>
              </p:ext>
            </p:extLst>
          </p:nvPr>
        </p:nvGraphicFramePr>
        <p:xfrm>
          <a:off x="838200" y="1825625"/>
          <a:ext cx="10515597" cy="22910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70299">
                  <a:extLst>
                    <a:ext uri="{9D8B030D-6E8A-4147-A177-3AD203B41FA5}">
                      <a16:colId xmlns:a16="http://schemas.microsoft.com/office/drawing/2014/main" val="1405611350"/>
                    </a:ext>
                  </a:extLst>
                </a:gridCol>
                <a:gridCol w="4651530">
                  <a:extLst>
                    <a:ext uri="{9D8B030D-6E8A-4147-A177-3AD203B41FA5}">
                      <a16:colId xmlns:a16="http://schemas.microsoft.com/office/drawing/2014/main" val="2579937269"/>
                    </a:ext>
                  </a:extLst>
                </a:gridCol>
                <a:gridCol w="4593768">
                  <a:extLst>
                    <a:ext uri="{9D8B030D-6E8A-4147-A177-3AD203B41FA5}">
                      <a16:colId xmlns:a16="http://schemas.microsoft.com/office/drawing/2014/main" val="2062187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is it?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381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Executable actions or functions the AI can invoke.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API calls, running scripts, multi-step workflows,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2396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sources the AI can access and load into its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files, database queries, cloud documents,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6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Reusable templates or guides for LLM interactions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Structured prompts for code review, bug triage,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375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89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9D1CC-8954-729F-3973-FC12EB000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MCP: Standardized AI Development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D1E3CF3-0CF1-7D7C-EAE8-15AF474E06D3}"/>
              </a:ext>
            </a:extLst>
          </p:cNvPr>
          <p:cNvGrpSpPr/>
          <p:nvPr/>
        </p:nvGrpSpPr>
        <p:grpSpPr>
          <a:xfrm>
            <a:off x="838200" y="1537643"/>
            <a:ext cx="9663410" cy="4954083"/>
            <a:chOff x="421268" y="1500317"/>
            <a:chExt cx="9663410" cy="495408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380B7E-A6A9-AE7A-0FBA-77D9C90DCA18}"/>
                </a:ext>
              </a:extLst>
            </p:cNvPr>
            <p:cNvSpPr/>
            <p:nvPr/>
          </p:nvSpPr>
          <p:spPr>
            <a:xfrm>
              <a:off x="421268" y="3216906"/>
              <a:ext cx="2342954" cy="77924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Any MCP Client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CA11243-6302-DFC8-62CB-965C707BD53F}"/>
                </a:ext>
              </a:extLst>
            </p:cNvPr>
            <p:cNvSpPr/>
            <p:nvPr/>
          </p:nvSpPr>
          <p:spPr>
            <a:xfrm>
              <a:off x="3753046" y="1531885"/>
              <a:ext cx="2342954" cy="77924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DB </a:t>
              </a:r>
              <a:r>
                <a:rPr lang="en-US" b="1" dirty="0"/>
                <a:t>MCP Server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604D00A-F8A0-F05A-58FE-E0990FE752B1}"/>
                </a:ext>
              </a:extLst>
            </p:cNvPr>
            <p:cNvSpPr/>
            <p:nvPr/>
          </p:nvSpPr>
          <p:spPr>
            <a:xfrm>
              <a:off x="3742536" y="3216905"/>
              <a:ext cx="2342954" cy="77924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CRM </a:t>
              </a:r>
              <a:r>
                <a:rPr lang="en-US" b="1" dirty="0"/>
                <a:t>MCP Server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BB9891E-CE61-61DA-A8AF-E6D9E0F4E498}"/>
                </a:ext>
              </a:extLst>
            </p:cNvPr>
            <p:cNvSpPr/>
            <p:nvPr/>
          </p:nvSpPr>
          <p:spPr>
            <a:xfrm>
              <a:off x="3763558" y="4937645"/>
              <a:ext cx="2342954" cy="779243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Version Control </a:t>
              </a:r>
              <a:r>
                <a:rPr lang="en-US" b="1" dirty="0"/>
                <a:t>MCP Server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A52D6B8-BE0D-ECA9-7EA2-247971589AEB}"/>
                </a:ext>
              </a:extLst>
            </p:cNvPr>
            <p:cNvSpPr/>
            <p:nvPr/>
          </p:nvSpPr>
          <p:spPr>
            <a:xfrm>
              <a:off x="7731212" y="3214421"/>
              <a:ext cx="2342954" cy="77924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CRM Systems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0BCED4-A77B-1F7C-56D7-B6A76D59F002}"/>
                </a:ext>
              </a:extLst>
            </p:cNvPr>
            <p:cNvSpPr/>
            <p:nvPr/>
          </p:nvSpPr>
          <p:spPr>
            <a:xfrm>
              <a:off x="7741724" y="4936493"/>
              <a:ext cx="2342954" cy="77924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Version Control Software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780238A-CF7B-899D-D2E6-98A54178F3AE}"/>
                </a:ext>
              </a:extLst>
            </p:cNvPr>
            <p:cNvSpPr txBox="1"/>
            <p:nvPr/>
          </p:nvSpPr>
          <p:spPr>
            <a:xfrm>
              <a:off x="3753046" y="2311127"/>
              <a:ext cx="23429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Query &amp; fetch data</a:t>
              </a:r>
            </a:p>
            <a:p>
              <a:r>
                <a:rPr lang="en-US" sz="1400" dirty="0"/>
                <a:t>Modify records</a:t>
              </a:r>
            </a:p>
            <a:p>
              <a:r>
                <a:rPr lang="en-US" sz="1400" dirty="0"/>
                <a:t>Handle data streams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A2BAEAC-24BB-A5F6-A6A5-1DE339414E2B}"/>
                </a:ext>
              </a:extLst>
            </p:cNvPr>
            <p:cNvSpPr/>
            <p:nvPr/>
          </p:nvSpPr>
          <p:spPr>
            <a:xfrm>
              <a:off x="7731212" y="1500317"/>
              <a:ext cx="2342954" cy="779243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Databases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104E4B8-F86A-64CB-C527-43C3621732DF}"/>
                </a:ext>
              </a:extLst>
            </p:cNvPr>
            <p:cNvSpPr txBox="1"/>
            <p:nvPr/>
          </p:nvSpPr>
          <p:spPr>
            <a:xfrm>
              <a:off x="3763558" y="3996148"/>
              <a:ext cx="23429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Create/update contacts</a:t>
              </a:r>
            </a:p>
            <a:p>
              <a:r>
                <a:rPr lang="en-US" sz="1400" dirty="0"/>
                <a:t>Manage opportunities</a:t>
              </a:r>
            </a:p>
            <a:p>
              <a:r>
                <a:rPr lang="en-US" sz="1400" dirty="0"/>
                <a:t>Track interactions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4A66A3C-0D51-FC6B-E0E9-9C4DE32D7DE1}"/>
                </a:ext>
              </a:extLst>
            </p:cNvPr>
            <p:cNvSpPr txBox="1"/>
            <p:nvPr/>
          </p:nvSpPr>
          <p:spPr>
            <a:xfrm>
              <a:off x="3747791" y="5715736"/>
              <a:ext cx="234295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Create/update contacts</a:t>
              </a:r>
            </a:p>
            <a:p>
              <a:r>
                <a:rPr lang="en-US" sz="1400" dirty="0"/>
                <a:t>Manage opportunities</a:t>
              </a:r>
            </a:p>
            <a:p>
              <a:r>
                <a:rPr lang="en-US" sz="1400" dirty="0"/>
                <a:t>Track interactions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A6925E3-06E7-85BF-E133-2DBC23596E40}"/>
                </a:ext>
              </a:extLst>
            </p:cNvPr>
            <p:cNvCxnSpPr>
              <a:stCxn id="4" idx="0"/>
              <a:endCxn id="7" idx="1"/>
            </p:cNvCxnSpPr>
            <p:nvPr/>
          </p:nvCxnSpPr>
          <p:spPr>
            <a:xfrm flipV="1">
              <a:off x="1592745" y="1921507"/>
              <a:ext cx="2160301" cy="12953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EA202DE-340E-6BBC-8D14-139888F0807D}"/>
                </a:ext>
              </a:extLst>
            </p:cNvPr>
            <p:cNvCxnSpPr>
              <a:stCxn id="4" idx="3"/>
              <a:endCxn id="8" idx="1"/>
            </p:cNvCxnSpPr>
            <p:nvPr/>
          </p:nvCxnSpPr>
          <p:spPr>
            <a:xfrm flipV="1">
              <a:off x="2764222" y="3606527"/>
              <a:ext cx="97831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836B9CC-DA4E-1493-73C6-DC625835D0C4}"/>
                </a:ext>
              </a:extLst>
            </p:cNvPr>
            <p:cNvCxnSpPr>
              <a:stCxn id="4" idx="2"/>
              <a:endCxn id="9" idx="1"/>
            </p:cNvCxnSpPr>
            <p:nvPr/>
          </p:nvCxnSpPr>
          <p:spPr>
            <a:xfrm>
              <a:off x="1592745" y="3996149"/>
              <a:ext cx="2170813" cy="13311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BFE3FC1-2B3F-74BE-C565-7F1153A953F0}"/>
                </a:ext>
              </a:extLst>
            </p:cNvPr>
            <p:cNvCxnSpPr>
              <a:stCxn id="7" idx="3"/>
              <a:endCxn id="14" idx="1"/>
            </p:cNvCxnSpPr>
            <p:nvPr/>
          </p:nvCxnSpPr>
          <p:spPr>
            <a:xfrm flipV="1">
              <a:off x="6096000" y="1889939"/>
              <a:ext cx="1635212" cy="315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5B05F20-DB86-A7A0-FB90-F5FA1770AA29}"/>
                </a:ext>
              </a:extLst>
            </p:cNvPr>
            <p:cNvCxnSpPr>
              <a:stCxn id="8" idx="3"/>
              <a:endCxn id="11" idx="1"/>
            </p:cNvCxnSpPr>
            <p:nvPr/>
          </p:nvCxnSpPr>
          <p:spPr>
            <a:xfrm flipV="1">
              <a:off x="6085490" y="3604043"/>
              <a:ext cx="1645722" cy="24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8A0C1D-4C9D-45F3-268F-55F4840AC6DD}"/>
                </a:ext>
              </a:extLst>
            </p:cNvPr>
            <p:cNvCxnSpPr>
              <a:stCxn id="9" idx="3"/>
              <a:endCxn id="12" idx="1"/>
            </p:cNvCxnSpPr>
            <p:nvPr/>
          </p:nvCxnSpPr>
          <p:spPr>
            <a:xfrm flipV="1">
              <a:off x="6106512" y="5326115"/>
              <a:ext cx="1635212" cy="115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5936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8ED43-392A-6531-E4B5-140830D3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MCP: Standardized Development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2F50839-675B-4EEA-5F9E-2F369ABE31BB}"/>
              </a:ext>
            </a:extLst>
          </p:cNvPr>
          <p:cNvGraphicFramePr/>
          <p:nvPr/>
        </p:nvGraphicFramePr>
        <p:xfrm>
          <a:off x="1154670" y="1816444"/>
          <a:ext cx="9321800" cy="4164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7440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CDED-7E94-49D7-245B-774ECB32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MCP Ecosystem is Growing Fast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FEE8A47-5701-5ED3-D7FA-098B44C22D19}"/>
              </a:ext>
            </a:extLst>
          </p:cNvPr>
          <p:cNvGraphicFramePr/>
          <p:nvPr/>
        </p:nvGraphicFramePr>
        <p:xfrm>
          <a:off x="1275255" y="129277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E35E63-B2F5-5DAD-7BE5-198A1E7FC89D}"/>
              </a:ext>
            </a:extLst>
          </p:cNvPr>
          <p:cNvSpPr txBox="1"/>
          <p:nvPr/>
        </p:nvSpPr>
        <p:spPr>
          <a:xfrm>
            <a:off x="1688783" y="630820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VISIT &gt;&gt; </a:t>
            </a:r>
            <a:r>
              <a:rPr lang="en-US" dirty="0">
                <a:hlinkClick r:id="rId7"/>
              </a:rPr>
              <a:t>https://github.com/modelcontextprotocol/servers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1975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75F969-CE2E-FA21-2AC8-B932750695EA}"/>
              </a:ext>
            </a:extLst>
          </p:cNvPr>
          <p:cNvSpPr txBox="1"/>
          <p:nvPr/>
        </p:nvSpPr>
        <p:spPr>
          <a:xfrm>
            <a:off x="399393" y="1629104"/>
            <a:ext cx="11393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MCP is the foundational protocol for agents</a:t>
            </a:r>
          </a:p>
        </p:txBody>
      </p:sp>
    </p:spTree>
    <p:extLst>
      <p:ext uri="{BB962C8B-B14F-4D97-AF65-F5344CB8AC3E}">
        <p14:creationId xmlns:p14="http://schemas.microsoft.com/office/powerpoint/2010/main" val="806316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3A07-5889-424C-09FF-DBFF27F31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ffectLst/>
                <a:latin typeface="Helvetica" pitchFamily="2" charset="0"/>
              </a:rPr>
              <a:t>Building Effective Agents with MCP</a:t>
            </a:r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DDE91D4-95EE-9820-DBAD-E63AB59BA616}"/>
              </a:ext>
            </a:extLst>
          </p:cNvPr>
          <p:cNvSpPr/>
          <p:nvPr/>
        </p:nvSpPr>
        <p:spPr>
          <a:xfrm>
            <a:off x="588579" y="2175641"/>
            <a:ext cx="1019504" cy="9249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98F648-E9CC-AA87-468A-D4CC7243314B}"/>
              </a:ext>
            </a:extLst>
          </p:cNvPr>
          <p:cNvSpPr/>
          <p:nvPr/>
        </p:nvSpPr>
        <p:spPr>
          <a:xfrm>
            <a:off x="9884980" y="2175640"/>
            <a:ext cx="1019504" cy="9249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85207C-2D5A-54C0-8748-DD8F3CDD494D}"/>
              </a:ext>
            </a:extLst>
          </p:cNvPr>
          <p:cNvSpPr/>
          <p:nvPr/>
        </p:nvSpPr>
        <p:spPr>
          <a:xfrm>
            <a:off x="4435366" y="2175640"/>
            <a:ext cx="2133600" cy="92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 / SLM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55018C1-6E2D-6840-18B9-D36FC711656B}"/>
              </a:ext>
            </a:extLst>
          </p:cNvPr>
          <p:cNvCxnSpPr>
            <a:stCxn id="3" idx="6"/>
            <a:endCxn id="5" idx="1"/>
          </p:cNvCxnSpPr>
          <p:nvPr/>
        </p:nvCxnSpPr>
        <p:spPr>
          <a:xfrm flipV="1">
            <a:off x="1608083" y="2638096"/>
            <a:ext cx="282728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F54E4D-3230-B6FC-B38D-AEF3B0FEB76F}"/>
              </a:ext>
            </a:extLst>
          </p:cNvPr>
          <p:cNvCxnSpPr>
            <a:stCxn id="5" idx="3"/>
            <a:endCxn id="4" idx="2"/>
          </p:cNvCxnSpPr>
          <p:nvPr/>
        </p:nvCxnSpPr>
        <p:spPr>
          <a:xfrm>
            <a:off x="6568966" y="2638096"/>
            <a:ext cx="33160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55E1EB-8935-D8D1-D4AD-A588AFC5781E}"/>
              </a:ext>
            </a:extLst>
          </p:cNvPr>
          <p:cNvSpPr/>
          <p:nvPr/>
        </p:nvSpPr>
        <p:spPr>
          <a:xfrm>
            <a:off x="588579" y="4850522"/>
            <a:ext cx="2133600" cy="92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Retrieval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FA1C04-97C8-E890-C894-F0A3F367E57E}"/>
              </a:ext>
            </a:extLst>
          </p:cNvPr>
          <p:cNvSpPr/>
          <p:nvPr/>
        </p:nvSpPr>
        <p:spPr>
          <a:xfrm>
            <a:off x="8770884" y="4850522"/>
            <a:ext cx="2133600" cy="9249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2F69FD-1A82-5E6E-CCDE-3038A68BC2BF}"/>
              </a:ext>
            </a:extLst>
          </p:cNvPr>
          <p:cNvSpPr/>
          <p:nvPr/>
        </p:nvSpPr>
        <p:spPr>
          <a:xfrm>
            <a:off x="4435366" y="4855775"/>
            <a:ext cx="2133600" cy="924911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C94774-2827-D118-36C4-6AF7C3717772}"/>
              </a:ext>
            </a:extLst>
          </p:cNvPr>
          <p:cNvCxnSpPr>
            <a:endCxn id="10" idx="0"/>
          </p:cNvCxnSpPr>
          <p:nvPr/>
        </p:nvCxnSpPr>
        <p:spPr>
          <a:xfrm flipH="1">
            <a:off x="1655379" y="3100551"/>
            <a:ext cx="2779987" cy="1749971"/>
          </a:xfrm>
          <a:prstGeom prst="straightConnector1">
            <a:avLst/>
          </a:prstGeom>
          <a:ln>
            <a:prstDash val="sysDot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B5DCB6-E61B-C915-9471-62C04C518A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6568966" y="3100551"/>
            <a:ext cx="3268718" cy="1749971"/>
          </a:xfrm>
          <a:prstGeom prst="straightConnector1">
            <a:avLst/>
          </a:prstGeom>
          <a:ln>
            <a:prstDash val="sysDot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629A1C-44CF-6B31-82B9-91745E18C779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5502166" y="3100551"/>
            <a:ext cx="0" cy="1755224"/>
          </a:xfrm>
          <a:prstGeom prst="straightConnector1">
            <a:avLst/>
          </a:prstGeom>
          <a:ln>
            <a:prstDash val="sysDot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E8599B4-FAA8-6A33-305F-C589D10C2133}"/>
              </a:ext>
            </a:extLst>
          </p:cNvPr>
          <p:cNvSpPr txBox="1"/>
          <p:nvPr/>
        </p:nvSpPr>
        <p:spPr>
          <a:xfrm rot="19513833">
            <a:off x="1931470" y="3570322"/>
            <a:ext cx="170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Query / Results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9EE49E-AD46-B7D1-4E53-D2B572AEB963}"/>
              </a:ext>
            </a:extLst>
          </p:cNvPr>
          <p:cNvSpPr txBox="1"/>
          <p:nvPr/>
        </p:nvSpPr>
        <p:spPr>
          <a:xfrm rot="16200000">
            <a:off x="4466551" y="3790483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Call / Response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EE1A0B-86AE-0873-92C4-D08DC8599295}"/>
              </a:ext>
            </a:extLst>
          </p:cNvPr>
          <p:cNvSpPr txBox="1"/>
          <p:nvPr/>
        </p:nvSpPr>
        <p:spPr>
          <a:xfrm rot="1641896">
            <a:off x="7604779" y="3559644"/>
            <a:ext cx="1402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 / Write</a:t>
            </a:r>
          </a:p>
        </p:txBody>
      </p:sp>
    </p:spTree>
    <p:extLst>
      <p:ext uri="{BB962C8B-B14F-4D97-AF65-F5344CB8AC3E}">
        <p14:creationId xmlns:p14="http://schemas.microsoft.com/office/powerpoint/2010/main" val="3818620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45FE3-0212-BCB5-D268-E7C403A4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effectLst/>
                <a:latin typeface="Helvetica" pitchFamily="2" charset="0"/>
              </a:rPr>
              <a:t>Building Effective Agents with MCP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8735C-4555-0608-8F1D-88C1F5F57812}"/>
              </a:ext>
            </a:extLst>
          </p:cNvPr>
          <p:cNvSpPr txBox="1"/>
          <p:nvPr/>
        </p:nvSpPr>
        <p:spPr>
          <a:xfrm>
            <a:off x="838200" y="1767282"/>
            <a:ext cx="110228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effectLst/>
                <a:latin typeface="Helvetica" pitchFamily="2" charset="0"/>
              </a:rPr>
              <a:t>Composability </a:t>
            </a:r>
            <a:r>
              <a:rPr lang="en-CA" sz="2400" dirty="0">
                <a:effectLst/>
                <a:latin typeface="Helvetica" pitchFamily="2" charset="0"/>
                <a:sym typeface="Wingdings" pitchFamily="2" charset="2"/>
              </a:rPr>
              <a:t> </a:t>
            </a:r>
            <a:r>
              <a:rPr lang="en-CA" sz="2400" dirty="0">
                <a:effectLst/>
                <a:latin typeface="Helvetica" pitchFamily="2" charset="0"/>
              </a:rPr>
              <a:t>An MCP client can be a server and vice-versa (AKA Chaining)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032DF5-22C5-DD61-880F-B711687A7FCC}"/>
              </a:ext>
            </a:extLst>
          </p:cNvPr>
          <p:cNvGrpSpPr/>
          <p:nvPr/>
        </p:nvGrpSpPr>
        <p:grpSpPr>
          <a:xfrm>
            <a:off x="493987" y="3294992"/>
            <a:ext cx="10783612" cy="1245477"/>
            <a:chOff x="493987" y="2979682"/>
            <a:chExt cx="10783612" cy="124547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3BAD35C-2A2F-0BB4-7C51-FD5CA4518027}"/>
                </a:ext>
              </a:extLst>
            </p:cNvPr>
            <p:cNvSpPr/>
            <p:nvPr/>
          </p:nvSpPr>
          <p:spPr>
            <a:xfrm>
              <a:off x="493987" y="2984938"/>
              <a:ext cx="1702675" cy="124022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 &amp; LLM/SLM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C9B5929-AE63-E097-27CC-1C92CBD39951}"/>
                </a:ext>
              </a:extLst>
            </p:cNvPr>
            <p:cNvSpPr/>
            <p:nvPr/>
          </p:nvSpPr>
          <p:spPr>
            <a:xfrm>
              <a:off x="3520966" y="2984938"/>
              <a:ext cx="1702675" cy="124022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</a:p>
            <a:p>
              <a:pPr algn="ctr"/>
              <a:r>
                <a:rPr lang="en-US" dirty="0"/>
                <a:t>---------------</a:t>
              </a:r>
            </a:p>
            <a:p>
              <a:pPr algn="ctr"/>
              <a:r>
                <a:rPr lang="en-US" dirty="0"/>
                <a:t>Server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7D513386-7D62-FDF1-E0CA-6B3F228ABFBE}"/>
                </a:ext>
              </a:extLst>
            </p:cNvPr>
            <p:cNvSpPr/>
            <p:nvPr/>
          </p:nvSpPr>
          <p:spPr>
            <a:xfrm>
              <a:off x="6547945" y="2979683"/>
              <a:ext cx="1702675" cy="124022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</a:p>
            <a:p>
              <a:pPr algn="ctr"/>
              <a:r>
                <a:rPr lang="en-US" dirty="0"/>
                <a:t>---------------</a:t>
              </a:r>
            </a:p>
            <a:p>
              <a:pPr algn="ctr"/>
              <a:r>
                <a:rPr lang="en-US" dirty="0"/>
                <a:t>Server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4EAAEDD-EA3B-B9EE-493E-689741CC7295}"/>
                </a:ext>
              </a:extLst>
            </p:cNvPr>
            <p:cNvSpPr/>
            <p:nvPr/>
          </p:nvSpPr>
          <p:spPr>
            <a:xfrm>
              <a:off x="9574924" y="2979682"/>
              <a:ext cx="1702675" cy="124022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Client</a:t>
              </a:r>
            </a:p>
            <a:p>
              <a:pPr algn="ctr"/>
              <a:r>
                <a:rPr lang="en-US" dirty="0"/>
                <a:t>---------------</a:t>
              </a:r>
            </a:p>
            <a:p>
              <a:pPr algn="ctr"/>
              <a:r>
                <a:rPr lang="en-US" dirty="0"/>
                <a:t>Server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5D70982-E71A-CBA8-839A-49FAE8109E4E}"/>
                </a:ext>
              </a:extLst>
            </p:cNvPr>
            <p:cNvCxnSpPr>
              <a:cxnSpLocks/>
              <a:stCxn id="5" idx="6"/>
              <a:endCxn id="6" idx="1"/>
            </p:cNvCxnSpPr>
            <p:nvPr/>
          </p:nvCxnSpPr>
          <p:spPr>
            <a:xfrm>
              <a:off x="2196662" y="3605049"/>
              <a:ext cx="1324304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A88B092-66C0-9949-A06F-1609F24E4A11}"/>
                </a:ext>
              </a:extLst>
            </p:cNvPr>
            <p:cNvCxnSpPr/>
            <p:nvPr/>
          </p:nvCxnSpPr>
          <p:spPr>
            <a:xfrm>
              <a:off x="5223641" y="3594538"/>
              <a:ext cx="1324304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6AF6E47-63A9-E2D1-EAC7-87B9E12E764A}"/>
                </a:ext>
              </a:extLst>
            </p:cNvPr>
            <p:cNvCxnSpPr/>
            <p:nvPr/>
          </p:nvCxnSpPr>
          <p:spPr>
            <a:xfrm>
              <a:off x="8250620" y="3605048"/>
              <a:ext cx="1324304" cy="0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1163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240CE-3635-6784-AB5E-6A6A5177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Let's build our own with Laravel!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B6CD9-8356-F6C5-BBCC-54F18E4D403B}"/>
              </a:ext>
            </a:extLst>
          </p:cNvPr>
          <p:cNvSpPr txBox="1"/>
          <p:nvPr/>
        </p:nvSpPr>
        <p:spPr>
          <a:xfrm>
            <a:off x="1151068" y="2020662"/>
            <a:ext cx="87889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Lucida Console" panose="020B0609040504020204" pitchFamily="49" charset="0"/>
              </a:rPr>
              <a:t>composer require </a:t>
            </a:r>
            <a:r>
              <a:rPr lang="en-US" sz="2400" dirty="0" err="1">
                <a:latin typeface="Lucida Console" panose="020B0609040504020204" pitchFamily="49" charset="0"/>
              </a:rPr>
              <a:t>laravel</a:t>
            </a:r>
            <a:r>
              <a:rPr lang="en-US" sz="2400" dirty="0">
                <a:latin typeface="Lucida Console" panose="020B0609040504020204" pitchFamily="49" charset="0"/>
              </a:rPr>
              <a:t>/</a:t>
            </a:r>
            <a:r>
              <a:rPr lang="en-US" sz="2400" dirty="0" err="1">
                <a:latin typeface="Lucida Console" panose="020B0609040504020204" pitchFamily="49" charset="0"/>
              </a:rPr>
              <a:t>mcp</a:t>
            </a:r>
            <a:endParaRPr lang="en-US" sz="2400" dirty="0">
              <a:latin typeface="Lucida Console" panose="020B0609040504020204" pitchFamily="49" charset="0"/>
            </a:endParaRPr>
          </a:p>
          <a:p>
            <a:endParaRPr lang="en-US" sz="2400" dirty="0">
              <a:latin typeface="Lucida Console" panose="020B0609040504020204" pitchFamily="49" charset="0"/>
            </a:endParaRPr>
          </a:p>
          <a:p>
            <a:r>
              <a:rPr lang="en-US" sz="2400" dirty="0" err="1">
                <a:latin typeface="Lucida Console" panose="020B0609040504020204" pitchFamily="49" charset="0"/>
              </a:rPr>
              <a:t>php</a:t>
            </a:r>
            <a:r>
              <a:rPr lang="en-US" sz="2400" dirty="0">
                <a:latin typeface="Lucida Console" panose="020B0609040504020204" pitchFamily="49" charset="0"/>
              </a:rPr>
              <a:t> artisan </a:t>
            </a:r>
            <a:r>
              <a:rPr lang="en-US" sz="2400" dirty="0" err="1">
                <a:latin typeface="Lucida Console" panose="020B0609040504020204" pitchFamily="49" charset="0"/>
              </a:rPr>
              <a:t>vendor:publish</a:t>
            </a:r>
            <a:r>
              <a:rPr lang="en-US" sz="2400" dirty="0">
                <a:latin typeface="Lucida Console" panose="020B0609040504020204" pitchFamily="49" charset="0"/>
              </a:rPr>
              <a:t> --tag=ai-routes</a:t>
            </a:r>
          </a:p>
          <a:p>
            <a:endParaRPr lang="en-US" sz="2400" dirty="0">
              <a:latin typeface="Lucida Console" panose="020B0609040504020204" pitchFamily="49" charset="0"/>
            </a:endParaRPr>
          </a:p>
          <a:p>
            <a:r>
              <a:rPr lang="en-US" sz="2400" dirty="0" err="1">
                <a:latin typeface="Lucida Console" panose="020B0609040504020204" pitchFamily="49" charset="0"/>
              </a:rPr>
              <a:t>php</a:t>
            </a:r>
            <a:r>
              <a:rPr lang="en-US" sz="2400" dirty="0">
                <a:latin typeface="Lucida Console" panose="020B0609040504020204" pitchFamily="49" charset="0"/>
              </a:rPr>
              <a:t> artisan </a:t>
            </a:r>
            <a:r>
              <a:rPr lang="en-US" sz="2400" dirty="0" err="1">
                <a:latin typeface="Lucida Console" panose="020B0609040504020204" pitchFamily="49" charset="0"/>
              </a:rPr>
              <a:t>make:mcp-server</a:t>
            </a:r>
            <a:r>
              <a:rPr lang="en-US" sz="2400" dirty="0">
                <a:latin typeface="Lucida Console" panose="020B0609040504020204" pitchFamily="49" charset="0"/>
              </a:rPr>
              <a:t> </a:t>
            </a:r>
            <a:r>
              <a:rPr lang="en-US" sz="2400" dirty="0" err="1">
                <a:latin typeface="Lucida Console" panose="020B0609040504020204" pitchFamily="49" charset="0"/>
              </a:rPr>
              <a:t>TodoServer</a:t>
            </a:r>
            <a:endParaRPr lang="en-US" sz="2400" dirty="0">
              <a:latin typeface="Lucida Console" panose="020B0609040504020204" pitchFamily="49" charset="0"/>
            </a:endParaRPr>
          </a:p>
          <a:p>
            <a:endParaRPr lang="en-US" sz="2400" dirty="0">
              <a:latin typeface="Lucida Console" panose="020B0609040504020204" pitchFamily="49" charset="0"/>
            </a:endParaRPr>
          </a:p>
          <a:p>
            <a:r>
              <a:rPr lang="en-US" sz="2400" dirty="0" err="1">
                <a:latin typeface="Lucida Console" panose="020B0609040504020204" pitchFamily="49" charset="0"/>
              </a:rPr>
              <a:t>php</a:t>
            </a:r>
            <a:r>
              <a:rPr lang="en-US" sz="2400" dirty="0">
                <a:latin typeface="Lucida Console" panose="020B0609040504020204" pitchFamily="49" charset="0"/>
              </a:rPr>
              <a:t> artisan </a:t>
            </a:r>
            <a:r>
              <a:rPr lang="en-US" sz="2400" dirty="0" err="1">
                <a:latin typeface="Lucida Console" panose="020B0609040504020204" pitchFamily="49" charset="0"/>
              </a:rPr>
              <a:t>make:mcp-tool</a:t>
            </a:r>
            <a:r>
              <a:rPr lang="en-US" sz="2400" dirty="0">
                <a:latin typeface="Lucida Console" panose="020B0609040504020204" pitchFamily="49" charset="0"/>
              </a:rPr>
              <a:t> </a:t>
            </a:r>
            <a:r>
              <a:rPr lang="en-US" sz="2400" dirty="0" err="1">
                <a:latin typeface="Lucida Console" panose="020B0609040504020204" pitchFamily="49" charset="0"/>
              </a:rPr>
              <a:t>AddTodoTool</a:t>
            </a:r>
            <a:endParaRPr lang="en-US" sz="2400" dirty="0">
              <a:latin typeface="Lucida Console" panose="020B0609040504020204" pitchFamily="49" charset="0"/>
            </a:endParaRPr>
          </a:p>
          <a:p>
            <a:endParaRPr lang="en-US" sz="2400" dirty="0">
              <a:latin typeface="Lucida Console" panose="020B0609040504020204" pitchFamily="49" charset="0"/>
            </a:endParaRPr>
          </a:p>
          <a:p>
            <a:r>
              <a:rPr lang="en-US" sz="2400" dirty="0" err="1">
                <a:latin typeface="Lucida Console" panose="020B0609040504020204" pitchFamily="49" charset="0"/>
              </a:rPr>
              <a:t>php</a:t>
            </a:r>
            <a:r>
              <a:rPr lang="en-US" sz="2400" dirty="0">
                <a:latin typeface="Lucida Console" panose="020B0609040504020204" pitchFamily="49" charset="0"/>
              </a:rPr>
              <a:t> artisan </a:t>
            </a:r>
            <a:r>
              <a:rPr lang="en-US" sz="2400" dirty="0" err="1">
                <a:latin typeface="Lucida Console" panose="020B0609040504020204" pitchFamily="49" charset="0"/>
              </a:rPr>
              <a:t>mcp:inspector</a:t>
            </a:r>
            <a:r>
              <a:rPr lang="en-US" sz="2400" dirty="0">
                <a:latin typeface="Lucida Console" panose="020B0609040504020204" pitchFamily="49" charset="0"/>
              </a:rPr>
              <a:t> </a:t>
            </a:r>
            <a:r>
              <a:rPr lang="en-US" sz="2400" dirty="0" err="1">
                <a:latin typeface="Lucida Console" panose="020B0609040504020204" pitchFamily="49" charset="0"/>
              </a:rPr>
              <a:t>mcp</a:t>
            </a:r>
            <a:r>
              <a:rPr lang="en-US" sz="2400" dirty="0">
                <a:latin typeface="Lucida Console" panose="020B0609040504020204" pitchFamily="49" charset="0"/>
              </a:rPr>
              <a:t>/</a:t>
            </a:r>
            <a:r>
              <a:rPr lang="en-US" sz="2400" dirty="0" err="1">
                <a:latin typeface="Lucida Console" panose="020B0609040504020204" pitchFamily="49" charset="0"/>
              </a:rPr>
              <a:t>todo</a:t>
            </a:r>
            <a:endParaRPr lang="en-US" sz="2400" dirty="0">
              <a:latin typeface="Lucida Console" panose="020B0609040504020204" pitchFamily="49" charset="0"/>
            </a:endParaRPr>
          </a:p>
          <a:p>
            <a:endParaRPr lang="en-US" sz="2400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5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36D95C-7DF2-CE6F-2179-23F45013BDAB}"/>
              </a:ext>
            </a:extLst>
          </p:cNvPr>
          <p:cNvSpPr txBox="1"/>
          <p:nvPr/>
        </p:nvSpPr>
        <p:spPr>
          <a:xfrm>
            <a:off x="630621" y="2393585"/>
            <a:ext cx="101214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Lucida Console" panose="020B0609040504020204" pitchFamily="49" charset="0"/>
              </a:rPr>
              <a:t>{</a:t>
            </a:r>
          </a:p>
          <a:p>
            <a:r>
              <a:rPr lang="en-US" dirty="0">
                <a:latin typeface="Lucida Console" panose="020B0609040504020204" pitchFamily="49" charset="0"/>
              </a:rPr>
              <a:t>	"servers": {</a:t>
            </a:r>
          </a:p>
          <a:p>
            <a:r>
              <a:rPr lang="en-US" dirty="0">
                <a:latin typeface="Lucida Console" panose="020B0609040504020204" pitchFamily="49" charset="0"/>
              </a:rPr>
              <a:t>		"</a:t>
            </a:r>
            <a:r>
              <a:rPr lang="en-US" dirty="0" err="1">
                <a:latin typeface="Lucida Console" panose="020B0609040504020204" pitchFamily="49" charset="0"/>
              </a:rPr>
              <a:t>todo</a:t>
            </a:r>
            <a:r>
              <a:rPr lang="en-US" dirty="0">
                <a:latin typeface="Lucida Console" panose="020B0609040504020204" pitchFamily="49" charset="0"/>
              </a:rPr>
              <a:t>-</a:t>
            </a:r>
            <a:r>
              <a:rPr lang="en-US" dirty="0" err="1">
                <a:latin typeface="Lucida Console" panose="020B0609040504020204" pitchFamily="49" charset="0"/>
              </a:rPr>
              <a:t>mcp</a:t>
            </a:r>
            <a:r>
              <a:rPr lang="en-US" dirty="0">
                <a:latin typeface="Lucida Console" panose="020B0609040504020204" pitchFamily="49" charset="0"/>
              </a:rPr>
              <a:t>-server": {</a:t>
            </a:r>
          </a:p>
          <a:p>
            <a:r>
              <a:rPr lang="en-US" dirty="0">
                <a:latin typeface="Lucida Console" panose="020B0609040504020204" pitchFamily="49" charset="0"/>
              </a:rPr>
              <a:t>			"</a:t>
            </a:r>
            <a:r>
              <a:rPr lang="en-US" dirty="0" err="1">
                <a:latin typeface="Lucida Console" panose="020B0609040504020204" pitchFamily="49" charset="0"/>
              </a:rPr>
              <a:t>url</a:t>
            </a:r>
            <a:r>
              <a:rPr lang="en-US" dirty="0">
                <a:latin typeface="Lucida Console" panose="020B0609040504020204" pitchFamily="49" charset="0"/>
              </a:rPr>
              <a:t>": "http://localhost:8000/</a:t>
            </a:r>
            <a:r>
              <a:rPr lang="en-US" dirty="0" err="1">
                <a:latin typeface="Lucida Console" panose="020B0609040504020204" pitchFamily="49" charset="0"/>
              </a:rPr>
              <a:t>mcp</a:t>
            </a:r>
            <a:r>
              <a:rPr lang="en-US" dirty="0">
                <a:latin typeface="Lucida Console" panose="020B0609040504020204" pitchFamily="49" charset="0"/>
              </a:rPr>
              <a:t>/</a:t>
            </a:r>
            <a:r>
              <a:rPr lang="en-US" dirty="0" err="1">
                <a:latin typeface="Lucida Console" panose="020B0609040504020204" pitchFamily="49" charset="0"/>
              </a:rPr>
              <a:t>todo</a:t>
            </a:r>
            <a:r>
              <a:rPr lang="en-US" dirty="0">
                <a:latin typeface="Lucida Console" panose="020B0609040504020204" pitchFamily="49" charset="0"/>
              </a:rPr>
              <a:t>",</a:t>
            </a:r>
          </a:p>
          <a:p>
            <a:r>
              <a:rPr lang="en-US" dirty="0">
                <a:latin typeface="Lucida Console" panose="020B0609040504020204" pitchFamily="49" charset="0"/>
              </a:rPr>
              <a:t>			"type": "http"</a:t>
            </a:r>
          </a:p>
          <a:p>
            <a:r>
              <a:rPr lang="en-US" dirty="0">
                <a:latin typeface="Lucida Console" panose="020B0609040504020204" pitchFamily="49" charset="0"/>
              </a:rPr>
              <a:t>		}</a:t>
            </a:r>
          </a:p>
          <a:p>
            <a:r>
              <a:rPr lang="en-US" dirty="0">
                <a:latin typeface="Lucida Console" panose="020B0609040504020204" pitchFamily="49" charset="0"/>
              </a:rPr>
              <a:t>	},</a:t>
            </a:r>
          </a:p>
          <a:p>
            <a:r>
              <a:rPr lang="en-US" dirty="0">
                <a:latin typeface="Lucida Console" panose="020B0609040504020204" pitchFamily="49" charset="0"/>
              </a:rPr>
              <a:t>	"inputs": []</a:t>
            </a:r>
          </a:p>
          <a:p>
            <a:r>
              <a:rPr lang="en-US" dirty="0">
                <a:latin typeface="Lucida Console" panose="020B0609040504020204" pitchFamily="49" charset="0"/>
              </a:rPr>
              <a:t>}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39A228-75B1-71A3-E634-FD8034F8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mcp.json</a:t>
            </a:r>
            <a:r>
              <a:rPr lang="en-US" dirty="0"/>
              <a:t> in VS Code</a:t>
            </a:r>
          </a:p>
        </p:txBody>
      </p:sp>
    </p:spTree>
    <p:extLst>
      <p:ext uri="{BB962C8B-B14F-4D97-AF65-F5344CB8AC3E}">
        <p14:creationId xmlns:p14="http://schemas.microsoft.com/office/powerpoint/2010/main" val="2582076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490</Words>
  <Application>Microsoft Macintosh PowerPoint</Application>
  <PresentationFormat>Widescreen</PresentationFormat>
  <Paragraphs>112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Helvetica</vt:lpstr>
      <vt:lpstr>Lucida Console</vt:lpstr>
      <vt:lpstr>Office Theme</vt:lpstr>
      <vt:lpstr>Build an MCP server with PHP Laravel</vt:lpstr>
      <vt:lpstr>What is the Model Context Protocol (MCP)?</vt:lpstr>
      <vt:lpstr>What is an MCP?</vt:lpstr>
      <vt:lpstr>What makes an MCP server?</vt:lpstr>
      <vt:lpstr>With MCP: Standardized AI Development</vt:lpstr>
      <vt:lpstr>With MCP: Standardized Development</vt:lpstr>
      <vt:lpstr>The MCP Ecosystem is Growing Fast</vt:lpstr>
      <vt:lpstr>PowerPoint Presentation</vt:lpstr>
      <vt:lpstr>Building Effective Agents with MCP</vt:lpstr>
      <vt:lpstr>Building Effective Agents with MCP</vt:lpstr>
      <vt:lpstr>Let's build our own with Laravel!</vt:lpstr>
      <vt:lpstr>mcp.json in VS Code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Medhat Elmasry</dc:creator>
  <cp:lastModifiedBy>Medhat Elmasry</cp:lastModifiedBy>
  <cp:revision>4</cp:revision>
  <dcterms:created xsi:type="dcterms:W3CDTF">2026-01-23T04:34:33Z</dcterms:created>
  <dcterms:modified xsi:type="dcterms:W3CDTF">2026-03-09T23:14:47Z</dcterms:modified>
</cp:coreProperties>
</file>